
<file path=[Content_Types].xml><?xml version="1.0" encoding="utf-8"?>
<Types xmlns="http://schemas.openxmlformats.org/package/2006/content-types">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28" r:id="rId4"/>
  </p:sldMasterIdLst>
  <p:notesMasterIdLst>
    <p:notesMasterId r:id="rId45"/>
  </p:notesMasterIdLst>
  <p:handoutMasterIdLst>
    <p:handoutMasterId r:id="rId46"/>
  </p:handoutMasterIdLst>
  <p:sldIdLst>
    <p:sldId id="4065" r:id="rId5"/>
    <p:sldId id="4066" r:id="rId6"/>
    <p:sldId id="4067" r:id="rId7"/>
    <p:sldId id="4079" r:id="rId8"/>
    <p:sldId id="310" r:id="rId9"/>
    <p:sldId id="315" r:id="rId10"/>
    <p:sldId id="311" r:id="rId11"/>
    <p:sldId id="312" r:id="rId12"/>
    <p:sldId id="313" r:id="rId13"/>
    <p:sldId id="314" r:id="rId14"/>
    <p:sldId id="408" r:id="rId15"/>
    <p:sldId id="452" r:id="rId16"/>
    <p:sldId id="439" r:id="rId17"/>
    <p:sldId id="390" r:id="rId18"/>
    <p:sldId id="296" r:id="rId19"/>
    <p:sldId id="320" r:id="rId20"/>
    <p:sldId id="295" r:id="rId21"/>
    <p:sldId id="441" r:id="rId22"/>
    <p:sldId id="4080" r:id="rId23"/>
    <p:sldId id="4078" r:id="rId24"/>
    <p:sldId id="257" r:id="rId25"/>
    <p:sldId id="270" r:id="rId26"/>
    <p:sldId id="259" r:id="rId27"/>
    <p:sldId id="264" r:id="rId28"/>
    <p:sldId id="267" r:id="rId29"/>
    <p:sldId id="276" r:id="rId30"/>
    <p:sldId id="277" r:id="rId31"/>
    <p:sldId id="273" r:id="rId32"/>
    <p:sldId id="275" r:id="rId33"/>
    <p:sldId id="279" r:id="rId34"/>
    <p:sldId id="272" r:id="rId35"/>
    <p:sldId id="367" r:id="rId36"/>
    <p:sldId id="4076" r:id="rId37"/>
    <p:sldId id="4071" r:id="rId38"/>
    <p:sldId id="4060" r:id="rId39"/>
    <p:sldId id="4072" r:id="rId40"/>
    <p:sldId id="4073" r:id="rId41"/>
    <p:sldId id="4074" r:id="rId42"/>
    <p:sldId id="4075" r:id="rId43"/>
    <p:sldId id="1263" r:id="rId44"/>
  </p:sldIdLst>
  <p:sldSz cx="9144000" cy="5143500" type="screen16x9"/>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olKit" id="{F7ECC599-F0F9-48B0-A7A8-BF9F0A801523}">
          <p14:sldIdLst>
            <p14:sldId id="4065"/>
            <p14:sldId id="4066"/>
            <p14:sldId id="4067"/>
            <p14:sldId id="4079"/>
            <p14:sldId id="310"/>
            <p14:sldId id="315"/>
            <p14:sldId id="311"/>
            <p14:sldId id="312"/>
            <p14:sldId id="313"/>
            <p14:sldId id="314"/>
            <p14:sldId id="408"/>
            <p14:sldId id="452"/>
            <p14:sldId id="439"/>
            <p14:sldId id="390"/>
            <p14:sldId id="296"/>
            <p14:sldId id="320"/>
            <p14:sldId id="295"/>
            <p14:sldId id="441"/>
            <p14:sldId id="4080"/>
            <p14:sldId id="4078"/>
            <p14:sldId id="257"/>
            <p14:sldId id="270"/>
            <p14:sldId id="259"/>
            <p14:sldId id="264"/>
            <p14:sldId id="267"/>
            <p14:sldId id="276"/>
            <p14:sldId id="277"/>
            <p14:sldId id="273"/>
            <p14:sldId id="275"/>
            <p14:sldId id="279"/>
            <p14:sldId id="272"/>
            <p14:sldId id="367"/>
            <p14:sldId id="4076"/>
            <p14:sldId id="4071"/>
            <p14:sldId id="4060"/>
            <p14:sldId id="4072"/>
            <p14:sldId id="4073"/>
            <p14:sldId id="4074"/>
            <p14:sldId id="4075"/>
            <p14:sldId id="1263"/>
          </p14:sldIdLst>
        </p14:section>
        <p14:section name="Brand" id="{69730486-2E07-42B5-9530-17CA46286592}">
          <p14:sldIdLst/>
        </p14:section>
        <p14:section name="Icons" id="{C616A5A7-4E9F-49AB-BC87-6E1382E07680}">
          <p14:sldIdLst/>
        </p14:section>
        <p14:section name="Maps" id="{6FEFED9F-E0D9-8848-AF76-A5D31F8B4F91}">
          <p14:sldIdLst/>
        </p14:section>
      </p14:sectionLst>
    </p:ext>
    <p:ext uri="{EFAFB233-063F-42B5-8137-9DF3F51BA10A}">
      <p15:sldGuideLst xmlns:p15="http://schemas.microsoft.com/office/powerpoint/2012/main">
        <p15:guide id="8" pos="2880" userDrawn="1">
          <p15:clr>
            <a:srgbClr val="A4A3A4"/>
          </p15:clr>
        </p15:guide>
        <p15:guide id="9" orient="horz" pos="1476" userDrawn="1">
          <p15:clr>
            <a:srgbClr val="A4A3A4"/>
          </p15:clr>
        </p15:guide>
        <p15:guide id="10" pos="4224" userDrawn="1">
          <p15:clr>
            <a:srgbClr val="A4A3A4"/>
          </p15:clr>
        </p15:guide>
        <p15:guide id="11" pos="1536" userDrawn="1">
          <p15:clr>
            <a:srgbClr val="A4A3A4"/>
          </p15:clr>
        </p15:guide>
        <p15:guide id="12" orient="horz" pos="1764" userDrawn="1">
          <p15:clr>
            <a:srgbClr val="A4A3A4"/>
          </p15:clr>
        </p15:guide>
      </p15:sldGuideLst>
    </p:ext>
    <p:ext uri="{2D200454-40CA-4A62-9FC3-DE9A4176ACB9}">
      <p15:notesGuideLst xmlns:p15="http://schemas.microsoft.com/office/powerpoint/2012/main">
        <p15:guide id="1" orient="horz" pos="2924" userDrawn="1">
          <p15:clr>
            <a:srgbClr val="A4A3A4"/>
          </p15:clr>
        </p15:guide>
        <p15:guide id="2" pos="220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A1D7"/>
    <a:srgbClr val="13498B"/>
    <a:srgbClr val="71C97F"/>
    <a:srgbClr val="F8CA4B"/>
    <a:srgbClr val="11498B"/>
    <a:srgbClr val="2B6FAB"/>
    <a:srgbClr val="427F64"/>
    <a:srgbClr val="A5A5A5"/>
    <a:srgbClr val="48457E"/>
    <a:srgbClr val="B0BBB9"/>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535" autoAdjust="0"/>
    <p:restoredTop sz="60698" autoAdjust="0"/>
  </p:normalViewPr>
  <p:slideViewPr>
    <p:cSldViewPr snapToGrid="0" snapToObjects="1">
      <p:cViewPr varScale="1">
        <p:scale>
          <a:sx n="119" d="100"/>
          <a:sy n="119" d="100"/>
        </p:scale>
        <p:origin x="952" y="176"/>
      </p:cViewPr>
      <p:guideLst>
        <p:guide pos="2880"/>
        <p:guide orient="horz" pos="1476"/>
        <p:guide pos="4224"/>
        <p:guide pos="1536"/>
        <p:guide orient="horz" pos="1764"/>
      </p:guideLst>
    </p:cSldViewPr>
  </p:slideViewPr>
  <p:outlineViewPr>
    <p:cViewPr>
      <p:scale>
        <a:sx n="33" d="100"/>
        <a:sy n="33" d="100"/>
      </p:scale>
      <p:origin x="0" y="-41238"/>
    </p:cViewPr>
  </p:outlineViewPr>
  <p:notesTextViewPr>
    <p:cViewPr>
      <p:scale>
        <a:sx n="90" d="100"/>
        <a:sy n="90" d="100"/>
      </p:scale>
      <p:origin x="0" y="0"/>
    </p:cViewPr>
  </p:notesTextViewPr>
  <p:sorterViewPr>
    <p:cViewPr>
      <p:scale>
        <a:sx n="1" d="1"/>
        <a:sy n="1" d="1"/>
      </p:scale>
      <p:origin x="0" y="-32982"/>
    </p:cViewPr>
  </p:sorterViewPr>
  <p:notesViewPr>
    <p:cSldViewPr snapToGrid="0" snapToObjects="1">
      <p:cViewPr varScale="1">
        <p:scale>
          <a:sx n="119" d="100"/>
          <a:sy n="119" d="100"/>
        </p:scale>
        <p:origin x="4464" y="192"/>
      </p:cViewPr>
      <p:guideLst>
        <p:guide orient="horz" pos="2924"/>
        <p:guide pos="2201"/>
      </p:guideLst>
    </p:cSldViewPr>
  </p:notesViewPr>
  <p:gridSpacing cx="91439" cy="91439"/>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05714F-C4FF-4C60-810B-E9778E18D9D8}" type="doc">
      <dgm:prSet loTypeId="urn:microsoft.com/office/officeart/2005/8/layout/vList2" loCatId="list" qsTypeId="urn:microsoft.com/office/officeart/2005/8/quickstyle/simple1" qsCatId="simple" csTypeId="urn:microsoft.com/office/officeart/2005/8/colors/accent5_2" csCatId="accent5" phldr="1"/>
      <dgm:spPr/>
      <dgm:t>
        <a:bodyPr/>
        <a:lstStyle/>
        <a:p>
          <a:endParaRPr lang="en-US"/>
        </a:p>
      </dgm:t>
    </dgm:pt>
    <dgm:pt modelId="{BD5738D1-AE73-4A35-A5A3-0ED3309A22C1}">
      <dgm:prSet/>
      <dgm:spPr/>
      <dgm:t>
        <a:bodyPr/>
        <a:lstStyle/>
        <a:p>
          <a:pPr algn="l" rtl="0"/>
          <a:r>
            <a:rPr lang="fr-FR" dirty="0" err="1">
              <a:latin typeface="Calibri Light" panose="020F0302020204030204"/>
            </a:rPr>
            <a:t>Redesign</a:t>
          </a:r>
          <a:r>
            <a:rPr lang="fr-FR" dirty="0">
              <a:latin typeface="Calibri Light" panose="020F0302020204030204"/>
            </a:rPr>
            <a:t> of the organization </a:t>
          </a:r>
          <a:r>
            <a:rPr lang="fr-FR" dirty="0"/>
            <a:t>of the platforms </a:t>
          </a:r>
          <a:endParaRPr lang="en-US" dirty="0">
            <a:latin typeface="Calibri Light" panose="020F0302020204030204"/>
          </a:endParaRPr>
        </a:p>
      </dgm:t>
    </dgm:pt>
    <dgm:pt modelId="{596A362D-3662-4839-A169-8185A5AFD131}" type="parTrans" cxnId="{DED2F8E8-F2B9-4530-AA54-A713E85DC276}">
      <dgm:prSet/>
      <dgm:spPr/>
      <dgm:t>
        <a:bodyPr/>
        <a:lstStyle/>
        <a:p>
          <a:endParaRPr lang="en-US"/>
        </a:p>
      </dgm:t>
    </dgm:pt>
    <dgm:pt modelId="{862E2939-3E99-49DF-830A-D29679907CE8}" type="sibTrans" cxnId="{DED2F8E8-F2B9-4530-AA54-A713E85DC276}">
      <dgm:prSet/>
      <dgm:spPr/>
      <dgm:t>
        <a:bodyPr/>
        <a:lstStyle/>
        <a:p>
          <a:endParaRPr lang="en-US"/>
        </a:p>
      </dgm:t>
    </dgm:pt>
    <dgm:pt modelId="{41FBC65B-2D0E-46FC-A67D-D501B44806D5}">
      <dgm:prSet/>
      <dgm:spPr/>
      <dgm:t>
        <a:bodyPr/>
        <a:lstStyle/>
        <a:p>
          <a:pPr algn="l">
            <a:lnSpc>
              <a:spcPct val="100000"/>
            </a:lnSpc>
          </a:pPr>
          <a:r>
            <a:rPr lang="fr-FR" dirty="0"/>
            <a:t>Operating room </a:t>
          </a:r>
          <a:r>
            <a:rPr lang="fr-FR" dirty="0" err="1"/>
            <a:t>next</a:t>
          </a:r>
          <a:r>
            <a:rPr lang="fr-FR" dirty="0"/>
            <a:t> to the existing control room, which would also become remote.</a:t>
          </a:r>
          <a:endParaRPr lang="en-US" dirty="0"/>
        </a:p>
      </dgm:t>
    </dgm:pt>
    <dgm:pt modelId="{7BD6C3E2-4A66-495E-B899-6EF31768A6CF}" type="parTrans" cxnId="{876FA127-38C0-45FA-B846-7042A1EBC9F8}">
      <dgm:prSet/>
      <dgm:spPr/>
      <dgm:t>
        <a:bodyPr/>
        <a:lstStyle/>
        <a:p>
          <a:endParaRPr lang="en-US"/>
        </a:p>
      </dgm:t>
    </dgm:pt>
    <dgm:pt modelId="{D5DF2B2F-5D72-40BD-A2CB-5BD572FE32F9}" type="sibTrans" cxnId="{876FA127-38C0-45FA-B846-7042A1EBC9F8}">
      <dgm:prSet/>
      <dgm:spPr/>
      <dgm:t>
        <a:bodyPr/>
        <a:lstStyle/>
        <a:p>
          <a:endParaRPr lang="en-US"/>
        </a:p>
      </dgm:t>
    </dgm:pt>
    <dgm:pt modelId="{A83C0B8A-B7CF-40B3-B148-97171A3CE095}">
      <dgm:prSet/>
      <dgm:spPr/>
      <dgm:t>
        <a:bodyPr/>
        <a:lstStyle/>
        <a:p>
          <a:pPr algn="l">
            <a:lnSpc>
              <a:spcPct val="100000"/>
            </a:lnSpc>
          </a:pPr>
          <a:r>
            <a:rPr lang="fr-FR" dirty="0"/>
            <a:t>No need for continuous human presence.</a:t>
          </a:r>
          <a:endParaRPr lang="en-US" dirty="0"/>
        </a:p>
      </dgm:t>
    </dgm:pt>
    <dgm:pt modelId="{5182F2FD-35B6-434C-B1AA-4D4134E32346}" type="parTrans" cxnId="{3F86B63D-495C-4DD2-A027-FE5E5C4B3D02}">
      <dgm:prSet/>
      <dgm:spPr/>
      <dgm:t>
        <a:bodyPr/>
        <a:lstStyle/>
        <a:p>
          <a:endParaRPr lang="en-US"/>
        </a:p>
      </dgm:t>
    </dgm:pt>
    <dgm:pt modelId="{BEE31C00-ABCA-4AA5-A841-14AE31C0C08F}" type="sibTrans" cxnId="{3F86B63D-495C-4DD2-A027-FE5E5C4B3D02}">
      <dgm:prSet/>
      <dgm:spPr/>
      <dgm:t>
        <a:bodyPr/>
        <a:lstStyle/>
        <a:p>
          <a:endParaRPr lang="en-US"/>
        </a:p>
      </dgm:t>
    </dgm:pt>
    <dgm:pt modelId="{6972D520-2B7A-4630-ADDF-1D2A38DE5E2E}">
      <dgm:prSet/>
      <dgm:spPr/>
      <dgm:t>
        <a:bodyPr/>
        <a:lstStyle/>
        <a:p>
          <a:pPr algn="l">
            <a:lnSpc>
              <a:spcPct val="100000"/>
            </a:lnSpc>
          </a:pPr>
          <a:r>
            <a:rPr lang="fr-FR" dirty="0"/>
            <a:t>From the operating room, remote supervision and coordination of the robots by the operators. The robots would autonomously perform the activities that field operators used to do on the installations: routine tasks, maintenance, emergency operations.</a:t>
          </a:r>
          <a:endParaRPr lang="en-US" dirty="0"/>
        </a:p>
      </dgm:t>
    </dgm:pt>
    <dgm:pt modelId="{93DDC099-FAB9-478F-AD1F-F0E185E827EF}" type="parTrans" cxnId="{E36C5E73-4EB0-4CB2-B446-8EF8299D182D}">
      <dgm:prSet/>
      <dgm:spPr/>
      <dgm:t>
        <a:bodyPr/>
        <a:lstStyle/>
        <a:p>
          <a:endParaRPr lang="en-US"/>
        </a:p>
      </dgm:t>
    </dgm:pt>
    <dgm:pt modelId="{9B6BD666-3819-4451-90BF-B9200373FFE7}" type="sibTrans" cxnId="{E36C5E73-4EB0-4CB2-B446-8EF8299D182D}">
      <dgm:prSet/>
      <dgm:spPr/>
      <dgm:t>
        <a:bodyPr/>
        <a:lstStyle/>
        <a:p>
          <a:endParaRPr lang="en-US"/>
        </a:p>
      </dgm:t>
    </dgm:pt>
    <dgm:pt modelId="{E6173BCF-B32F-4D59-85E2-04B005E44D3A}">
      <dgm:prSet/>
      <dgm:spPr/>
      <dgm:t>
        <a:bodyPr/>
        <a:lstStyle/>
        <a:p>
          <a:pPr algn="l">
            <a:lnSpc>
              <a:spcPct val="100000"/>
            </a:lnSpc>
          </a:pPr>
          <a:r>
            <a:rPr lang="fr-FR" dirty="0"/>
            <a:t>Human interventions limited to short-term maintenance campaigns.</a:t>
          </a:r>
          <a:endParaRPr lang="en-US" dirty="0"/>
        </a:p>
      </dgm:t>
    </dgm:pt>
    <dgm:pt modelId="{FAAF18D6-A071-4DC4-A8A6-D63E4386BC36}" type="parTrans" cxnId="{3191CB2E-FD5F-48B6-B9AC-8BFEF618EDD6}">
      <dgm:prSet/>
      <dgm:spPr/>
      <dgm:t>
        <a:bodyPr/>
        <a:lstStyle/>
        <a:p>
          <a:endParaRPr lang="en-US"/>
        </a:p>
      </dgm:t>
    </dgm:pt>
    <dgm:pt modelId="{F31EBA96-B870-40F6-B930-76FB1656C430}" type="sibTrans" cxnId="{3191CB2E-FD5F-48B6-B9AC-8BFEF618EDD6}">
      <dgm:prSet/>
      <dgm:spPr/>
      <dgm:t>
        <a:bodyPr/>
        <a:lstStyle/>
        <a:p>
          <a:endParaRPr lang="en-US"/>
        </a:p>
      </dgm:t>
    </dgm:pt>
    <dgm:pt modelId="{FF3CB67E-5FC8-469C-8CEE-0B42FBB46705}">
      <dgm:prSet/>
      <dgm:spPr/>
      <dgm:t>
        <a:bodyPr/>
        <a:lstStyle/>
        <a:p>
          <a:pPr algn="l" rtl="0"/>
          <a:r>
            <a:rPr lang="fr-FR" dirty="0"/>
            <a:t>Objectives:</a:t>
          </a:r>
          <a:r>
            <a:rPr lang="fr-FR" dirty="0">
              <a:latin typeface="Calibri Light" panose="020F0302020204030204"/>
            </a:rPr>
            <a:t> </a:t>
          </a:r>
          <a:endParaRPr lang="en-US" dirty="0"/>
        </a:p>
      </dgm:t>
    </dgm:pt>
    <dgm:pt modelId="{7ABC858E-C068-4319-94FD-3AFA580C5717}" type="parTrans" cxnId="{B3E65CC4-055A-4A73-A355-635732A96EFA}">
      <dgm:prSet/>
      <dgm:spPr/>
      <dgm:t>
        <a:bodyPr/>
        <a:lstStyle/>
        <a:p>
          <a:endParaRPr lang="en-US"/>
        </a:p>
      </dgm:t>
    </dgm:pt>
    <dgm:pt modelId="{52DE869C-0DD0-4C02-8102-627A5EBB6635}" type="sibTrans" cxnId="{B3E65CC4-055A-4A73-A355-635732A96EFA}">
      <dgm:prSet/>
      <dgm:spPr/>
      <dgm:t>
        <a:bodyPr/>
        <a:lstStyle/>
        <a:p>
          <a:endParaRPr lang="en-US"/>
        </a:p>
      </dgm:t>
    </dgm:pt>
    <dgm:pt modelId="{F2DD7DEE-942D-44AD-8835-06B1C9008758}">
      <dgm:prSet/>
      <dgm:spPr/>
      <dgm:t>
        <a:bodyPr/>
        <a:lstStyle/>
        <a:p>
          <a:pPr algn="l">
            <a:lnSpc>
              <a:spcPct val="100000"/>
            </a:lnSpc>
          </a:pPr>
          <a:r>
            <a:rPr lang="fr-FR" dirty="0"/>
            <a:t>To study the impact of the introduction of robotics in the management of operations, which will be carried out from the remote control room and operating room of the site.</a:t>
          </a:r>
          <a:endParaRPr lang="en-US" dirty="0"/>
        </a:p>
      </dgm:t>
    </dgm:pt>
    <dgm:pt modelId="{1686B010-5962-425D-9D23-A282EA1AE5F2}" type="parTrans" cxnId="{31C97774-F1F4-4175-ACAF-B75D4213903C}">
      <dgm:prSet/>
      <dgm:spPr/>
      <dgm:t>
        <a:bodyPr/>
        <a:lstStyle/>
        <a:p>
          <a:endParaRPr lang="en-US"/>
        </a:p>
      </dgm:t>
    </dgm:pt>
    <dgm:pt modelId="{DE298670-D75F-45D2-AA78-E1095F4241F9}" type="sibTrans" cxnId="{31C97774-F1F4-4175-ACAF-B75D4213903C}">
      <dgm:prSet/>
      <dgm:spPr/>
      <dgm:t>
        <a:bodyPr/>
        <a:lstStyle/>
        <a:p>
          <a:endParaRPr lang="en-US"/>
        </a:p>
      </dgm:t>
    </dgm:pt>
    <dgm:pt modelId="{660E5425-7EC4-43CC-8BEE-C695E10F2B54}">
      <dgm:prSet/>
      <dgm:spPr/>
      <dgm:t>
        <a:bodyPr/>
        <a:lstStyle/>
        <a:p>
          <a:pPr algn="l" rtl="0">
            <a:lnSpc>
              <a:spcPct val="100000"/>
            </a:lnSpc>
          </a:pPr>
          <a:r>
            <a:rPr lang="fr-FR" dirty="0"/>
            <a:t>Specify the organization of the new "operating room" entity and identify the skills that the operators of this room must have.</a:t>
          </a:r>
          <a:r>
            <a:rPr lang="fr-FR" dirty="0">
              <a:latin typeface="Calibri Light" panose="020F0302020204030204"/>
            </a:rPr>
            <a:t> </a:t>
          </a:r>
          <a:endParaRPr lang="en-US" dirty="0"/>
        </a:p>
      </dgm:t>
    </dgm:pt>
    <dgm:pt modelId="{C62789FA-12F3-472E-81B4-AEEB9234A864}" type="parTrans" cxnId="{0815B5A0-D3BA-4722-9629-B39B1E62D42F}">
      <dgm:prSet/>
      <dgm:spPr/>
      <dgm:t>
        <a:bodyPr/>
        <a:lstStyle/>
        <a:p>
          <a:endParaRPr lang="en-US"/>
        </a:p>
      </dgm:t>
    </dgm:pt>
    <dgm:pt modelId="{B83CB999-AE98-4AC1-AA97-08916238D0E0}" type="sibTrans" cxnId="{0815B5A0-D3BA-4722-9629-B39B1E62D42F}">
      <dgm:prSet/>
      <dgm:spPr/>
      <dgm:t>
        <a:bodyPr/>
        <a:lstStyle/>
        <a:p>
          <a:endParaRPr lang="en-US"/>
        </a:p>
      </dgm:t>
    </dgm:pt>
    <dgm:pt modelId="{2FEE7497-D4C0-47A3-8FC1-C602D53D9778}">
      <dgm:prSet phldr="0"/>
      <dgm:spPr/>
      <dgm:t>
        <a:bodyPr/>
        <a:lstStyle/>
        <a:p>
          <a:pPr algn="l" rtl="0">
            <a:lnSpc>
              <a:spcPct val="100000"/>
            </a:lnSpc>
          </a:pPr>
          <a:endParaRPr lang="fr-FR" dirty="0"/>
        </a:p>
      </dgm:t>
    </dgm:pt>
    <dgm:pt modelId="{594589D1-B9C2-43D3-A820-B480D62C4279}" type="parTrans" cxnId="{C3934BEA-5DDE-4D7C-B193-D78FAFF5F77C}">
      <dgm:prSet/>
      <dgm:spPr/>
    </dgm:pt>
    <dgm:pt modelId="{5356E2FE-96D3-4BF9-A9FE-E1B0E6A7D487}" type="sibTrans" cxnId="{C3934BEA-5DDE-4D7C-B193-D78FAFF5F77C}">
      <dgm:prSet/>
      <dgm:spPr/>
    </dgm:pt>
    <dgm:pt modelId="{C54C9320-D1DB-4BE4-A4E3-FF0E82FEF59E}">
      <dgm:prSet phldr="0"/>
      <dgm:spPr/>
      <dgm:t>
        <a:bodyPr/>
        <a:lstStyle/>
        <a:p>
          <a:r>
            <a:rPr lang="fr-FR" dirty="0"/>
            <a:t>Facilities </a:t>
          </a:r>
          <a:r>
            <a:rPr lang="fr-FR" dirty="0" err="1"/>
            <a:t>operated</a:t>
          </a:r>
          <a:r>
            <a:rPr lang="fr-FR" dirty="0"/>
            <a:t> by robots, which would be controlled remotely via the operating room.</a:t>
          </a:r>
          <a:endParaRPr lang="en-US" dirty="0"/>
        </a:p>
      </dgm:t>
    </dgm:pt>
    <dgm:pt modelId="{0C6EB63D-7ADE-4B60-B612-6CFB6F0CECD2}" type="parTrans" cxnId="{2476E378-0055-4B9C-A5B9-B6F671B8925A}">
      <dgm:prSet/>
      <dgm:spPr/>
    </dgm:pt>
    <dgm:pt modelId="{B83A474A-EA4A-4BDA-8A1E-92DA73F38C36}" type="sibTrans" cxnId="{2476E378-0055-4B9C-A5B9-B6F671B8925A}">
      <dgm:prSet/>
      <dgm:spPr/>
    </dgm:pt>
    <dgm:pt modelId="{FD504CB4-AF5D-41D9-AEE7-2D3A385F75D8}" type="pres">
      <dgm:prSet presAssocID="{5305714F-C4FF-4C60-810B-E9778E18D9D8}" presName="linear" presStyleCnt="0">
        <dgm:presLayoutVars>
          <dgm:animLvl val="lvl"/>
          <dgm:resizeHandles val="exact"/>
        </dgm:presLayoutVars>
      </dgm:prSet>
      <dgm:spPr/>
    </dgm:pt>
    <dgm:pt modelId="{2CBC038B-133E-4B96-A1AD-AB53C43933BD}" type="pres">
      <dgm:prSet presAssocID="{BD5738D1-AE73-4A35-A5A3-0ED3309A22C1}" presName="parentText" presStyleLbl="node1" presStyleIdx="0" presStyleCnt="3">
        <dgm:presLayoutVars>
          <dgm:chMax val="0"/>
          <dgm:bulletEnabled val="1"/>
        </dgm:presLayoutVars>
      </dgm:prSet>
      <dgm:spPr/>
    </dgm:pt>
    <dgm:pt modelId="{822B61E2-927B-4EB9-AD63-802A5CD56604}" type="pres">
      <dgm:prSet presAssocID="{BD5738D1-AE73-4A35-A5A3-0ED3309A22C1}" presName="childText" presStyleLbl="revTx" presStyleIdx="0" presStyleCnt="2">
        <dgm:presLayoutVars>
          <dgm:bulletEnabled val="1"/>
        </dgm:presLayoutVars>
      </dgm:prSet>
      <dgm:spPr/>
    </dgm:pt>
    <dgm:pt modelId="{852E3F86-9593-4507-99F6-52CD3CF1D730}" type="pres">
      <dgm:prSet presAssocID="{FF3CB67E-5FC8-469C-8CEE-0B42FBB46705}" presName="parentText" presStyleLbl="node1" presStyleIdx="1" presStyleCnt="3" custLinFactNeighborY="2208">
        <dgm:presLayoutVars>
          <dgm:chMax val="0"/>
          <dgm:bulletEnabled val="1"/>
        </dgm:presLayoutVars>
      </dgm:prSet>
      <dgm:spPr/>
    </dgm:pt>
    <dgm:pt modelId="{9B1BA503-890C-4ADD-9DBE-7009F40F4062}" type="pres">
      <dgm:prSet presAssocID="{FF3CB67E-5FC8-469C-8CEE-0B42FBB46705}" presName="childText" presStyleLbl="revTx" presStyleIdx="1" presStyleCnt="2">
        <dgm:presLayoutVars>
          <dgm:bulletEnabled val="1"/>
        </dgm:presLayoutVars>
      </dgm:prSet>
      <dgm:spPr/>
    </dgm:pt>
    <dgm:pt modelId="{5A1464C0-B434-48D0-B9E6-3C674BAA80FD}" type="pres">
      <dgm:prSet presAssocID="{2FEE7497-D4C0-47A3-8FC1-C602D53D9778}" presName="parentText" presStyleLbl="node1" presStyleIdx="2" presStyleCnt="3">
        <dgm:presLayoutVars>
          <dgm:chMax val="0"/>
          <dgm:bulletEnabled val="1"/>
        </dgm:presLayoutVars>
      </dgm:prSet>
      <dgm:spPr/>
    </dgm:pt>
  </dgm:ptLst>
  <dgm:cxnLst>
    <dgm:cxn modelId="{876FA127-38C0-45FA-B846-7042A1EBC9F8}" srcId="{BD5738D1-AE73-4A35-A5A3-0ED3309A22C1}" destId="{41FBC65B-2D0E-46FC-A67D-D501B44806D5}" srcOrd="1" destOrd="0" parTransId="{7BD6C3E2-4A66-495E-B899-6EF31768A6CF}" sibTransId="{D5DF2B2F-5D72-40BD-A2CB-5BD572FE32F9}"/>
    <dgm:cxn modelId="{3191CB2E-FD5F-48B6-B9AC-8BFEF618EDD6}" srcId="{BD5738D1-AE73-4A35-A5A3-0ED3309A22C1}" destId="{E6173BCF-B32F-4D59-85E2-04B005E44D3A}" srcOrd="4" destOrd="0" parTransId="{FAAF18D6-A071-4DC4-A8A6-D63E4386BC36}" sibTransId="{F31EBA96-B870-40F6-B930-76FB1656C430}"/>
    <dgm:cxn modelId="{76D67436-D566-435B-8C92-B68179860F25}" type="presOf" srcId="{5305714F-C4FF-4C60-810B-E9778E18D9D8}" destId="{FD504CB4-AF5D-41D9-AEE7-2D3A385F75D8}" srcOrd="0" destOrd="0" presId="urn:microsoft.com/office/officeart/2005/8/layout/vList2"/>
    <dgm:cxn modelId="{DB29CB3B-EF12-4254-A015-CB998284D1C7}" type="presOf" srcId="{41FBC65B-2D0E-46FC-A67D-D501B44806D5}" destId="{822B61E2-927B-4EB9-AD63-802A5CD56604}" srcOrd="0" destOrd="1" presId="urn:microsoft.com/office/officeart/2005/8/layout/vList2"/>
    <dgm:cxn modelId="{3F86B63D-495C-4DD2-A027-FE5E5C4B3D02}" srcId="{BD5738D1-AE73-4A35-A5A3-0ED3309A22C1}" destId="{A83C0B8A-B7CF-40B3-B148-97171A3CE095}" srcOrd="2" destOrd="0" parTransId="{5182F2FD-35B6-434C-B1AA-4D4134E32346}" sibTransId="{BEE31C00-ABCA-4AA5-A841-14AE31C0C08F}"/>
    <dgm:cxn modelId="{0294C865-9210-42A9-81B7-AF2DAB9A4000}" type="presOf" srcId="{F2DD7DEE-942D-44AD-8835-06B1C9008758}" destId="{9B1BA503-890C-4ADD-9DBE-7009F40F4062}" srcOrd="0" destOrd="0" presId="urn:microsoft.com/office/officeart/2005/8/layout/vList2"/>
    <dgm:cxn modelId="{E36C5E73-4EB0-4CB2-B446-8EF8299D182D}" srcId="{BD5738D1-AE73-4A35-A5A3-0ED3309A22C1}" destId="{6972D520-2B7A-4630-ADDF-1D2A38DE5E2E}" srcOrd="3" destOrd="0" parTransId="{93DDC099-FAB9-478F-AD1F-F0E185E827EF}" sibTransId="{9B6BD666-3819-4451-90BF-B9200373FFE7}"/>
    <dgm:cxn modelId="{31C97774-F1F4-4175-ACAF-B75D4213903C}" srcId="{FF3CB67E-5FC8-469C-8CEE-0B42FBB46705}" destId="{F2DD7DEE-942D-44AD-8835-06B1C9008758}" srcOrd="0" destOrd="0" parTransId="{1686B010-5962-425D-9D23-A282EA1AE5F2}" sibTransId="{DE298670-D75F-45D2-AA78-E1095F4241F9}"/>
    <dgm:cxn modelId="{E6C48F74-C92C-4317-BBAA-68F723B2C1B1}" type="presOf" srcId="{C54C9320-D1DB-4BE4-A4E3-FF0E82FEF59E}" destId="{822B61E2-927B-4EB9-AD63-802A5CD56604}" srcOrd="0" destOrd="0" presId="urn:microsoft.com/office/officeart/2005/8/layout/vList2"/>
    <dgm:cxn modelId="{2476E378-0055-4B9C-A5B9-B6F671B8925A}" srcId="{BD5738D1-AE73-4A35-A5A3-0ED3309A22C1}" destId="{C54C9320-D1DB-4BE4-A4E3-FF0E82FEF59E}" srcOrd="0" destOrd="0" parTransId="{0C6EB63D-7ADE-4B60-B612-6CFB6F0CECD2}" sibTransId="{B83A474A-EA4A-4BDA-8A1E-92DA73F38C36}"/>
    <dgm:cxn modelId="{08696081-E550-444D-816F-00DCB0EDB498}" type="presOf" srcId="{6972D520-2B7A-4630-ADDF-1D2A38DE5E2E}" destId="{822B61E2-927B-4EB9-AD63-802A5CD56604}" srcOrd="0" destOrd="3" presId="urn:microsoft.com/office/officeart/2005/8/layout/vList2"/>
    <dgm:cxn modelId="{4D649A9C-2A0A-40B3-8160-CEEF9A42A8EF}" type="presOf" srcId="{BD5738D1-AE73-4A35-A5A3-0ED3309A22C1}" destId="{2CBC038B-133E-4B96-A1AD-AB53C43933BD}" srcOrd="0" destOrd="0" presId="urn:microsoft.com/office/officeart/2005/8/layout/vList2"/>
    <dgm:cxn modelId="{9A64A39C-5865-43D9-8C9D-86DDDAC9A398}" type="presOf" srcId="{E6173BCF-B32F-4D59-85E2-04B005E44D3A}" destId="{822B61E2-927B-4EB9-AD63-802A5CD56604}" srcOrd="0" destOrd="4" presId="urn:microsoft.com/office/officeart/2005/8/layout/vList2"/>
    <dgm:cxn modelId="{E4DD549F-19E9-4897-AE58-64C34C09A229}" type="presOf" srcId="{2FEE7497-D4C0-47A3-8FC1-C602D53D9778}" destId="{5A1464C0-B434-48D0-B9E6-3C674BAA80FD}" srcOrd="0" destOrd="0" presId="urn:microsoft.com/office/officeart/2005/8/layout/vList2"/>
    <dgm:cxn modelId="{0815B5A0-D3BA-4722-9629-B39B1E62D42F}" srcId="{FF3CB67E-5FC8-469C-8CEE-0B42FBB46705}" destId="{660E5425-7EC4-43CC-8BEE-C695E10F2B54}" srcOrd="1" destOrd="0" parTransId="{C62789FA-12F3-472E-81B4-AEEB9234A864}" sibTransId="{B83CB999-AE98-4AC1-AA97-08916238D0E0}"/>
    <dgm:cxn modelId="{FF991CB2-B29D-4B83-BFAB-021BF53EFDA2}" type="presOf" srcId="{660E5425-7EC4-43CC-8BEE-C695E10F2B54}" destId="{9B1BA503-890C-4ADD-9DBE-7009F40F4062}" srcOrd="0" destOrd="1" presId="urn:microsoft.com/office/officeart/2005/8/layout/vList2"/>
    <dgm:cxn modelId="{B3E65CC4-055A-4A73-A355-635732A96EFA}" srcId="{5305714F-C4FF-4C60-810B-E9778E18D9D8}" destId="{FF3CB67E-5FC8-469C-8CEE-0B42FBB46705}" srcOrd="1" destOrd="0" parTransId="{7ABC858E-C068-4319-94FD-3AFA580C5717}" sibTransId="{52DE869C-0DD0-4C02-8102-627A5EBB6635}"/>
    <dgm:cxn modelId="{92135AC8-14B2-43B2-B13D-E208676B8C6F}" type="presOf" srcId="{FF3CB67E-5FC8-469C-8CEE-0B42FBB46705}" destId="{852E3F86-9593-4507-99F6-52CD3CF1D730}" srcOrd="0" destOrd="0" presId="urn:microsoft.com/office/officeart/2005/8/layout/vList2"/>
    <dgm:cxn modelId="{DED2F8E8-F2B9-4530-AA54-A713E85DC276}" srcId="{5305714F-C4FF-4C60-810B-E9778E18D9D8}" destId="{BD5738D1-AE73-4A35-A5A3-0ED3309A22C1}" srcOrd="0" destOrd="0" parTransId="{596A362D-3662-4839-A169-8185A5AFD131}" sibTransId="{862E2939-3E99-49DF-830A-D29679907CE8}"/>
    <dgm:cxn modelId="{C3934BEA-5DDE-4D7C-B193-D78FAFF5F77C}" srcId="{5305714F-C4FF-4C60-810B-E9778E18D9D8}" destId="{2FEE7497-D4C0-47A3-8FC1-C602D53D9778}" srcOrd="2" destOrd="0" parTransId="{594589D1-B9C2-43D3-A820-B480D62C4279}" sibTransId="{5356E2FE-96D3-4BF9-A9FE-E1B0E6A7D487}"/>
    <dgm:cxn modelId="{8D594CEE-E2B8-4361-9E6E-0E2A50316C92}" type="presOf" srcId="{A83C0B8A-B7CF-40B3-B148-97171A3CE095}" destId="{822B61E2-927B-4EB9-AD63-802A5CD56604}" srcOrd="0" destOrd="2" presId="urn:microsoft.com/office/officeart/2005/8/layout/vList2"/>
    <dgm:cxn modelId="{78E85AA6-A4A7-439F-87B6-6BCFEAA84BEC}" type="presParOf" srcId="{FD504CB4-AF5D-41D9-AEE7-2D3A385F75D8}" destId="{2CBC038B-133E-4B96-A1AD-AB53C43933BD}" srcOrd="0" destOrd="0" presId="urn:microsoft.com/office/officeart/2005/8/layout/vList2"/>
    <dgm:cxn modelId="{07FC7A21-3F32-465D-A571-DA4305E69354}" type="presParOf" srcId="{FD504CB4-AF5D-41D9-AEE7-2D3A385F75D8}" destId="{822B61E2-927B-4EB9-AD63-802A5CD56604}" srcOrd="1" destOrd="0" presId="urn:microsoft.com/office/officeart/2005/8/layout/vList2"/>
    <dgm:cxn modelId="{69E76CE3-2B5C-41CE-9A19-AA11E1784F92}" type="presParOf" srcId="{FD504CB4-AF5D-41D9-AEE7-2D3A385F75D8}" destId="{852E3F86-9593-4507-99F6-52CD3CF1D730}" srcOrd="2" destOrd="0" presId="urn:microsoft.com/office/officeart/2005/8/layout/vList2"/>
    <dgm:cxn modelId="{8F9EE169-1E6A-4AB9-9102-CCBCD7FFFC31}" type="presParOf" srcId="{FD504CB4-AF5D-41D9-AEE7-2D3A385F75D8}" destId="{9B1BA503-890C-4ADD-9DBE-7009F40F4062}" srcOrd="3" destOrd="0" presId="urn:microsoft.com/office/officeart/2005/8/layout/vList2"/>
    <dgm:cxn modelId="{E73630AA-A35B-47DF-8867-B65C4AB2BBFA}" type="presParOf" srcId="{FD504CB4-AF5D-41D9-AEE7-2D3A385F75D8}" destId="{5A1464C0-B434-48D0-B9E6-3C674BAA80FD}"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BC038B-133E-4B96-A1AD-AB53C43933BD}">
      <dsp:nvSpPr>
        <dsp:cNvPr id="0" name=""/>
        <dsp:cNvSpPr/>
      </dsp:nvSpPr>
      <dsp:spPr>
        <a:xfrm>
          <a:off x="0" y="49900"/>
          <a:ext cx="4457700" cy="3837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fr-FR" sz="1600" kern="1200" dirty="0" err="1">
              <a:latin typeface="Calibri Light" panose="020F0302020204030204"/>
            </a:rPr>
            <a:t>Redesign</a:t>
          </a:r>
          <a:r>
            <a:rPr lang="fr-FR" sz="1600" kern="1200" dirty="0">
              <a:latin typeface="Calibri Light" panose="020F0302020204030204"/>
            </a:rPr>
            <a:t> of the organization </a:t>
          </a:r>
          <a:r>
            <a:rPr lang="fr-FR" sz="1600" kern="1200" dirty="0"/>
            <a:t>of the platforms </a:t>
          </a:r>
          <a:endParaRPr lang="en-US" sz="1600" kern="1200" dirty="0">
            <a:latin typeface="Calibri Light" panose="020F0302020204030204"/>
          </a:endParaRPr>
        </a:p>
      </dsp:txBody>
      <dsp:txXfrm>
        <a:off x="18734" y="68634"/>
        <a:ext cx="4420232" cy="346292"/>
      </dsp:txXfrm>
    </dsp:sp>
    <dsp:sp modelId="{822B61E2-927B-4EB9-AD63-802A5CD56604}">
      <dsp:nvSpPr>
        <dsp:cNvPr id="0" name=""/>
        <dsp:cNvSpPr/>
      </dsp:nvSpPr>
      <dsp:spPr>
        <a:xfrm>
          <a:off x="0" y="433660"/>
          <a:ext cx="4457700" cy="225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32"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fr-FR" sz="1200" kern="1200" dirty="0"/>
            <a:t>Facilities </a:t>
          </a:r>
          <a:r>
            <a:rPr lang="fr-FR" sz="1200" kern="1200" dirty="0" err="1"/>
            <a:t>operated</a:t>
          </a:r>
          <a:r>
            <a:rPr lang="fr-FR" sz="1200" kern="1200" dirty="0"/>
            <a:t> by robots, which would be controlled remotely via the operating room.</a:t>
          </a:r>
          <a:endParaRPr lang="en-US" sz="1200" kern="1200" dirty="0"/>
        </a:p>
        <a:p>
          <a:pPr marL="114300" lvl="1" indent="-114300" algn="l" defTabSz="533400">
            <a:lnSpc>
              <a:spcPct val="100000"/>
            </a:lnSpc>
            <a:spcBef>
              <a:spcPct val="0"/>
            </a:spcBef>
            <a:spcAft>
              <a:spcPct val="20000"/>
            </a:spcAft>
            <a:buChar char="•"/>
          </a:pPr>
          <a:r>
            <a:rPr lang="fr-FR" sz="1200" kern="1200" dirty="0"/>
            <a:t>Operating room </a:t>
          </a:r>
          <a:r>
            <a:rPr lang="fr-FR" sz="1200" kern="1200" dirty="0" err="1"/>
            <a:t>next</a:t>
          </a:r>
          <a:r>
            <a:rPr lang="fr-FR" sz="1200" kern="1200" dirty="0"/>
            <a:t> to the existing control room, which would also become remote.</a:t>
          </a:r>
          <a:endParaRPr lang="en-US" sz="1200" kern="1200" dirty="0"/>
        </a:p>
        <a:p>
          <a:pPr marL="114300" lvl="1" indent="-114300" algn="l" defTabSz="533400">
            <a:lnSpc>
              <a:spcPct val="100000"/>
            </a:lnSpc>
            <a:spcBef>
              <a:spcPct val="0"/>
            </a:spcBef>
            <a:spcAft>
              <a:spcPct val="20000"/>
            </a:spcAft>
            <a:buChar char="•"/>
          </a:pPr>
          <a:r>
            <a:rPr lang="fr-FR" sz="1200" kern="1200" dirty="0"/>
            <a:t>No need for continuous human presence.</a:t>
          </a:r>
          <a:endParaRPr lang="en-US" sz="1200" kern="1200" dirty="0"/>
        </a:p>
        <a:p>
          <a:pPr marL="114300" lvl="1" indent="-114300" algn="l" defTabSz="533400">
            <a:lnSpc>
              <a:spcPct val="100000"/>
            </a:lnSpc>
            <a:spcBef>
              <a:spcPct val="0"/>
            </a:spcBef>
            <a:spcAft>
              <a:spcPct val="20000"/>
            </a:spcAft>
            <a:buChar char="•"/>
          </a:pPr>
          <a:r>
            <a:rPr lang="fr-FR" sz="1200" kern="1200" dirty="0"/>
            <a:t>From the operating room, remote supervision and coordination of the robots by the operators. The robots would autonomously perform the activities that field operators used to do on the installations: routine tasks, maintenance, emergency operations.</a:t>
          </a:r>
          <a:endParaRPr lang="en-US" sz="1200" kern="1200" dirty="0"/>
        </a:p>
        <a:p>
          <a:pPr marL="114300" lvl="1" indent="-114300" algn="l" defTabSz="533400">
            <a:lnSpc>
              <a:spcPct val="100000"/>
            </a:lnSpc>
            <a:spcBef>
              <a:spcPct val="0"/>
            </a:spcBef>
            <a:spcAft>
              <a:spcPct val="20000"/>
            </a:spcAft>
            <a:buChar char="•"/>
          </a:pPr>
          <a:r>
            <a:rPr lang="fr-FR" sz="1200" kern="1200" dirty="0"/>
            <a:t>Human interventions limited to short-term maintenance campaigns.</a:t>
          </a:r>
          <a:endParaRPr lang="en-US" sz="1200" kern="1200" dirty="0"/>
        </a:p>
      </dsp:txBody>
      <dsp:txXfrm>
        <a:off x="0" y="433660"/>
        <a:ext cx="4457700" cy="2252160"/>
      </dsp:txXfrm>
    </dsp:sp>
    <dsp:sp modelId="{852E3F86-9593-4507-99F6-52CD3CF1D730}">
      <dsp:nvSpPr>
        <dsp:cNvPr id="0" name=""/>
        <dsp:cNvSpPr/>
      </dsp:nvSpPr>
      <dsp:spPr>
        <a:xfrm>
          <a:off x="0" y="2711415"/>
          <a:ext cx="4457700" cy="3837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fr-FR" sz="1600" kern="1200" dirty="0"/>
            <a:t>Objectives:</a:t>
          </a:r>
          <a:r>
            <a:rPr lang="fr-FR" sz="1600" kern="1200" dirty="0">
              <a:latin typeface="Calibri Light" panose="020F0302020204030204"/>
            </a:rPr>
            <a:t> </a:t>
          </a:r>
          <a:endParaRPr lang="en-US" sz="1600" kern="1200" dirty="0"/>
        </a:p>
      </dsp:txBody>
      <dsp:txXfrm>
        <a:off x="18734" y="2730149"/>
        <a:ext cx="4420232" cy="346292"/>
      </dsp:txXfrm>
    </dsp:sp>
    <dsp:sp modelId="{9B1BA503-890C-4ADD-9DBE-7009F40F4062}">
      <dsp:nvSpPr>
        <dsp:cNvPr id="0" name=""/>
        <dsp:cNvSpPr/>
      </dsp:nvSpPr>
      <dsp:spPr>
        <a:xfrm>
          <a:off x="0" y="3069580"/>
          <a:ext cx="4457700" cy="1159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32" tIns="20320" rIns="113792" bIns="20320" numCol="1" spcCol="1270" anchor="t" anchorCtr="0">
          <a:noAutofit/>
        </a:bodyPr>
        <a:lstStyle/>
        <a:p>
          <a:pPr marL="114300" lvl="1" indent="-114300" algn="l" defTabSz="533400">
            <a:lnSpc>
              <a:spcPct val="100000"/>
            </a:lnSpc>
            <a:spcBef>
              <a:spcPct val="0"/>
            </a:spcBef>
            <a:spcAft>
              <a:spcPct val="20000"/>
            </a:spcAft>
            <a:buChar char="•"/>
          </a:pPr>
          <a:r>
            <a:rPr lang="fr-FR" sz="1200" kern="1200" dirty="0"/>
            <a:t>To study the impact of the introduction of robotics in the management of operations, which will be carried out from the remote control room and operating room of the site.</a:t>
          </a:r>
          <a:endParaRPr lang="en-US" sz="1200" kern="1200" dirty="0"/>
        </a:p>
        <a:p>
          <a:pPr marL="114300" lvl="1" indent="-114300" algn="l" defTabSz="533400" rtl="0">
            <a:lnSpc>
              <a:spcPct val="100000"/>
            </a:lnSpc>
            <a:spcBef>
              <a:spcPct val="0"/>
            </a:spcBef>
            <a:spcAft>
              <a:spcPct val="20000"/>
            </a:spcAft>
            <a:buChar char="•"/>
          </a:pPr>
          <a:r>
            <a:rPr lang="fr-FR" sz="1200" kern="1200" dirty="0"/>
            <a:t>Specify the organization of the new "operating room" entity and identify the skills that the operators of this room must have.</a:t>
          </a:r>
          <a:r>
            <a:rPr lang="fr-FR" sz="1200" kern="1200" dirty="0">
              <a:latin typeface="Calibri Light" panose="020F0302020204030204"/>
            </a:rPr>
            <a:t> </a:t>
          </a:r>
          <a:endParaRPr lang="en-US" sz="1200" kern="1200" dirty="0"/>
        </a:p>
      </dsp:txBody>
      <dsp:txXfrm>
        <a:off x="0" y="3069580"/>
        <a:ext cx="4457700" cy="1159200"/>
      </dsp:txXfrm>
    </dsp:sp>
    <dsp:sp modelId="{5A1464C0-B434-48D0-B9E6-3C674BAA80FD}">
      <dsp:nvSpPr>
        <dsp:cNvPr id="0" name=""/>
        <dsp:cNvSpPr/>
      </dsp:nvSpPr>
      <dsp:spPr>
        <a:xfrm>
          <a:off x="0" y="4228780"/>
          <a:ext cx="4457700" cy="3837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100000"/>
            </a:lnSpc>
            <a:spcBef>
              <a:spcPct val="0"/>
            </a:spcBef>
            <a:spcAft>
              <a:spcPct val="35000"/>
            </a:spcAft>
            <a:buNone/>
          </a:pPr>
          <a:endParaRPr lang="fr-FR" sz="1600" kern="1200" dirty="0"/>
        </a:p>
      </dsp:txBody>
      <dsp:txXfrm>
        <a:off x="18734" y="4247514"/>
        <a:ext cx="4420232"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27363" cy="463550"/>
          </a:xfrm>
          <a:prstGeom prst="rect">
            <a:avLst/>
          </a:prstGeom>
        </p:spPr>
        <p:txBody>
          <a:bodyPr vert="horz" lIns="91029" tIns="45514" rIns="91029" bIns="45514" rtlCol="0"/>
          <a:lstStyle>
            <a:lvl1pPr algn="l">
              <a:defRPr sz="1200"/>
            </a:lvl1pPr>
          </a:lstStyle>
          <a:p>
            <a:endParaRPr lang="en-US"/>
          </a:p>
        </p:txBody>
      </p:sp>
      <p:sp>
        <p:nvSpPr>
          <p:cNvPr id="3" name="Date Placeholder 2"/>
          <p:cNvSpPr>
            <a:spLocks noGrp="1"/>
          </p:cNvSpPr>
          <p:nvPr>
            <p:ph type="dt" sz="quarter" idx="1"/>
          </p:nvPr>
        </p:nvSpPr>
        <p:spPr>
          <a:xfrm>
            <a:off x="3956052" y="0"/>
            <a:ext cx="3027363" cy="463550"/>
          </a:xfrm>
          <a:prstGeom prst="rect">
            <a:avLst/>
          </a:prstGeom>
        </p:spPr>
        <p:txBody>
          <a:bodyPr vert="horz" lIns="91029" tIns="45514" rIns="91029" bIns="45514" rtlCol="0"/>
          <a:lstStyle>
            <a:lvl1pPr algn="r">
              <a:defRPr sz="1200"/>
            </a:lvl1pPr>
          </a:lstStyle>
          <a:p>
            <a:fld id="{148E5A2D-7A34-412F-8E9B-EF8BA45F9F34}" type="datetime1">
              <a:rPr lang="en-US" smtClean="0"/>
              <a:t>6/18/26</a:t>
            </a:fld>
            <a:endParaRPr lang="en-US"/>
          </a:p>
        </p:txBody>
      </p:sp>
      <p:sp>
        <p:nvSpPr>
          <p:cNvPr id="4" name="Footer Placeholder 3"/>
          <p:cNvSpPr>
            <a:spLocks noGrp="1"/>
          </p:cNvSpPr>
          <p:nvPr>
            <p:ph type="ftr" sz="quarter" idx="2"/>
          </p:nvPr>
        </p:nvSpPr>
        <p:spPr>
          <a:xfrm>
            <a:off x="2" y="8818563"/>
            <a:ext cx="3027363" cy="463550"/>
          </a:xfrm>
          <a:prstGeom prst="rect">
            <a:avLst/>
          </a:prstGeom>
        </p:spPr>
        <p:txBody>
          <a:bodyPr vert="horz" lIns="91029" tIns="45514" rIns="91029" bIns="45514" rtlCol="0" anchor="b"/>
          <a:lstStyle>
            <a:lvl1pPr algn="l">
              <a:defRPr sz="1200"/>
            </a:lvl1pPr>
          </a:lstStyle>
          <a:p>
            <a:r>
              <a:rPr lang="en-US" dirty="0" err="1"/>
              <a:t>INCOSE.org</a:t>
            </a:r>
            <a:endParaRPr lang="en-US" dirty="0"/>
          </a:p>
        </p:txBody>
      </p:sp>
      <p:sp>
        <p:nvSpPr>
          <p:cNvPr id="5" name="Slide Number Placeholder 4"/>
          <p:cNvSpPr>
            <a:spLocks noGrp="1"/>
          </p:cNvSpPr>
          <p:nvPr>
            <p:ph type="sldNum" sz="quarter" idx="3"/>
          </p:nvPr>
        </p:nvSpPr>
        <p:spPr>
          <a:xfrm>
            <a:off x="3956052" y="8818563"/>
            <a:ext cx="3027363" cy="463550"/>
          </a:xfrm>
          <a:prstGeom prst="rect">
            <a:avLst/>
          </a:prstGeom>
        </p:spPr>
        <p:txBody>
          <a:bodyPr vert="horz" lIns="91029" tIns="45514" rIns="91029" bIns="45514" rtlCol="0" anchor="b"/>
          <a:lstStyle>
            <a:lvl1pPr algn="r">
              <a:defRPr sz="1200"/>
            </a:lvl1pPr>
          </a:lstStyle>
          <a:p>
            <a:fld id="{5C665FA2-C151-4662-A2E4-7CE245007D67}" type="slidenum">
              <a:rPr lang="en-US" smtClean="0"/>
              <a:t>‹#›</a:t>
            </a:fld>
            <a:endParaRPr lang="en-US"/>
          </a:p>
        </p:txBody>
      </p:sp>
    </p:spTree>
    <p:extLst>
      <p:ext uri="{BB962C8B-B14F-4D97-AF65-F5344CB8AC3E}">
        <p14:creationId xmlns:p14="http://schemas.microsoft.com/office/powerpoint/2010/main" val="2579845493"/>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26833" cy="464185"/>
          </a:xfrm>
          <a:prstGeom prst="rect">
            <a:avLst/>
          </a:prstGeom>
        </p:spPr>
        <p:txBody>
          <a:bodyPr vert="horz" lIns="92540" tIns="46270" rIns="92540" bIns="46270" rtlCol="0"/>
          <a:lstStyle>
            <a:lvl1pPr algn="l">
              <a:defRPr sz="1200"/>
            </a:lvl1pPr>
          </a:lstStyle>
          <a:p>
            <a:endParaRPr lang="en-US"/>
          </a:p>
        </p:txBody>
      </p:sp>
      <p:sp>
        <p:nvSpPr>
          <p:cNvPr id="3" name="Date Placeholder 2"/>
          <p:cNvSpPr>
            <a:spLocks noGrp="1"/>
          </p:cNvSpPr>
          <p:nvPr>
            <p:ph type="dt" idx="1"/>
          </p:nvPr>
        </p:nvSpPr>
        <p:spPr>
          <a:xfrm>
            <a:off x="3956552" y="0"/>
            <a:ext cx="3026833" cy="464185"/>
          </a:xfrm>
          <a:prstGeom prst="rect">
            <a:avLst/>
          </a:prstGeom>
        </p:spPr>
        <p:txBody>
          <a:bodyPr vert="horz" lIns="92540" tIns="46270" rIns="92540" bIns="46270" rtlCol="0"/>
          <a:lstStyle>
            <a:lvl1pPr algn="r">
              <a:defRPr sz="1200"/>
            </a:lvl1pPr>
          </a:lstStyle>
          <a:p>
            <a:fld id="{5F334CC7-3019-4315-A940-28CE5A6B4904}" type="datetime1">
              <a:rPr lang="en-US" smtClean="0"/>
              <a:t>6/17/26</a:t>
            </a:fld>
            <a:endParaRPr lang="en-US"/>
          </a:p>
        </p:txBody>
      </p:sp>
      <p:sp>
        <p:nvSpPr>
          <p:cNvPr id="4" name="Slide Image Placeholder 3"/>
          <p:cNvSpPr>
            <a:spLocks noGrp="1" noRot="1" noChangeAspect="1"/>
          </p:cNvSpPr>
          <p:nvPr>
            <p:ph type="sldImg" idx="2"/>
          </p:nvPr>
        </p:nvSpPr>
        <p:spPr>
          <a:xfrm>
            <a:off x="398463" y="696913"/>
            <a:ext cx="6188075" cy="3481387"/>
          </a:xfrm>
          <a:prstGeom prst="rect">
            <a:avLst/>
          </a:prstGeom>
          <a:noFill/>
          <a:ln w="12700">
            <a:solidFill>
              <a:prstClr val="black"/>
            </a:solidFill>
          </a:ln>
        </p:spPr>
        <p:txBody>
          <a:bodyPr vert="horz" lIns="92540" tIns="46270" rIns="92540" bIns="46270" rtlCol="0" anchor="ctr"/>
          <a:lstStyle/>
          <a:p>
            <a:endParaRPr lang="en-US"/>
          </a:p>
        </p:txBody>
      </p:sp>
      <p:sp>
        <p:nvSpPr>
          <p:cNvPr id="5" name="Notes Placeholder 4"/>
          <p:cNvSpPr>
            <a:spLocks noGrp="1"/>
          </p:cNvSpPr>
          <p:nvPr>
            <p:ph type="body" sz="quarter" idx="3"/>
          </p:nvPr>
        </p:nvSpPr>
        <p:spPr>
          <a:xfrm>
            <a:off x="698500" y="4409759"/>
            <a:ext cx="5588000" cy="4177665"/>
          </a:xfrm>
          <a:prstGeom prst="rect">
            <a:avLst/>
          </a:prstGeom>
        </p:spPr>
        <p:txBody>
          <a:bodyPr vert="horz" lIns="92540" tIns="46270" rIns="92540" bIns="4627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8817904"/>
            <a:ext cx="3026833" cy="464185"/>
          </a:xfrm>
          <a:prstGeom prst="rect">
            <a:avLst/>
          </a:prstGeom>
        </p:spPr>
        <p:txBody>
          <a:bodyPr vert="horz" lIns="92540" tIns="46270" rIns="92540" bIns="46270" rtlCol="0" anchor="b"/>
          <a:lstStyle>
            <a:lvl1pPr algn="l">
              <a:defRPr sz="1200"/>
            </a:lvl1pPr>
          </a:lstStyle>
          <a:p>
            <a:r>
              <a:rPr lang="en-US" dirty="0" err="1"/>
              <a:t>INCOSE.org</a:t>
            </a:r>
            <a:endParaRPr lang="en-US" dirty="0"/>
          </a:p>
        </p:txBody>
      </p:sp>
      <p:sp>
        <p:nvSpPr>
          <p:cNvPr id="7" name="Slide Number Placeholder 6"/>
          <p:cNvSpPr>
            <a:spLocks noGrp="1"/>
          </p:cNvSpPr>
          <p:nvPr>
            <p:ph type="sldNum" sz="quarter" idx="5"/>
          </p:nvPr>
        </p:nvSpPr>
        <p:spPr>
          <a:xfrm>
            <a:off x="3956552" y="8817904"/>
            <a:ext cx="3026833" cy="464185"/>
          </a:xfrm>
          <a:prstGeom prst="rect">
            <a:avLst/>
          </a:prstGeom>
        </p:spPr>
        <p:txBody>
          <a:bodyPr vert="horz" lIns="92540" tIns="46270" rIns="92540" bIns="46270" rtlCol="0" anchor="b"/>
          <a:lstStyle>
            <a:lvl1pPr algn="r">
              <a:defRPr sz="1200"/>
            </a:lvl1pPr>
          </a:lstStyle>
          <a:p>
            <a:fld id="{F55EC67E-402D-4FA6-937E-816E25842894}" type="slidenum">
              <a:rPr lang="en-US" smtClean="0"/>
              <a:t>‹#›</a:t>
            </a:fld>
            <a:endParaRPr lang="en-US"/>
          </a:p>
        </p:txBody>
      </p:sp>
    </p:spTree>
    <p:extLst>
      <p:ext uri="{BB962C8B-B14F-4D97-AF65-F5344CB8AC3E}">
        <p14:creationId xmlns:p14="http://schemas.microsoft.com/office/powerpoint/2010/main" val="2677741102"/>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ECEA-2F98-B68B-D5C9-E3E067F46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470F8-A3C2-832E-61EC-DA1A38644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BBEBE-673D-1DE6-4832-BFFCBCDA88E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C60D647F-81BD-2AD5-07F3-F315C92926E9}"/>
              </a:ext>
            </a:extLst>
          </p:cNvPr>
          <p:cNvSpPr>
            <a:spLocks noGrp="1"/>
          </p:cNvSpPr>
          <p:nvPr>
            <p:ph type="ftr" sz="quarter" idx="4"/>
          </p:nvPr>
        </p:nvSpPr>
        <p:spPr/>
        <p:txBody>
          <a:bodyPr/>
          <a:lstStyle/>
          <a:p>
            <a:r>
              <a:rPr lang="en-US"/>
              <a:t>Slalom</a:t>
            </a:r>
          </a:p>
        </p:txBody>
      </p:sp>
    </p:spTree>
    <p:extLst>
      <p:ext uri="{BB962C8B-B14F-4D97-AF65-F5344CB8AC3E}">
        <p14:creationId xmlns:p14="http://schemas.microsoft.com/office/powerpoint/2010/main" val="4193855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Something out of the matrix</a:t>
            </a:r>
          </a:p>
          <a:p>
            <a:endParaRPr lang="en-AU" dirty="0"/>
          </a:p>
          <a:p>
            <a:r>
              <a:rPr lang="en-AU" dirty="0"/>
              <a:t>Isn’t the human part of the system?</a:t>
            </a:r>
          </a:p>
          <a:p>
            <a:endParaRPr lang="en-AU" dirty="0"/>
          </a:p>
          <a:p>
            <a:endParaRPr lang="en-AU" dirty="0"/>
          </a:p>
        </p:txBody>
      </p:sp>
      <p:sp>
        <p:nvSpPr>
          <p:cNvPr id="4" name="Slide Number Placeholder 3"/>
          <p:cNvSpPr>
            <a:spLocks noGrp="1"/>
          </p:cNvSpPr>
          <p:nvPr>
            <p:ph type="sldNum" sz="quarter" idx="5"/>
          </p:nvPr>
        </p:nvSpPr>
        <p:spPr/>
        <p:txBody>
          <a:bodyPr/>
          <a:lstStyle/>
          <a:p>
            <a:fld id="{B9E57D2E-A316-4AD5-B177-66F3315D4555}" type="slidenum">
              <a:rPr lang="en-AU" smtClean="0"/>
              <a:t>10</a:t>
            </a:fld>
            <a:endParaRPr lang="en-AU"/>
          </a:p>
        </p:txBody>
      </p:sp>
    </p:spTree>
    <p:extLst>
      <p:ext uri="{BB962C8B-B14F-4D97-AF65-F5344CB8AC3E}">
        <p14:creationId xmlns:p14="http://schemas.microsoft.com/office/powerpoint/2010/main" val="3945622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695CF-D353-2623-3AAA-4519879F3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4B32B-5FBE-4BDC-00C5-BC339A224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CED4A-7EBA-1B2F-84CE-50EC9FB337FB}"/>
              </a:ext>
            </a:extLst>
          </p:cNvPr>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Performance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Optimise</a:t>
            </a:r>
            <a:r>
              <a:rPr lang="en-US" sz="1200" b="0" i="0" kern="1200" dirty="0">
                <a:solidFill>
                  <a:schemeClr val="tx1"/>
                </a:solidFill>
                <a:effectLst/>
                <a:latin typeface="+mn-lt"/>
                <a:ea typeface="+mn-ea"/>
                <a:cs typeface="+mn-cs"/>
              </a:rPr>
              <a:t> the whole sociotechnical system — not just the hardware or software.</a:t>
            </a:r>
          </a:p>
          <a:p>
            <a:pPr fontAlgn="base"/>
            <a:r>
              <a:rPr lang="en-US" sz="1200" b="1" i="0" kern="1200" dirty="0">
                <a:solidFill>
                  <a:schemeClr val="tx1"/>
                </a:solidFill>
                <a:effectLst/>
                <a:latin typeface="+mn-lt"/>
                <a:ea typeface="+mn-ea"/>
                <a:cs typeface="+mn-cs"/>
              </a:rPr>
              <a:t>Risk</a:t>
            </a:r>
            <a:r>
              <a:rPr lang="en-US" sz="1200" b="0" i="0" kern="1200" dirty="0">
                <a:solidFill>
                  <a:schemeClr val="tx1"/>
                </a:solidFill>
                <a:effectLst/>
                <a:latin typeface="+mn-lt"/>
                <a:ea typeface="+mn-ea"/>
                <a:cs typeface="+mn-cs"/>
              </a:rPr>
              <a:t> Catch human-related issues early. Safety incidents, health damage, and loss of life are all HSI failures with legal, ethical, and financial consequences.</a:t>
            </a:r>
          </a:p>
          <a:p>
            <a:pPr fontAlgn="base"/>
            <a:r>
              <a:rPr lang="en-US" sz="1200" b="1" i="0" kern="1200" dirty="0">
                <a:solidFill>
                  <a:schemeClr val="tx1"/>
                </a:solidFill>
                <a:effectLst/>
                <a:latin typeface="+mn-lt"/>
                <a:ea typeface="+mn-ea"/>
                <a:cs typeface="+mn-cs"/>
              </a:rPr>
              <a:t>Cost</a:t>
            </a:r>
            <a:r>
              <a:rPr lang="en-US" sz="1200" b="0" i="0" kern="1200" dirty="0">
                <a:solidFill>
                  <a:schemeClr val="tx1"/>
                </a:solidFill>
                <a:effectLst/>
                <a:latin typeface="+mn-lt"/>
                <a:ea typeface="+mn-ea"/>
                <a:cs typeface="+mn-cs"/>
              </a:rPr>
              <a:t> Reduce lifecycle costs. Rework and operational failures are expensive. Early HSI investment pays back.</a:t>
            </a:r>
          </a:p>
          <a:p>
            <a:pPr fontAlgn="base"/>
            <a:r>
              <a:rPr lang="en-US" sz="1200" b="1" i="0" kern="1200" dirty="0">
                <a:solidFill>
                  <a:schemeClr val="tx1"/>
                </a:solidFill>
                <a:effectLst/>
                <a:latin typeface="+mn-lt"/>
                <a:ea typeface="+mn-ea"/>
                <a:cs typeface="+mn-cs"/>
              </a:rPr>
              <a:t>Time</a:t>
            </a:r>
            <a:r>
              <a:rPr lang="en-US" sz="1200" b="0" i="0" kern="1200" dirty="0">
                <a:solidFill>
                  <a:schemeClr val="tx1"/>
                </a:solidFill>
                <a:effectLst/>
                <a:latin typeface="+mn-lt"/>
                <a:ea typeface="+mn-ea"/>
                <a:cs typeface="+mn-cs"/>
              </a:rPr>
              <a:t> Reduce </a:t>
            </a:r>
            <a:r>
              <a:rPr lang="en-US" sz="1200" b="0" i="0" kern="1200" dirty="0" err="1">
                <a:solidFill>
                  <a:schemeClr val="tx1"/>
                </a:solidFill>
                <a:effectLst/>
                <a:latin typeface="+mn-lt"/>
                <a:ea typeface="+mn-ea"/>
                <a:cs typeface="+mn-cs"/>
              </a:rPr>
              <a:t>programme</a:t>
            </a:r>
            <a:r>
              <a:rPr lang="en-US" sz="1200" b="0" i="0" kern="1200" dirty="0">
                <a:solidFill>
                  <a:schemeClr val="tx1"/>
                </a:solidFill>
                <a:effectLst/>
                <a:latin typeface="+mn-lt"/>
                <a:ea typeface="+mn-ea"/>
                <a:cs typeface="+mn-cs"/>
              </a:rPr>
              <a:t> time overruns. Fewer surprises during test and operations.</a:t>
            </a:r>
          </a:p>
          <a:p>
            <a:pPr fontAlgn="base"/>
            <a:endParaRPr lang="en-US" sz="1200" b="1" i="0" kern="1200" dirty="0">
              <a:solidFill>
                <a:schemeClr val="tx1"/>
              </a:solidFill>
              <a:effectLst/>
              <a:latin typeface="+mn-lt"/>
              <a:ea typeface="+mn-ea"/>
              <a:cs typeface="+mn-cs"/>
            </a:endParaRPr>
          </a:p>
          <a:p>
            <a:pPr fontAlgn="base"/>
            <a:endParaRPr lang="en-US" sz="1200" b="1"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The Three Levels of HSI Cost</a:t>
            </a:r>
          </a:p>
          <a:p>
            <a:pPr fontAlgn="base"/>
            <a:endParaRPr lang="en-US" sz="1200" b="1"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HSI is commonly seen as an </a:t>
            </a:r>
            <a:r>
              <a:rPr lang="en-US" sz="1200" b="0" i="1" kern="1200" dirty="0">
                <a:solidFill>
                  <a:schemeClr val="tx1"/>
                </a:solidFill>
                <a:effectLst/>
                <a:latin typeface="+mn-lt"/>
                <a:ea typeface="+mn-ea"/>
                <a:cs typeface="+mn-cs"/>
              </a:rPr>
              <a:t>added</a:t>
            </a:r>
            <a:r>
              <a:rPr lang="en-US" sz="1200" b="0" i="0" kern="1200" dirty="0">
                <a:solidFill>
                  <a:schemeClr val="tx1"/>
                </a:solidFill>
                <a:effectLst/>
                <a:latin typeface="+mn-lt"/>
                <a:ea typeface="+mn-ea"/>
                <a:cs typeface="+mn-cs"/>
              </a:rPr>
              <a:t> expense because developers don’t always reap the operational benefits.</a:t>
            </a:r>
          </a:p>
          <a:p>
            <a:pPr fontAlgn="base"/>
            <a:r>
              <a:rPr lang="en-US" sz="1200" b="0" i="0" kern="1200" dirty="0">
                <a:solidFill>
                  <a:schemeClr val="tx1"/>
                </a:solidFill>
                <a:effectLst/>
                <a:latin typeface="+mn-lt"/>
                <a:ea typeface="+mn-ea"/>
                <a:cs typeface="+mn-cs"/>
              </a:rPr>
              <a:t>The adoption gap is real. </a:t>
            </a:r>
            <a:r>
              <a:rPr lang="en-US" sz="1200" b="1" i="0" kern="1200" dirty="0">
                <a:solidFill>
                  <a:schemeClr val="tx1"/>
                </a:solidFill>
                <a:effectLst/>
                <a:latin typeface="+mn-lt"/>
                <a:ea typeface="+mn-ea"/>
                <a:cs typeface="+mn-cs"/>
              </a:rPr>
              <a:t>Making the value visible early is part of the HSI practitioner’s job.</a:t>
            </a:r>
            <a:endParaRPr lang="en-US" sz="1200" b="0" i="0" kern="1200" dirty="0">
              <a:solidFill>
                <a:schemeClr val="tx1"/>
              </a:solidFill>
              <a:effectLst/>
              <a:latin typeface="+mn-lt"/>
              <a:ea typeface="+mn-ea"/>
              <a:cs typeface="+mn-cs"/>
            </a:endParaRPr>
          </a:p>
          <a:p>
            <a:pPr fontAlgn="base"/>
            <a:endParaRPr lang="en-US" sz="1200" b="1" i="0" kern="1200" dirty="0">
              <a:solidFill>
                <a:schemeClr val="tx1"/>
              </a:solidFill>
              <a:effectLst/>
              <a:latin typeface="+mn-lt"/>
              <a:ea typeface="+mn-ea"/>
              <a:cs typeface="+mn-cs"/>
            </a:endParaRPr>
          </a:p>
          <a:p>
            <a:endParaRPr lang="en-US" dirty="0"/>
          </a:p>
          <a:p>
            <a:pPr fontAlgn="base"/>
            <a:r>
              <a:rPr lang="en-US" sz="1200" b="0" i="0" kern="1200" dirty="0">
                <a:solidFill>
                  <a:schemeClr val="tx1"/>
                </a:solidFill>
                <a:effectLst/>
                <a:latin typeface="+mn-lt"/>
                <a:ea typeface="+mn-ea"/>
                <a:cs typeface="+mn-cs"/>
              </a:rPr>
              <a:t>Cost of </a:t>
            </a:r>
            <a:r>
              <a:rPr lang="en-US" sz="1200" b="1" i="0" kern="1200" dirty="0">
                <a:solidFill>
                  <a:schemeClr val="tx1"/>
                </a:solidFill>
                <a:effectLst/>
                <a:latin typeface="+mn-lt"/>
                <a:ea typeface="+mn-ea"/>
                <a:cs typeface="+mn-cs"/>
              </a:rPr>
              <a:t>employing skilled HSI practitioners</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Cost of </a:t>
            </a:r>
            <a:r>
              <a:rPr lang="en-US" sz="1200" b="1" i="0" kern="1200" dirty="0">
                <a:solidFill>
                  <a:schemeClr val="tx1"/>
                </a:solidFill>
                <a:effectLst/>
                <a:latin typeface="+mn-lt"/>
                <a:ea typeface="+mn-ea"/>
                <a:cs typeface="+mn-cs"/>
              </a:rPr>
              <a:t>implementing their recommendations</a:t>
            </a:r>
            <a:r>
              <a:rPr lang="en-US" sz="1200" b="0" i="0" kern="1200" dirty="0">
                <a:solidFill>
                  <a:schemeClr val="tx1"/>
                </a:solidFill>
                <a:effectLst/>
                <a:latin typeface="+mn-lt"/>
                <a:ea typeface="+mn-ea"/>
                <a:cs typeface="+mn-cs"/>
              </a:rPr>
              <a:t> during development</a:t>
            </a:r>
          </a:p>
          <a:p>
            <a:pPr fontAlgn="base"/>
            <a:r>
              <a:rPr lang="en-US" sz="1200" b="0" i="0" kern="1200" dirty="0">
                <a:solidFill>
                  <a:schemeClr val="tx1"/>
                </a:solidFill>
                <a:effectLst/>
                <a:latin typeface="+mn-lt"/>
                <a:ea typeface="+mn-ea"/>
                <a:cs typeface="+mn-cs"/>
              </a:rPr>
              <a:t>Cost of </a:t>
            </a:r>
            <a:r>
              <a:rPr lang="en-US" sz="1200" b="1" i="0" kern="1200" dirty="0">
                <a:solidFill>
                  <a:schemeClr val="tx1"/>
                </a:solidFill>
                <a:effectLst/>
                <a:latin typeface="+mn-lt"/>
                <a:ea typeface="+mn-ea"/>
                <a:cs typeface="+mn-cs"/>
              </a:rPr>
              <a:t>operations</a:t>
            </a:r>
            <a:r>
              <a:rPr lang="en-US" sz="1200" b="0" i="0" kern="1200" dirty="0">
                <a:solidFill>
                  <a:schemeClr val="tx1"/>
                </a:solidFill>
                <a:effectLst/>
                <a:latin typeface="+mn-lt"/>
                <a:ea typeface="+mn-ea"/>
                <a:cs typeface="+mn-cs"/>
              </a:rPr>
              <a:t> once recommendations are — or are not — in place</a:t>
            </a:r>
          </a:p>
          <a:p>
            <a:pPr fontAlgn="base"/>
            <a:endParaRPr lang="en-US" sz="1200" b="1" i="0" kern="1200" dirty="0">
              <a:solidFill>
                <a:schemeClr val="tx1"/>
              </a:solidFill>
              <a:effectLst/>
              <a:latin typeface="+mn-lt"/>
              <a:ea typeface="+mn-ea"/>
              <a:cs typeface="+mn-cs"/>
            </a:endParaRPr>
          </a:p>
          <a:p>
            <a:pPr fontAlgn="base"/>
            <a:endParaRPr lang="en-US" sz="1200" b="1"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HSI Is Also an Ethical Commitment</a:t>
            </a:r>
          </a:p>
          <a:p>
            <a:pPr fontAlgn="base"/>
            <a:r>
              <a:rPr lang="en-US" sz="1200" b="0" i="0" kern="1200" dirty="0">
                <a:solidFill>
                  <a:schemeClr val="tx1"/>
                </a:solidFill>
                <a:effectLst/>
                <a:latin typeface="+mn-lt"/>
                <a:ea typeface="+mn-ea"/>
                <a:cs typeface="+mn-cs"/>
              </a:rPr>
              <a:t>“Whatever notions or methods are implemented in a specific project, the final objective of HSI is </a:t>
            </a:r>
            <a:r>
              <a:rPr lang="en-US" sz="1200" b="1" i="0" kern="1200" dirty="0">
                <a:solidFill>
                  <a:schemeClr val="tx1"/>
                </a:solidFill>
                <a:effectLst/>
                <a:latin typeface="+mn-lt"/>
                <a:ea typeface="+mn-ea"/>
                <a:cs typeface="+mn-cs"/>
              </a:rPr>
              <a:t>to design and to operate systems that allow humans to be humans</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HSI Primer Vol. 1</a:t>
            </a:r>
            <a:endParaRPr lang="en-US" sz="1200" b="0" i="0" kern="1200" dirty="0">
              <a:solidFill>
                <a:schemeClr val="tx1"/>
              </a:solidFill>
              <a:effectLst/>
              <a:latin typeface="+mn-lt"/>
              <a:ea typeface="+mn-ea"/>
              <a:cs typeface="+mn-cs"/>
            </a:endParaRPr>
          </a:p>
          <a:p>
            <a:endParaRPr lang="en-US" dirty="0"/>
          </a:p>
          <a:p>
            <a:br>
              <a:rPr lang="en-US" dirty="0"/>
            </a:br>
            <a:endParaRPr lang="en-AU" dirty="0"/>
          </a:p>
        </p:txBody>
      </p:sp>
      <p:sp>
        <p:nvSpPr>
          <p:cNvPr id="4" name="Slide Number Placeholder 3">
            <a:extLst>
              <a:ext uri="{FF2B5EF4-FFF2-40B4-BE49-F238E27FC236}">
                <a16:creationId xmlns:a16="http://schemas.microsoft.com/office/drawing/2014/main" id="{0E32F71D-B4D3-0F90-1FDB-67544BA512AE}"/>
              </a:ext>
            </a:extLst>
          </p:cNvPr>
          <p:cNvSpPr>
            <a:spLocks noGrp="1"/>
          </p:cNvSpPr>
          <p:nvPr>
            <p:ph type="sldNum" sz="quarter" idx="5"/>
          </p:nvPr>
        </p:nvSpPr>
        <p:spPr/>
        <p:txBody>
          <a:bodyPr/>
          <a:lstStyle/>
          <a:p>
            <a:fld id="{4FDA4F87-D5C2-4945-AFCA-8B793D25881C}" type="slidenum">
              <a:rPr lang="en-US" smtClean="0"/>
              <a:t>12</a:t>
            </a:fld>
            <a:endParaRPr lang="en-US"/>
          </a:p>
        </p:txBody>
      </p:sp>
    </p:spTree>
    <p:extLst>
      <p:ext uri="{BB962C8B-B14F-4D97-AF65-F5344CB8AC3E}">
        <p14:creationId xmlns:p14="http://schemas.microsoft.com/office/powerpoint/2010/main" val="3048687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FDA4F87-D5C2-4945-AFCA-8B793D25881C}" type="slidenum">
              <a:rPr lang="en-US" smtClean="0"/>
              <a:t>13</a:t>
            </a:fld>
            <a:endParaRPr lang="en-US"/>
          </a:p>
        </p:txBody>
      </p:sp>
    </p:spTree>
    <p:extLst>
      <p:ext uri="{BB962C8B-B14F-4D97-AF65-F5344CB8AC3E}">
        <p14:creationId xmlns:p14="http://schemas.microsoft.com/office/powerpoint/2010/main" val="262198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FDA4F87-D5C2-4945-AFCA-8B793D25881C}" type="slidenum">
              <a:rPr lang="en-US" smtClean="0"/>
              <a:t>16</a:t>
            </a:fld>
            <a:endParaRPr lang="en-US"/>
          </a:p>
        </p:txBody>
      </p:sp>
    </p:spTree>
    <p:extLst>
      <p:ext uri="{BB962C8B-B14F-4D97-AF65-F5344CB8AC3E}">
        <p14:creationId xmlns:p14="http://schemas.microsoft.com/office/powerpoint/2010/main" val="2822089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PhaseKey</a:t>
            </a:r>
            <a:r>
              <a:rPr lang="en-US" sz="1200" b="0" i="0" kern="1200" dirty="0">
                <a:solidFill>
                  <a:schemeClr val="tx1"/>
                </a:solidFill>
                <a:effectLst/>
                <a:latin typeface="+mn-lt"/>
                <a:ea typeface="+mn-ea"/>
                <a:cs typeface="+mn-cs"/>
              </a:rPr>
              <a:t> HSI Activities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Concept</a:t>
            </a:r>
            <a:r>
              <a:rPr lang="en-US" sz="1200" b="0" i="0" kern="1200" dirty="0" err="1">
                <a:solidFill>
                  <a:schemeClr val="tx1"/>
                </a:solidFill>
                <a:effectLst/>
                <a:latin typeface="+mn-lt"/>
                <a:ea typeface="+mn-ea"/>
                <a:cs typeface="+mn-cs"/>
              </a:rPr>
              <a:t>Identify</a:t>
            </a:r>
            <a:r>
              <a:rPr lang="en-US" sz="1200" b="0" i="0" kern="1200" dirty="0">
                <a:solidFill>
                  <a:schemeClr val="tx1"/>
                </a:solidFill>
                <a:effectLst/>
                <a:latin typeface="+mn-lt"/>
                <a:ea typeface="+mn-ea"/>
                <a:cs typeface="+mn-cs"/>
              </a:rPr>
              <a:t> users &amp; impacts · HF requirements · CONOPS · baseline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Development</a:t>
            </a:r>
            <a:r>
              <a:rPr lang="en-US" sz="1200" b="0" i="0" kern="1200" dirty="0" err="1">
                <a:solidFill>
                  <a:schemeClr val="tx1"/>
                </a:solidFill>
                <a:effectLst/>
                <a:latin typeface="+mn-lt"/>
                <a:ea typeface="+mn-ea"/>
                <a:cs typeface="+mn-cs"/>
              </a:rPr>
              <a:t>Task</a:t>
            </a:r>
            <a:r>
              <a:rPr lang="en-US" sz="1200" b="0" i="0" kern="1200" dirty="0">
                <a:solidFill>
                  <a:schemeClr val="tx1"/>
                </a:solidFill>
                <a:effectLst/>
                <a:latin typeface="+mn-lt"/>
                <a:ea typeface="+mn-ea"/>
                <a:cs typeface="+mn-cs"/>
              </a:rPr>
              <a:t> &amp; activity analysis · HITL simulation · function allocation · risk mitigation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Manufacturing</a:t>
            </a:r>
            <a:r>
              <a:rPr lang="en-US" sz="1200" b="0" i="0" kern="1200" dirty="0" err="1">
                <a:solidFill>
                  <a:schemeClr val="tx1"/>
                </a:solidFill>
                <a:effectLst/>
                <a:latin typeface="+mn-lt"/>
                <a:ea typeface="+mn-ea"/>
                <a:cs typeface="+mn-cs"/>
              </a:rPr>
              <a:t>Usability</a:t>
            </a:r>
            <a:r>
              <a:rPr lang="en-US" sz="1200" b="0" i="0" kern="1200" dirty="0">
                <a:solidFill>
                  <a:schemeClr val="tx1"/>
                </a:solidFill>
                <a:effectLst/>
                <a:latin typeface="+mn-lt"/>
                <a:ea typeface="+mn-ea"/>
                <a:cs typeface="+mn-cs"/>
              </a:rPr>
              <a:t> &amp; acceptance testing · workforce recruitment &amp; training · org. change prep</a:t>
            </a:r>
          </a:p>
          <a:p>
            <a:endParaRPr lang="en-US" dirty="0"/>
          </a:p>
        </p:txBody>
      </p:sp>
      <p:sp>
        <p:nvSpPr>
          <p:cNvPr id="4" name="Footer Placeholder 3"/>
          <p:cNvSpPr>
            <a:spLocks noGrp="1"/>
          </p:cNvSpPr>
          <p:nvPr>
            <p:ph type="ftr" sz="quarter" idx="4"/>
          </p:nvPr>
        </p:nvSpPr>
        <p:spPr/>
        <p:txBody>
          <a:bodyPr/>
          <a:lstStyle/>
          <a:p>
            <a:r>
              <a:rPr lang="en-US"/>
              <a:t>INCOSE.org</a:t>
            </a:r>
            <a:endParaRPr lang="en-US" dirty="0"/>
          </a:p>
        </p:txBody>
      </p:sp>
    </p:spTree>
    <p:extLst>
      <p:ext uri="{BB962C8B-B14F-4D97-AF65-F5344CB8AC3E}">
        <p14:creationId xmlns:p14="http://schemas.microsoft.com/office/powerpoint/2010/main" val="4106029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4CFCCC-BFC6-484D-8FC2-5AF61E678B8B}" type="slidenum">
              <a:rPr lang="en-US" smtClean="0"/>
              <a:t>32</a:t>
            </a:fld>
            <a:endParaRPr lang="en-US"/>
          </a:p>
        </p:txBody>
      </p:sp>
    </p:spTree>
    <p:extLst>
      <p:ext uri="{BB962C8B-B14F-4D97-AF65-F5344CB8AC3E}">
        <p14:creationId xmlns:p14="http://schemas.microsoft.com/office/powerpoint/2010/main" val="1140398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8AACD-706D-A0F7-70AF-EF38DFBC3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56052-8243-5FFF-F910-B659CED122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90DD437-B120-64D0-B6FF-3D73BA118C24}"/>
              </a:ext>
            </a:extLst>
          </p:cNvPr>
          <p:cNvSpPr>
            <a:spLocks noGrp="1"/>
          </p:cNvSpPr>
          <p:nvPr>
            <p:ph type="body" idx="1"/>
          </p:nvPr>
        </p:nvSpPr>
        <p:spPr/>
        <p:txBody>
          <a:bodyPr/>
          <a:lstStyle/>
          <a:p>
            <a:endParaRPr lang="en-FR"/>
          </a:p>
        </p:txBody>
      </p:sp>
      <p:sp>
        <p:nvSpPr>
          <p:cNvPr id="4" name="Slide Number Placeholder 3">
            <a:extLst>
              <a:ext uri="{FF2B5EF4-FFF2-40B4-BE49-F238E27FC236}">
                <a16:creationId xmlns:a16="http://schemas.microsoft.com/office/drawing/2014/main" id="{5FD52845-7C58-F447-AFEC-FDDE8D3B0CD2}"/>
              </a:ext>
            </a:extLst>
          </p:cNvPr>
          <p:cNvSpPr>
            <a:spLocks noGrp="1"/>
          </p:cNvSpPr>
          <p:nvPr>
            <p:ph type="sldNum" sz="quarter" idx="5"/>
          </p:nvPr>
        </p:nvSpPr>
        <p:spPr/>
        <p:txBody>
          <a:bodyPr/>
          <a:lstStyle/>
          <a:p>
            <a:fld id="{9CB85D96-4FDB-7148-B18B-46402D7060DF}" type="slidenum">
              <a:rPr lang="en-US" smtClean="0"/>
              <a:t>37</a:t>
            </a:fld>
            <a:endParaRPr lang="en-US"/>
          </a:p>
        </p:txBody>
      </p:sp>
    </p:spTree>
    <p:extLst>
      <p:ext uri="{BB962C8B-B14F-4D97-AF65-F5344CB8AC3E}">
        <p14:creationId xmlns:p14="http://schemas.microsoft.com/office/powerpoint/2010/main" val="561947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COSE 2022 Base Template">
    <p:bg>
      <p:bgPr>
        <a:solidFill>
          <a:srgbClr val="11498B"/>
        </a:solidFill>
        <a:effectLst/>
      </p:bgPr>
    </p:bg>
    <p:spTree>
      <p:nvGrpSpPr>
        <p:cNvPr id="1" name=""/>
        <p:cNvGrpSpPr/>
        <p:nvPr/>
      </p:nvGrpSpPr>
      <p:grpSpPr>
        <a:xfrm>
          <a:off x="0" y="0"/>
          <a:ext cx="0" cy="0"/>
          <a:chOff x="0" y="0"/>
          <a:chExt cx="0" cy="0"/>
        </a:xfrm>
      </p:grpSpPr>
      <p:sp>
        <p:nvSpPr>
          <p:cNvPr id="4" name="TextBox 3"/>
          <p:cNvSpPr txBox="1"/>
          <p:nvPr userDrawn="1"/>
        </p:nvSpPr>
        <p:spPr>
          <a:xfrm>
            <a:off x="476657" y="546221"/>
            <a:ext cx="4044543" cy="1095685"/>
          </a:xfrm>
          <a:prstGeom prst="rect">
            <a:avLst/>
          </a:prstGeom>
          <a:noFill/>
        </p:spPr>
        <p:txBody>
          <a:bodyPr wrap="square" lIns="0" tIns="0" rIns="0" bIns="0" rtlCol="0">
            <a:spAutoFit/>
          </a:bodyPr>
          <a:lstStyle/>
          <a:p>
            <a:pPr>
              <a:lnSpc>
                <a:spcPct val="90000"/>
              </a:lnSpc>
              <a:spcBef>
                <a:spcPts val="600"/>
              </a:spcBef>
              <a:buClr>
                <a:srgbClr val="CC0000"/>
              </a:buClr>
              <a:buSzPct val="110000"/>
            </a:pPr>
            <a:r>
              <a:rPr lang="en-US" sz="2000" b="0" dirty="0">
                <a:gradFill>
                  <a:gsLst>
                    <a:gs pos="0">
                      <a:schemeClr val="bg1"/>
                    </a:gs>
                    <a:gs pos="99000">
                      <a:schemeClr val="bg1"/>
                    </a:gs>
                  </a:gsLst>
                  <a:lin ang="5400000" scaled="0"/>
                </a:gradFill>
                <a:latin typeface="Arial" panose="020B0604020202020204" pitchFamily="34" charset="0"/>
                <a:cs typeface="Arial" panose="020B0604020202020204" pitchFamily="34" charset="0"/>
              </a:rPr>
              <a:t>INCOSE 2022</a:t>
            </a:r>
            <a:r>
              <a:rPr lang="en-US" sz="2000" b="0" baseline="0" dirty="0">
                <a:gradFill>
                  <a:gsLst>
                    <a:gs pos="0">
                      <a:schemeClr val="bg1"/>
                    </a:gs>
                    <a:gs pos="99000">
                      <a:schemeClr val="bg1"/>
                    </a:gs>
                  </a:gsLst>
                  <a:lin ang="5400000" scaled="0"/>
                </a:gradFill>
                <a:latin typeface="Arial" panose="020B0604020202020204" pitchFamily="34" charset="0"/>
                <a:cs typeface="Arial" panose="020B0604020202020204" pitchFamily="34" charset="0"/>
              </a:rPr>
              <a:t> Template and Toolkit</a:t>
            </a:r>
            <a:endParaRPr lang="en-US" sz="1200" b="0" baseline="0" dirty="0">
              <a:gradFill>
                <a:gsLst>
                  <a:gs pos="0">
                    <a:schemeClr val="bg1"/>
                  </a:gs>
                  <a:gs pos="99000">
                    <a:schemeClr val="bg1"/>
                  </a:gs>
                </a:gsLst>
                <a:lin ang="5400000" scaled="0"/>
              </a:gradFill>
              <a:latin typeface="Arial" panose="020B0604020202020204" pitchFamily="34" charset="0"/>
              <a:cs typeface="Arial" panose="020B0604020202020204" pitchFamily="34" charset="0"/>
            </a:endParaRPr>
          </a:p>
          <a:p>
            <a:pPr>
              <a:lnSpc>
                <a:spcPct val="90000"/>
              </a:lnSpc>
              <a:spcBef>
                <a:spcPts val="600"/>
              </a:spcBef>
              <a:buClr>
                <a:srgbClr val="CC0000"/>
              </a:buClr>
              <a:buSzPct val="110000"/>
            </a:pPr>
            <a:endParaRPr lang="en-US" sz="1200" b="0" baseline="0" dirty="0">
              <a:gradFill>
                <a:gsLst>
                  <a:gs pos="0">
                    <a:schemeClr val="bg1"/>
                  </a:gs>
                  <a:gs pos="99000">
                    <a:schemeClr val="bg1"/>
                  </a:gs>
                </a:gsLst>
                <a:lin ang="5400000" scaled="0"/>
              </a:gradFill>
              <a:latin typeface="Arial" panose="020B0604020202020204" pitchFamily="34" charset="0"/>
              <a:cs typeface="Arial" panose="020B0604020202020204" pitchFamily="34" charset="0"/>
            </a:endParaRPr>
          </a:p>
          <a:p>
            <a:pPr>
              <a:lnSpc>
                <a:spcPct val="90000"/>
              </a:lnSpc>
              <a:spcBef>
                <a:spcPts val="600"/>
              </a:spcBef>
              <a:buClr>
                <a:srgbClr val="CC0000"/>
              </a:buClr>
              <a:buSzPct val="110000"/>
            </a:pPr>
            <a:r>
              <a:rPr lang="en-US" sz="1200" b="0" baseline="0" dirty="0">
                <a:gradFill>
                  <a:gsLst>
                    <a:gs pos="0">
                      <a:schemeClr val="bg1"/>
                    </a:gs>
                    <a:gs pos="99000">
                      <a:schemeClr val="bg1"/>
                    </a:gs>
                  </a:gsLst>
                  <a:lin ang="5400000" scaled="0"/>
                </a:gradFill>
                <a:latin typeface="Arial" panose="020B0604020202020204" pitchFamily="34" charset="0"/>
                <a:cs typeface="Arial" panose="020B0604020202020204" pitchFamily="34" charset="0"/>
              </a:rPr>
              <a:t>The following slides are intended as a template for adding content. Use this deck as a resource, while crafting your presentation or document.</a:t>
            </a:r>
          </a:p>
        </p:txBody>
      </p:sp>
      <p:sp>
        <p:nvSpPr>
          <p:cNvPr id="2" name="TextBox 1">
            <a:extLst>
              <a:ext uri="{FF2B5EF4-FFF2-40B4-BE49-F238E27FC236}">
                <a16:creationId xmlns:a16="http://schemas.microsoft.com/office/drawing/2014/main" id="{03F64753-4885-6A66-C349-79B72ABC274E}"/>
              </a:ext>
            </a:extLst>
          </p:cNvPr>
          <p:cNvSpPr txBox="1"/>
          <p:nvPr userDrawn="1"/>
        </p:nvSpPr>
        <p:spPr>
          <a:xfrm>
            <a:off x="422564" y="2051911"/>
            <a:ext cx="1530927" cy="1431161"/>
          </a:xfrm>
          <a:prstGeom prst="rect">
            <a:avLst/>
          </a:prstGeom>
          <a:noFill/>
        </p:spPr>
        <p:txBody>
          <a:bodyPr wrap="square">
            <a:spAutoFit/>
          </a:bodyPr>
          <a:lstStyle/>
          <a:p>
            <a:pPr marL="0" marR="0">
              <a:spcBef>
                <a:spcPts val="0"/>
              </a:spcBef>
              <a:spcAft>
                <a:spcPts val="0"/>
              </a:spcAft>
            </a:pPr>
            <a:r>
              <a:rPr lang="en-US" sz="1200" b="0" i="0" dirty="0">
                <a:solidFill>
                  <a:schemeClr val="bg1"/>
                </a:solidFill>
                <a:effectLst/>
                <a:latin typeface="Arial" panose="020B0604020202020204" pitchFamily="34" charset="0"/>
                <a:cs typeface="Arial" panose="020B0604020202020204" pitchFamily="34" charset="0"/>
              </a:rPr>
              <a:t>Table of Contents</a:t>
            </a:r>
          </a:p>
          <a:p>
            <a:pPr marL="0" marR="0">
              <a:spcBef>
                <a:spcPts val="0"/>
              </a:spcBef>
              <a:spcAft>
                <a:spcPts val="0"/>
              </a:spcAft>
            </a:pPr>
            <a:endParaRPr lang="en-US" sz="1200" b="1" i="0" dirty="0">
              <a:solidFill>
                <a:schemeClr val="bg1"/>
              </a:solidFill>
              <a:effectLst/>
              <a:latin typeface="Arial" panose="020B0604020202020204" pitchFamily="34" charset="0"/>
              <a:cs typeface="Arial" panose="020B0604020202020204" pitchFamily="34" charset="0"/>
            </a:endParaRPr>
          </a:p>
          <a:p>
            <a:pPr marL="0" marR="0" indent="0">
              <a:spcBef>
                <a:spcPts val="0"/>
              </a:spcBef>
              <a:spcAft>
                <a:spcPts val="600"/>
              </a:spcAft>
              <a:buFont typeface="Arial" panose="020B0604020202020204" pitchFamily="34" charset="0"/>
              <a:buNone/>
            </a:pPr>
            <a:r>
              <a:rPr lang="en-US" sz="1200" b="0" i="0" dirty="0">
                <a:solidFill>
                  <a:schemeClr val="bg1"/>
                </a:solidFill>
                <a:effectLst/>
                <a:latin typeface="Arial" panose="020B0604020202020204" pitchFamily="34" charset="0"/>
                <a:cs typeface="Arial" panose="020B0604020202020204" pitchFamily="34" charset="0"/>
              </a:rPr>
              <a:t>Toolkit . . . 2 – 29</a:t>
            </a:r>
          </a:p>
          <a:p>
            <a:pPr marL="0" marR="0" indent="0">
              <a:spcBef>
                <a:spcPts val="0"/>
              </a:spcBef>
              <a:spcAft>
                <a:spcPts val="600"/>
              </a:spcAft>
              <a:buFont typeface="Arial" panose="020B0604020202020204" pitchFamily="34" charset="0"/>
              <a:buNone/>
            </a:pPr>
            <a:r>
              <a:rPr lang="en-US" sz="1200" b="0" i="0" dirty="0">
                <a:solidFill>
                  <a:schemeClr val="bg1"/>
                </a:solidFill>
                <a:effectLst/>
                <a:latin typeface="Arial" panose="020B0604020202020204" pitchFamily="34" charset="0"/>
                <a:cs typeface="Arial" panose="020B0604020202020204" pitchFamily="34" charset="0"/>
              </a:rPr>
              <a:t>Brand . . . 50 – 53</a:t>
            </a:r>
          </a:p>
          <a:p>
            <a:pPr marL="0" marR="0" indent="0">
              <a:spcBef>
                <a:spcPts val="0"/>
              </a:spcBef>
              <a:spcAft>
                <a:spcPts val="600"/>
              </a:spcAft>
              <a:buFont typeface="Arial" panose="020B0604020202020204" pitchFamily="34" charset="0"/>
              <a:buNone/>
            </a:pPr>
            <a:r>
              <a:rPr lang="en-US" sz="1200" b="0" i="0" dirty="0">
                <a:solidFill>
                  <a:schemeClr val="bg1"/>
                </a:solidFill>
                <a:effectLst/>
                <a:latin typeface="Arial" panose="020B0604020202020204" pitchFamily="34" charset="0"/>
                <a:cs typeface="Arial" panose="020B0604020202020204" pitchFamily="34" charset="0"/>
              </a:rPr>
              <a:t>Icons . . . 54 – 58 </a:t>
            </a:r>
          </a:p>
          <a:p>
            <a:pPr marL="0" marR="0" indent="0">
              <a:spcBef>
                <a:spcPts val="0"/>
              </a:spcBef>
              <a:spcAft>
                <a:spcPts val="600"/>
              </a:spcAft>
              <a:buFont typeface="Arial" panose="020B0604020202020204" pitchFamily="34" charset="0"/>
              <a:buNone/>
            </a:pPr>
            <a:r>
              <a:rPr lang="en-US" sz="1200" b="0" i="0" dirty="0">
                <a:solidFill>
                  <a:schemeClr val="bg1"/>
                </a:solidFill>
                <a:effectLst/>
                <a:latin typeface="Arial" panose="020B0604020202020204" pitchFamily="34" charset="0"/>
                <a:cs typeface="Arial" panose="020B0604020202020204" pitchFamily="34" charset="0"/>
              </a:rPr>
              <a:t>Maps . . . 59 – 65</a:t>
            </a:r>
          </a:p>
        </p:txBody>
      </p:sp>
      <p:pic>
        <p:nvPicPr>
          <p:cNvPr id="3" name="Picture 2">
            <a:extLst>
              <a:ext uri="{FF2B5EF4-FFF2-40B4-BE49-F238E27FC236}">
                <a16:creationId xmlns:a16="http://schemas.microsoft.com/office/drawing/2014/main" id="{80B29DF7-9D84-9998-FEB9-D95D65BEDC7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785801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Main Title white">
    <p:bg>
      <p:bgPr>
        <a:solidFill>
          <a:schemeClr val="bg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457200" y="438151"/>
            <a:ext cx="4114800" cy="2413299"/>
          </a:xfrm>
          <a:prstGeom prst="rect">
            <a:avLst/>
          </a:prstGeom>
        </p:spPr>
        <p:txBody>
          <a:bodyPr vert="horz" lIns="0" tIns="45720" rIns="91440" bIns="45720" rtlCol="0" anchor="b">
            <a:noAutofit/>
          </a:bodyPr>
          <a:lstStyle>
            <a:lvl1pPr algn="l" defTabSz="685749" rtl="0" eaLnBrk="1" latinLnBrk="0" hangingPunct="1">
              <a:lnSpc>
                <a:spcPct val="80000"/>
              </a:lnSpc>
              <a:spcBef>
                <a:spcPct val="0"/>
              </a:spcBef>
              <a:buNone/>
              <a:defRPr lang="en-US" sz="7200" b="1" kern="1200" spc="-200" baseline="0" dirty="0">
                <a:solidFill>
                  <a:schemeClr val="tx1"/>
                </a:solidFill>
                <a:latin typeface="Arial" panose="020B0604020202020204" pitchFamily="34" charset="0"/>
                <a:ea typeface="Roboto Medium" panose="02000000000000000000" pitchFamily="2" charset="0"/>
                <a:cs typeface="Arial" panose="020B0604020202020204" pitchFamily="34" charset="0"/>
              </a:defRPr>
            </a:lvl1pPr>
          </a:lstStyle>
          <a:p>
            <a:r>
              <a:rPr lang="en-US" dirty="0"/>
              <a:t>Insert title here. </a:t>
            </a:r>
          </a:p>
        </p:txBody>
      </p:sp>
      <p:sp>
        <p:nvSpPr>
          <p:cNvPr id="6" name="Text Placeholder 10"/>
          <p:cNvSpPr>
            <a:spLocks noGrp="1"/>
          </p:cNvSpPr>
          <p:nvPr>
            <p:ph type="body" sz="quarter" idx="15" hasCustomPrompt="1"/>
          </p:nvPr>
        </p:nvSpPr>
        <p:spPr>
          <a:xfrm>
            <a:off x="466006" y="2963122"/>
            <a:ext cx="4105994" cy="1132629"/>
          </a:xfrm>
        </p:spPr>
        <p:txBody>
          <a:bodyPr lIns="0" tIns="0" rIns="0" bIns="0">
            <a:noAutofit/>
          </a:bodyPr>
          <a:lstStyle>
            <a:lvl1pPr marL="0" indent="0" algn="l" defTabSz="914378" rtl="0" eaLnBrk="1" latinLnBrk="0" hangingPunct="1">
              <a:lnSpc>
                <a:spcPct val="130000"/>
              </a:lnSpc>
              <a:spcBef>
                <a:spcPts val="0"/>
              </a:spcBef>
              <a:spcAft>
                <a:spcPts val="75"/>
              </a:spcAft>
              <a:buClr>
                <a:srgbClr val="0072C8"/>
              </a:buClr>
              <a:buSzPct val="110000"/>
              <a:buFont typeface="Arial" panose="020B0604020202020204" pitchFamily="34" charset="0"/>
              <a:buNone/>
              <a:defRPr lang="en-US" sz="1100" b="0" kern="1200" spc="0" baseline="0" dirty="0">
                <a:solidFill>
                  <a:schemeClr val="accent1"/>
                </a:solidFill>
                <a:latin typeface="Arial" panose="020B0604020202020204" pitchFamily="34" charset="0"/>
                <a:ea typeface="+mn-ea"/>
                <a:cs typeface="Arial" panose="020B0604020202020204" pitchFamily="34" charset="0"/>
              </a:defRPr>
            </a:lvl1pPr>
          </a:lstStyle>
          <a:p>
            <a:pPr marL="0" lvl="0" indent="0" algn="l" defTabSz="914378" rtl="0" eaLnBrk="1" latinLnBrk="0" hangingPunct="1">
              <a:lnSpc>
                <a:spcPct val="130000"/>
              </a:lnSpc>
              <a:spcBef>
                <a:spcPts val="0"/>
              </a:spcBef>
              <a:spcAft>
                <a:spcPts val="75"/>
              </a:spcAft>
              <a:buClr>
                <a:srgbClr val="0072C8"/>
              </a:buClr>
              <a:buSzPct val="110000"/>
              <a:buFont typeface="Arial" panose="020B0604020202020204" pitchFamily="34" charset="0"/>
              <a:buNone/>
            </a:pPr>
            <a:r>
              <a:rPr lang="en-US" dirty="0"/>
              <a:t>Enter a subtitle here. </a:t>
            </a:r>
          </a:p>
        </p:txBody>
      </p:sp>
      <p:sp>
        <p:nvSpPr>
          <p:cNvPr id="19" name="Text Placeholder 3"/>
          <p:cNvSpPr>
            <a:spLocks noGrp="1"/>
          </p:cNvSpPr>
          <p:nvPr>
            <p:ph type="body" sz="quarter" idx="17" hasCustomPrompt="1"/>
          </p:nvPr>
        </p:nvSpPr>
        <p:spPr>
          <a:xfrm>
            <a:off x="466726" y="4447236"/>
            <a:ext cx="1823085" cy="180634"/>
          </a:xfrm>
        </p:spPr>
        <p:txBody>
          <a:bodyPr tIns="0" bIns="0" anchor="b"/>
          <a:lstStyle>
            <a:lvl1pPr marL="0" indent="0">
              <a:buNone/>
              <a:defRPr sz="800">
                <a:solidFill>
                  <a:schemeClr val="accent1"/>
                </a:solidFill>
              </a:defRPr>
            </a:lvl1pPr>
          </a:lstStyle>
          <a:p>
            <a:pPr lvl="0"/>
            <a:r>
              <a:rPr lang="en-US" dirty="0"/>
              <a:t>Optional small text </a:t>
            </a:r>
            <a:endParaRPr lang="en-GB" dirty="0"/>
          </a:p>
        </p:txBody>
      </p:sp>
      <p:sp>
        <p:nvSpPr>
          <p:cNvPr id="3" name="TextBox 2">
            <a:extLst>
              <a:ext uri="{FF2B5EF4-FFF2-40B4-BE49-F238E27FC236}">
                <a16:creationId xmlns:a16="http://schemas.microsoft.com/office/drawing/2014/main" id="{EC8F67DE-7F29-7652-E4EE-002C300632A0}"/>
              </a:ext>
            </a:extLst>
          </p:cNvPr>
          <p:cNvSpPr txBox="1"/>
          <p:nvPr userDrawn="1"/>
        </p:nvSpPr>
        <p:spPr>
          <a:xfrm>
            <a:off x="8247888" y="4687824"/>
            <a:ext cx="0" cy="0"/>
          </a:xfrm>
          <a:prstGeom prst="rect">
            <a:avLst/>
          </a:prstGeom>
          <a:noFill/>
        </p:spPr>
        <p:txBody>
          <a:bodyPr wrap="none" rtlCol="0">
            <a:noAutofit/>
          </a:bodyPr>
          <a:lstStyle/>
          <a:p>
            <a:pPr>
              <a:spcBef>
                <a:spcPts val="750"/>
              </a:spcBef>
              <a:buClr>
                <a:schemeClr val="accent2"/>
              </a:buClr>
              <a:buSzPct val="100000"/>
            </a:pPr>
            <a:endParaRPr lang="en-US" sz="1400" dirty="0" err="1">
              <a:solidFill>
                <a:schemeClr val="accent4"/>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D14680C-896C-0965-5311-280EBD786F6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484931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Title Slide_white">
    <p:bg>
      <p:bgPr>
        <a:solidFill>
          <a:schemeClr val="bg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457200" y="438150"/>
            <a:ext cx="4114800" cy="2413299"/>
          </a:xfrm>
          <a:prstGeom prst="rect">
            <a:avLst/>
          </a:prstGeom>
        </p:spPr>
        <p:txBody>
          <a:bodyPr vert="horz" lIns="0" tIns="45720" rIns="91440" bIns="45720" rtlCol="0" anchor="b">
            <a:noAutofit/>
          </a:bodyPr>
          <a:lstStyle>
            <a:lvl1pPr algn="l" defTabSz="685766" rtl="0" eaLnBrk="1" latinLnBrk="0" hangingPunct="1">
              <a:lnSpc>
                <a:spcPct val="80000"/>
              </a:lnSpc>
              <a:spcBef>
                <a:spcPct val="0"/>
              </a:spcBef>
              <a:buNone/>
              <a:defRPr lang="en-US" sz="4800" b="1" kern="1200" spc="-200" baseline="0" dirty="0">
                <a:solidFill>
                  <a:schemeClr val="tx1"/>
                </a:solidFill>
                <a:latin typeface="Arial" panose="020B0604020202020204" pitchFamily="34" charset="0"/>
                <a:ea typeface="Roboto Medium" panose="02000000000000000000" pitchFamily="2" charset="0"/>
                <a:cs typeface="Arial" panose="020B0604020202020204" pitchFamily="34" charset="0"/>
              </a:defRPr>
            </a:lvl1pPr>
          </a:lstStyle>
          <a:p>
            <a:r>
              <a:rPr lang="en-US" dirty="0"/>
              <a:t>Insert title here. </a:t>
            </a:r>
          </a:p>
        </p:txBody>
      </p:sp>
      <p:sp>
        <p:nvSpPr>
          <p:cNvPr id="6" name="Text Placeholder 10"/>
          <p:cNvSpPr>
            <a:spLocks noGrp="1"/>
          </p:cNvSpPr>
          <p:nvPr>
            <p:ph type="body" sz="quarter" idx="15" hasCustomPrompt="1"/>
          </p:nvPr>
        </p:nvSpPr>
        <p:spPr>
          <a:xfrm>
            <a:off x="466006" y="2963121"/>
            <a:ext cx="4105994" cy="1132629"/>
          </a:xfrm>
        </p:spPr>
        <p:txBody>
          <a:bodyPr lIns="0" tIns="0" rIns="0" bIns="0">
            <a:noAutofit/>
          </a:bodyPr>
          <a:lstStyle>
            <a:lvl1pPr mar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defRPr lang="en-US" sz="1100" b="0" kern="1200" spc="0" baseline="0" dirty="0">
                <a:solidFill>
                  <a:schemeClr val="accent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pPr>
            <a:r>
              <a:rPr lang="en-US" dirty="0"/>
              <a:t>Enter a subtitle here. </a:t>
            </a:r>
          </a:p>
        </p:txBody>
      </p:sp>
      <p:sp>
        <p:nvSpPr>
          <p:cNvPr id="19" name="Text Placeholder 3"/>
          <p:cNvSpPr>
            <a:spLocks noGrp="1"/>
          </p:cNvSpPr>
          <p:nvPr>
            <p:ph type="body" sz="quarter" idx="17" hasCustomPrompt="1"/>
          </p:nvPr>
        </p:nvSpPr>
        <p:spPr>
          <a:xfrm>
            <a:off x="466725" y="4447235"/>
            <a:ext cx="1823085" cy="180634"/>
          </a:xfrm>
        </p:spPr>
        <p:txBody>
          <a:bodyPr tIns="0" bIns="0" anchor="b"/>
          <a:lstStyle>
            <a:lvl1pPr marL="0" indent="0">
              <a:buNone/>
              <a:defRPr sz="800">
                <a:solidFill>
                  <a:schemeClr val="accent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8571E80A-A894-C77A-23EC-831E418276B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11033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Title Slide_white blank">
    <p:bg>
      <p:bgPr>
        <a:solidFill>
          <a:schemeClr val="bg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457200" y="438150"/>
            <a:ext cx="4114800" cy="2413299"/>
          </a:xfrm>
          <a:prstGeom prst="rect">
            <a:avLst/>
          </a:prstGeom>
        </p:spPr>
        <p:txBody>
          <a:bodyPr vert="horz" lIns="0" tIns="45720" rIns="91440" bIns="45720" rtlCol="0" anchor="b">
            <a:noAutofit/>
          </a:bodyPr>
          <a:lstStyle>
            <a:lvl1pPr algn="l" defTabSz="685766" rtl="0" eaLnBrk="1" latinLnBrk="0" hangingPunct="1">
              <a:lnSpc>
                <a:spcPct val="80000"/>
              </a:lnSpc>
              <a:spcBef>
                <a:spcPct val="0"/>
              </a:spcBef>
              <a:buNone/>
              <a:defRPr lang="en-US" sz="4800" b="1" kern="1200" spc="-200" baseline="0" dirty="0">
                <a:solidFill>
                  <a:schemeClr val="tx1"/>
                </a:solidFill>
                <a:latin typeface="Arial" panose="020B0604020202020204" pitchFamily="34" charset="0"/>
                <a:ea typeface="Roboto Medium" panose="02000000000000000000" pitchFamily="2" charset="0"/>
                <a:cs typeface="Arial" panose="020B0604020202020204" pitchFamily="34" charset="0"/>
              </a:defRPr>
            </a:lvl1pPr>
          </a:lstStyle>
          <a:p>
            <a:r>
              <a:rPr lang="en-US" dirty="0"/>
              <a:t>Insert title here. </a:t>
            </a:r>
          </a:p>
        </p:txBody>
      </p:sp>
      <p:sp>
        <p:nvSpPr>
          <p:cNvPr id="6" name="Text Placeholder 10"/>
          <p:cNvSpPr>
            <a:spLocks noGrp="1"/>
          </p:cNvSpPr>
          <p:nvPr>
            <p:ph type="body" sz="quarter" idx="15" hasCustomPrompt="1"/>
          </p:nvPr>
        </p:nvSpPr>
        <p:spPr>
          <a:xfrm>
            <a:off x="466006" y="2963121"/>
            <a:ext cx="4105994" cy="1132629"/>
          </a:xfrm>
        </p:spPr>
        <p:txBody>
          <a:bodyPr lIns="0" tIns="0" rIns="0" bIns="0">
            <a:noAutofit/>
          </a:bodyPr>
          <a:lstStyle>
            <a:lvl1pPr mar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defRPr lang="en-US" sz="1100" b="0" kern="1200" spc="0" baseline="0" dirty="0">
                <a:solidFill>
                  <a:schemeClr val="accent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pPr>
            <a:r>
              <a:rPr lang="en-US" dirty="0"/>
              <a:t>Enter a subtitle here. </a:t>
            </a:r>
          </a:p>
        </p:txBody>
      </p:sp>
      <p:sp>
        <p:nvSpPr>
          <p:cNvPr id="19" name="Text Placeholder 3"/>
          <p:cNvSpPr>
            <a:spLocks noGrp="1"/>
          </p:cNvSpPr>
          <p:nvPr>
            <p:ph type="body" sz="quarter" idx="17" hasCustomPrompt="1"/>
          </p:nvPr>
        </p:nvSpPr>
        <p:spPr>
          <a:xfrm>
            <a:off x="466725" y="4447235"/>
            <a:ext cx="1823085" cy="180634"/>
          </a:xfrm>
        </p:spPr>
        <p:txBody>
          <a:bodyPr tIns="0" bIns="0" anchor="b"/>
          <a:lstStyle>
            <a:lvl1pPr marL="0" indent="0">
              <a:buNone/>
              <a:defRPr sz="800">
                <a:solidFill>
                  <a:schemeClr val="accent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0ADD1CAF-5712-B40D-16A3-6E4DB002EE6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154237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ain Title Slide_light">
    <p:bg>
      <p:bgPr>
        <a:solidFill>
          <a:schemeClr val="bg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457200" y="438150"/>
            <a:ext cx="4114800" cy="2413299"/>
          </a:xfrm>
          <a:prstGeom prst="rect">
            <a:avLst/>
          </a:prstGeom>
        </p:spPr>
        <p:txBody>
          <a:bodyPr vert="horz" lIns="0" tIns="45720" rIns="91440" bIns="45720" rtlCol="0" anchor="b">
            <a:noAutofit/>
          </a:bodyPr>
          <a:lstStyle>
            <a:lvl1pPr algn="l" defTabSz="685766" rtl="0" eaLnBrk="1" latinLnBrk="0" hangingPunct="1">
              <a:lnSpc>
                <a:spcPct val="80000"/>
              </a:lnSpc>
              <a:spcBef>
                <a:spcPct val="0"/>
              </a:spcBef>
              <a:buNone/>
              <a:defRPr lang="en-US" sz="4800" b="1" kern="1200" spc="-200" baseline="0" dirty="0">
                <a:solidFill>
                  <a:schemeClr val="tx1"/>
                </a:solidFill>
                <a:latin typeface="Arial" panose="020B0604020202020204" pitchFamily="34" charset="0"/>
                <a:ea typeface="Roboto Medium" panose="02000000000000000000" pitchFamily="2" charset="0"/>
                <a:cs typeface="Arial" panose="020B0604020202020204" pitchFamily="34" charset="0"/>
              </a:defRPr>
            </a:lvl1pPr>
          </a:lstStyle>
          <a:p>
            <a:r>
              <a:rPr lang="en-US" dirty="0"/>
              <a:t>Insert title here. </a:t>
            </a:r>
          </a:p>
        </p:txBody>
      </p:sp>
      <p:sp>
        <p:nvSpPr>
          <p:cNvPr id="6" name="Text Placeholder 10"/>
          <p:cNvSpPr>
            <a:spLocks noGrp="1"/>
          </p:cNvSpPr>
          <p:nvPr>
            <p:ph type="body" sz="quarter" idx="15" hasCustomPrompt="1"/>
          </p:nvPr>
        </p:nvSpPr>
        <p:spPr>
          <a:xfrm>
            <a:off x="457200" y="2963121"/>
            <a:ext cx="4114800" cy="1132629"/>
          </a:xfrm>
        </p:spPr>
        <p:txBody>
          <a:bodyPr lIns="0" tIns="0" rIns="0" bIns="0">
            <a:noAutofit/>
          </a:bodyPr>
          <a:lstStyle>
            <a:lvl1pPr mar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defRPr lang="en-US" sz="1100" b="0" kern="1200" spc="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pPr>
            <a:r>
              <a:rPr lang="en-US" dirty="0"/>
              <a:t>Enter a subtitle here.</a:t>
            </a:r>
          </a:p>
        </p:txBody>
      </p:sp>
      <p:sp>
        <p:nvSpPr>
          <p:cNvPr id="13" name="Text Placeholder 3"/>
          <p:cNvSpPr>
            <a:spLocks noGrp="1"/>
          </p:cNvSpPr>
          <p:nvPr>
            <p:ph type="body" sz="quarter" idx="16" hasCustomPrompt="1"/>
          </p:nvPr>
        </p:nvSpPr>
        <p:spPr>
          <a:xfrm>
            <a:off x="466725" y="4447235"/>
            <a:ext cx="1823085" cy="180634"/>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2" name="Picture 1">
            <a:extLst>
              <a:ext uri="{FF2B5EF4-FFF2-40B4-BE49-F238E27FC236}">
                <a16:creationId xmlns:a16="http://schemas.microsoft.com/office/drawing/2014/main" id="{54DD2F6E-C12A-79DA-D7A8-D71E3FCE514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22315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Title Slide_dark blank">
    <p:bg>
      <p:bgPr>
        <a:solidFill>
          <a:srgbClr val="11498B"/>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457200" y="438150"/>
            <a:ext cx="4114800" cy="2413299"/>
          </a:xfrm>
          <a:prstGeom prst="rect">
            <a:avLst/>
          </a:prstGeom>
        </p:spPr>
        <p:txBody>
          <a:bodyPr vert="horz" lIns="0" tIns="45720" rIns="91440" bIns="45720" rtlCol="0" anchor="b">
            <a:noAutofit/>
          </a:bodyPr>
          <a:lstStyle>
            <a:lvl1pPr algn="l" defTabSz="685766" rtl="0" eaLnBrk="1" latinLnBrk="0" hangingPunct="1">
              <a:lnSpc>
                <a:spcPct val="80000"/>
              </a:lnSpc>
              <a:spcBef>
                <a:spcPct val="0"/>
              </a:spcBef>
              <a:buNone/>
              <a:defRPr lang="en-US" sz="4800" b="1" kern="1200" spc="-200" baseline="0" dirty="0">
                <a:solidFill>
                  <a:schemeClr val="bg1"/>
                </a:solidFill>
                <a:latin typeface="Arial" panose="020B0604020202020204" pitchFamily="34" charset="0"/>
                <a:ea typeface="Roboto Medium" panose="02000000000000000000" pitchFamily="2" charset="0"/>
                <a:cs typeface="Arial" panose="020B0604020202020204" pitchFamily="34" charset="0"/>
              </a:defRPr>
            </a:lvl1pPr>
          </a:lstStyle>
          <a:p>
            <a:r>
              <a:rPr lang="en-US" dirty="0"/>
              <a:t>Insert title here. </a:t>
            </a:r>
          </a:p>
        </p:txBody>
      </p:sp>
      <p:sp>
        <p:nvSpPr>
          <p:cNvPr id="6" name="Text Placeholder 10"/>
          <p:cNvSpPr>
            <a:spLocks noGrp="1"/>
          </p:cNvSpPr>
          <p:nvPr>
            <p:ph type="body" sz="quarter" idx="15" hasCustomPrompt="1"/>
          </p:nvPr>
        </p:nvSpPr>
        <p:spPr>
          <a:xfrm>
            <a:off x="457200" y="2963121"/>
            <a:ext cx="4114800" cy="1132629"/>
          </a:xfrm>
        </p:spPr>
        <p:txBody>
          <a:bodyPr lIns="0" tIns="0" rIns="0" bIns="0">
            <a:noAutofit/>
          </a:bodyPr>
          <a:lstStyle>
            <a:lvl1pPr mar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defRPr lang="en-US" sz="1100" b="0" kern="1200" spc="0" baseline="0" dirty="0">
                <a:solidFill>
                  <a:schemeClr val="bg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30000"/>
              </a:lnSpc>
              <a:spcBef>
                <a:spcPts val="0"/>
              </a:spcBef>
              <a:spcAft>
                <a:spcPts val="75"/>
              </a:spcAft>
              <a:buClr>
                <a:srgbClr val="0072C8"/>
              </a:buClr>
              <a:buSzPct val="110000"/>
              <a:buFont typeface="Arial" panose="020B0604020202020204" pitchFamily="34" charset="0"/>
              <a:buNone/>
            </a:pPr>
            <a:r>
              <a:rPr lang="en-US" dirty="0"/>
              <a:t>Enter a subtitle here.</a:t>
            </a:r>
          </a:p>
        </p:txBody>
      </p:sp>
      <p:sp>
        <p:nvSpPr>
          <p:cNvPr id="13" name="Text Placeholder 3"/>
          <p:cNvSpPr>
            <a:spLocks noGrp="1"/>
          </p:cNvSpPr>
          <p:nvPr>
            <p:ph type="body" sz="quarter" idx="16" hasCustomPrompt="1"/>
          </p:nvPr>
        </p:nvSpPr>
        <p:spPr>
          <a:xfrm>
            <a:off x="466725" y="4447235"/>
            <a:ext cx="1823085" cy="180634"/>
          </a:xfrm>
        </p:spPr>
        <p:txBody>
          <a:bodyPr tIns="0" bIns="0" anchor="b"/>
          <a:lstStyle>
            <a:lvl1pPr marL="0" indent="0">
              <a:buNone/>
              <a:defRPr sz="800">
                <a:solidFill>
                  <a:schemeClr val="bg1"/>
                </a:solidFill>
              </a:defRPr>
            </a:lvl1pPr>
          </a:lstStyle>
          <a:p>
            <a:pPr lvl="0"/>
            <a:r>
              <a:rPr lang="en-US" dirty="0"/>
              <a:t>Optional small text </a:t>
            </a:r>
            <a:endParaRPr lang="en-GB" dirty="0"/>
          </a:p>
        </p:txBody>
      </p:sp>
      <p:pic>
        <p:nvPicPr>
          <p:cNvPr id="2" name="Picture 1">
            <a:extLst>
              <a:ext uri="{FF2B5EF4-FFF2-40B4-BE49-F238E27FC236}">
                <a16:creationId xmlns:a16="http://schemas.microsoft.com/office/drawing/2014/main" id="{69A5FD63-F2B7-73E2-A53C-6E48374B0AC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34110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_light">
    <p:bg>
      <p:bgRef idx="1001">
        <a:schemeClr val="bg1"/>
      </p:bgRef>
    </p:bg>
    <p:spTree>
      <p:nvGrpSpPr>
        <p:cNvPr id="1" name=""/>
        <p:cNvGrpSpPr/>
        <p:nvPr/>
      </p:nvGrpSpPr>
      <p:grpSpPr>
        <a:xfrm>
          <a:off x="0" y="0"/>
          <a:ext cx="0" cy="0"/>
          <a:chOff x="0" y="0"/>
          <a:chExt cx="0" cy="0"/>
        </a:xfrm>
      </p:grpSpPr>
      <p:sp>
        <p:nvSpPr>
          <p:cNvPr id="11" name="Title Placeholder 1"/>
          <p:cNvSpPr>
            <a:spLocks noGrp="1"/>
          </p:cNvSpPr>
          <p:nvPr>
            <p:ph type="title" hasCustomPrompt="1"/>
          </p:nvPr>
        </p:nvSpPr>
        <p:spPr>
          <a:xfrm>
            <a:off x="457917" y="438150"/>
            <a:ext cx="3656884" cy="889000"/>
          </a:xfrm>
          <a:prstGeom prst="rect">
            <a:avLst/>
          </a:prstGeom>
        </p:spPr>
        <p:txBody>
          <a:bodyPr vert="horz" lIns="0" tIns="0" rIns="0" bIns="0" rtlCol="0" anchor="t">
            <a:noAutofit/>
          </a:bodyPr>
          <a:lstStyle>
            <a:lvl1pPr marL="0" algn="l" defTabSz="914400" rtl="0" eaLnBrk="1" latinLnBrk="0" hangingPunct="1">
              <a:lnSpc>
                <a:spcPct val="80000"/>
              </a:lnSpc>
              <a:spcBef>
                <a:spcPct val="0"/>
              </a:spcBef>
              <a:buNone/>
              <a:defRPr lang="en-US" sz="4000" b="1" kern="0" spc="-200" baseline="0" dirty="0">
                <a:solidFill>
                  <a:schemeClr val="tx1"/>
                </a:solidFill>
                <a:latin typeface="+mj-lt"/>
                <a:ea typeface="Roboto Medium" panose="02000000000000000000" pitchFamily="2" charset="0"/>
                <a:cs typeface="Segoe UI" panose="020B0502040204020203" pitchFamily="34" charset="0"/>
              </a:defRPr>
            </a:lvl1pPr>
          </a:lstStyle>
          <a:p>
            <a:r>
              <a:rPr lang="en-US" dirty="0"/>
              <a:t>Insert title here. In this</a:t>
            </a:r>
          </a:p>
        </p:txBody>
      </p:sp>
      <p:sp>
        <p:nvSpPr>
          <p:cNvPr id="3" name="Text Placeholder 2"/>
          <p:cNvSpPr>
            <a:spLocks noGrp="1"/>
          </p:cNvSpPr>
          <p:nvPr>
            <p:ph type="body" sz="quarter" idx="16" hasCustomPrompt="1"/>
          </p:nvPr>
        </p:nvSpPr>
        <p:spPr>
          <a:xfrm>
            <a:off x="461010" y="1496844"/>
            <a:ext cx="3657600" cy="671512"/>
          </a:xfrm>
        </p:spPr>
        <p:txBody>
          <a:bodyPr anchor="t"/>
          <a:lstStyle>
            <a:lvl1pPr marL="0" indent="0">
              <a:buNone/>
              <a:defRPr sz="1100">
                <a:solidFill>
                  <a:schemeClr val="accent1"/>
                </a:solidFill>
              </a:defRPr>
            </a:lvl1pPr>
            <a:lvl2pPr>
              <a:defRPr sz="1200"/>
            </a:lvl2pPr>
            <a:lvl3pPr>
              <a:defRPr sz="1200"/>
            </a:lvl3pPr>
            <a:lvl4pPr>
              <a:defRPr sz="1200"/>
            </a:lvl4pPr>
            <a:lvl5pPr>
              <a:defRPr sz="1200"/>
            </a:lvl5pPr>
          </a:lstStyle>
          <a:p>
            <a:pPr lvl="0"/>
            <a:r>
              <a:rPr lang="en-US" dirty="0"/>
              <a:t>Enter text here</a:t>
            </a:r>
            <a:endParaRPr lang="en-GB" dirty="0"/>
          </a:p>
        </p:txBody>
      </p:sp>
      <p:sp>
        <p:nvSpPr>
          <p:cNvPr id="26" name="Text Placeholder 3"/>
          <p:cNvSpPr>
            <a:spLocks noGrp="1"/>
          </p:cNvSpPr>
          <p:nvPr>
            <p:ph type="body" sz="quarter" idx="17" hasCustomPrompt="1"/>
          </p:nvPr>
        </p:nvSpPr>
        <p:spPr>
          <a:xfrm>
            <a:off x="466725" y="4447235"/>
            <a:ext cx="1823085" cy="180634"/>
          </a:xfrm>
        </p:spPr>
        <p:txBody>
          <a:bodyPr tIns="0" bIns="0" anchor="b"/>
          <a:lstStyle>
            <a:lvl1pPr marL="0" indent="0">
              <a:buNone/>
              <a:defRPr sz="800">
                <a:solidFill>
                  <a:schemeClr val="accent1"/>
                </a:solidFill>
              </a:defRPr>
            </a:lvl1pPr>
          </a:lstStyle>
          <a:p>
            <a:pPr lvl="0"/>
            <a:r>
              <a:rPr lang="en-US" dirty="0"/>
              <a:t>Optional small text </a:t>
            </a:r>
            <a:endParaRPr lang="en-GB" dirty="0"/>
          </a:p>
        </p:txBody>
      </p:sp>
      <p:pic>
        <p:nvPicPr>
          <p:cNvPr id="2" name="Picture 1">
            <a:extLst>
              <a:ext uri="{FF2B5EF4-FFF2-40B4-BE49-F238E27FC236}">
                <a16:creationId xmlns:a16="http://schemas.microsoft.com/office/drawing/2014/main" id="{8493CAA4-29FD-62F7-D3C3-006FC31E380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76346197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_gray">
    <p:bg>
      <p:bgPr>
        <a:solidFill>
          <a:schemeClr val="bg2"/>
        </a:solidFill>
        <a:effectLst/>
      </p:bgPr>
    </p:bg>
    <p:spTree>
      <p:nvGrpSpPr>
        <p:cNvPr id="1" name=""/>
        <p:cNvGrpSpPr/>
        <p:nvPr/>
      </p:nvGrpSpPr>
      <p:grpSpPr>
        <a:xfrm>
          <a:off x="0" y="0"/>
          <a:ext cx="0" cy="0"/>
          <a:chOff x="0" y="0"/>
          <a:chExt cx="0" cy="0"/>
        </a:xfrm>
      </p:grpSpPr>
      <p:sp>
        <p:nvSpPr>
          <p:cNvPr id="11" name="Title Placeholder 1"/>
          <p:cNvSpPr>
            <a:spLocks noGrp="1"/>
          </p:cNvSpPr>
          <p:nvPr>
            <p:ph type="title" hasCustomPrompt="1"/>
          </p:nvPr>
        </p:nvSpPr>
        <p:spPr>
          <a:xfrm>
            <a:off x="457917" y="438150"/>
            <a:ext cx="3656884" cy="889000"/>
          </a:xfrm>
          <a:prstGeom prst="rect">
            <a:avLst/>
          </a:prstGeom>
        </p:spPr>
        <p:txBody>
          <a:bodyPr vert="horz" lIns="0" tIns="0" rIns="0" bIns="0" rtlCol="0" anchor="t">
            <a:noAutofit/>
          </a:bodyPr>
          <a:lstStyle>
            <a:lvl1pPr marL="0" algn="l" defTabSz="914400" rtl="0" eaLnBrk="1" latinLnBrk="0" hangingPunct="1">
              <a:lnSpc>
                <a:spcPct val="80000"/>
              </a:lnSpc>
              <a:spcBef>
                <a:spcPct val="0"/>
              </a:spcBef>
              <a:buNone/>
              <a:defRPr lang="en-US" sz="4000" b="1" kern="0" spc="-200" baseline="0" dirty="0">
                <a:solidFill>
                  <a:schemeClr val="tx1"/>
                </a:solidFill>
                <a:latin typeface="+mj-lt"/>
                <a:ea typeface="Roboto Medium" panose="02000000000000000000" pitchFamily="2" charset="0"/>
                <a:cs typeface="Segoe UI" panose="020B0502040204020203" pitchFamily="34" charset="0"/>
              </a:defRPr>
            </a:lvl1pPr>
          </a:lstStyle>
          <a:p>
            <a:r>
              <a:rPr lang="en-US" dirty="0"/>
              <a:t>Insert title here. In this</a:t>
            </a:r>
          </a:p>
        </p:txBody>
      </p:sp>
      <p:sp>
        <p:nvSpPr>
          <p:cNvPr id="3" name="Text Placeholder 2"/>
          <p:cNvSpPr>
            <a:spLocks noGrp="1"/>
          </p:cNvSpPr>
          <p:nvPr>
            <p:ph type="body" sz="quarter" idx="16" hasCustomPrompt="1"/>
          </p:nvPr>
        </p:nvSpPr>
        <p:spPr>
          <a:xfrm>
            <a:off x="461010" y="1496844"/>
            <a:ext cx="3657600" cy="671512"/>
          </a:xfrm>
        </p:spPr>
        <p:txBody>
          <a:bodyPr anchor="t"/>
          <a:lstStyle>
            <a:lvl1pPr marL="0" indent="0">
              <a:buNone/>
              <a:defRPr sz="1100">
                <a:solidFill>
                  <a:schemeClr val="accent1"/>
                </a:solidFill>
              </a:defRPr>
            </a:lvl1pPr>
            <a:lvl2pPr>
              <a:defRPr sz="1200"/>
            </a:lvl2pPr>
            <a:lvl3pPr>
              <a:defRPr sz="1200"/>
            </a:lvl3pPr>
            <a:lvl4pPr>
              <a:defRPr sz="1200"/>
            </a:lvl4pPr>
            <a:lvl5pPr>
              <a:defRPr sz="1200"/>
            </a:lvl5pPr>
          </a:lstStyle>
          <a:p>
            <a:pPr lvl="0"/>
            <a:r>
              <a:rPr lang="en-US" dirty="0"/>
              <a:t>Enter text here</a:t>
            </a:r>
            <a:endParaRPr lang="en-GB" dirty="0"/>
          </a:p>
        </p:txBody>
      </p:sp>
      <p:sp>
        <p:nvSpPr>
          <p:cNvPr id="26" name="Text Placeholder 3"/>
          <p:cNvSpPr>
            <a:spLocks noGrp="1"/>
          </p:cNvSpPr>
          <p:nvPr>
            <p:ph type="body" sz="quarter" idx="17" hasCustomPrompt="1"/>
          </p:nvPr>
        </p:nvSpPr>
        <p:spPr>
          <a:xfrm>
            <a:off x="466725" y="4447235"/>
            <a:ext cx="1823085" cy="180634"/>
          </a:xfrm>
        </p:spPr>
        <p:txBody>
          <a:bodyPr tIns="0" bIns="0" anchor="b"/>
          <a:lstStyle>
            <a:lvl1pPr marL="0" indent="0">
              <a:buNone/>
              <a:defRPr sz="800">
                <a:solidFill>
                  <a:schemeClr val="accent1"/>
                </a:solidFill>
              </a:defRPr>
            </a:lvl1pPr>
          </a:lstStyle>
          <a:p>
            <a:pPr lvl="0"/>
            <a:r>
              <a:rPr lang="en-US" dirty="0"/>
              <a:t>Optional small text </a:t>
            </a:r>
            <a:endParaRPr lang="en-GB" dirty="0"/>
          </a:p>
        </p:txBody>
      </p:sp>
      <p:pic>
        <p:nvPicPr>
          <p:cNvPr id="2" name="Picture 1">
            <a:extLst>
              <a:ext uri="{FF2B5EF4-FFF2-40B4-BE49-F238E27FC236}">
                <a16:creationId xmlns:a16="http://schemas.microsoft.com/office/drawing/2014/main" id="{47ADAA5F-0C84-009A-3435-DEBF263BF97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2093666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_dark">
    <p:bg>
      <p:bgPr>
        <a:solidFill>
          <a:schemeClr val="tx2"/>
        </a:solidFill>
        <a:effectLst/>
      </p:bgPr>
    </p:bg>
    <p:spTree>
      <p:nvGrpSpPr>
        <p:cNvPr id="1" name=""/>
        <p:cNvGrpSpPr/>
        <p:nvPr/>
      </p:nvGrpSpPr>
      <p:grpSpPr>
        <a:xfrm>
          <a:off x="0" y="0"/>
          <a:ext cx="0" cy="0"/>
          <a:chOff x="0" y="0"/>
          <a:chExt cx="0" cy="0"/>
        </a:xfrm>
      </p:grpSpPr>
      <p:sp>
        <p:nvSpPr>
          <p:cNvPr id="26" name="Text Placeholder 3"/>
          <p:cNvSpPr>
            <a:spLocks noGrp="1"/>
          </p:cNvSpPr>
          <p:nvPr>
            <p:ph type="body" sz="quarter" idx="17" hasCustomPrompt="1"/>
          </p:nvPr>
        </p:nvSpPr>
        <p:spPr>
          <a:xfrm>
            <a:off x="466725" y="4447235"/>
            <a:ext cx="1823085" cy="180634"/>
          </a:xfrm>
        </p:spPr>
        <p:txBody>
          <a:bodyPr tIns="0" bIns="0" anchor="b"/>
          <a:lstStyle>
            <a:lvl1pPr marL="0" indent="0">
              <a:buNone/>
              <a:defRPr sz="800">
                <a:solidFill>
                  <a:schemeClr val="bg1"/>
                </a:solidFill>
              </a:defRPr>
            </a:lvl1pPr>
          </a:lstStyle>
          <a:p>
            <a:pPr lvl="0"/>
            <a:r>
              <a:rPr lang="en-US" dirty="0"/>
              <a:t>Optional small text </a:t>
            </a:r>
            <a:endParaRPr lang="en-GB" dirty="0"/>
          </a:p>
        </p:txBody>
      </p:sp>
      <p:sp>
        <p:nvSpPr>
          <p:cNvPr id="13" name="Title Placeholder 1"/>
          <p:cNvSpPr>
            <a:spLocks noGrp="1"/>
          </p:cNvSpPr>
          <p:nvPr>
            <p:ph type="title" hasCustomPrompt="1"/>
          </p:nvPr>
        </p:nvSpPr>
        <p:spPr>
          <a:xfrm>
            <a:off x="457917" y="438150"/>
            <a:ext cx="3656884" cy="889000"/>
          </a:xfrm>
          <a:prstGeom prst="rect">
            <a:avLst/>
          </a:prstGeom>
        </p:spPr>
        <p:txBody>
          <a:bodyPr vert="horz" lIns="0" tIns="0" rIns="0" bIns="0" rtlCol="0" anchor="t">
            <a:noAutofit/>
          </a:bodyPr>
          <a:lstStyle>
            <a:lvl1pPr marL="0" algn="l" defTabSz="914400" rtl="0" eaLnBrk="1" latinLnBrk="0" hangingPunct="1">
              <a:lnSpc>
                <a:spcPct val="80000"/>
              </a:lnSpc>
              <a:spcBef>
                <a:spcPct val="0"/>
              </a:spcBef>
              <a:buNone/>
              <a:defRPr lang="en-US" sz="4000" b="1" kern="0" spc="-200" baseline="0" dirty="0">
                <a:solidFill>
                  <a:schemeClr val="bg1"/>
                </a:solidFill>
                <a:latin typeface="+mj-lt"/>
                <a:ea typeface="Roboto Medium" panose="02000000000000000000" pitchFamily="2" charset="0"/>
                <a:cs typeface="Segoe UI" panose="020B0502040204020203" pitchFamily="34" charset="0"/>
              </a:defRPr>
            </a:lvl1pPr>
          </a:lstStyle>
          <a:p>
            <a:r>
              <a:rPr lang="en-US" dirty="0"/>
              <a:t>Insert title here. </a:t>
            </a:r>
          </a:p>
        </p:txBody>
      </p:sp>
      <p:sp>
        <p:nvSpPr>
          <p:cNvPr id="15" name="Text Placeholder 2"/>
          <p:cNvSpPr>
            <a:spLocks noGrp="1"/>
          </p:cNvSpPr>
          <p:nvPr>
            <p:ph type="body" sz="quarter" idx="16" hasCustomPrompt="1"/>
          </p:nvPr>
        </p:nvSpPr>
        <p:spPr>
          <a:xfrm>
            <a:off x="461010" y="1496844"/>
            <a:ext cx="3657600" cy="671512"/>
          </a:xfrm>
        </p:spPr>
        <p:txBody>
          <a:bodyPr anchor="t"/>
          <a:lstStyle>
            <a:lvl1pPr marL="0" indent="0">
              <a:buNone/>
              <a:defRPr sz="1100">
                <a:solidFill>
                  <a:schemeClr val="bg1"/>
                </a:solidFill>
              </a:defRPr>
            </a:lvl1pPr>
            <a:lvl2pPr>
              <a:defRPr sz="1200"/>
            </a:lvl2pPr>
            <a:lvl3pPr>
              <a:defRPr sz="1200"/>
            </a:lvl3pPr>
            <a:lvl4pPr>
              <a:defRPr sz="1200"/>
            </a:lvl4pPr>
            <a:lvl5pPr>
              <a:defRPr sz="1200"/>
            </a:lvl5pPr>
          </a:lstStyle>
          <a:p>
            <a:pPr lvl="0"/>
            <a:r>
              <a:rPr lang="en-US" dirty="0"/>
              <a:t>Enter text here</a:t>
            </a:r>
            <a:endParaRPr lang="en-GB" dirty="0"/>
          </a:p>
        </p:txBody>
      </p:sp>
      <p:pic>
        <p:nvPicPr>
          <p:cNvPr id="2" name="Picture 1">
            <a:extLst>
              <a:ext uri="{FF2B5EF4-FFF2-40B4-BE49-F238E27FC236}">
                <a16:creationId xmlns:a16="http://schemas.microsoft.com/office/drawing/2014/main" id="{BC52DC5B-6455-3EC0-5CE7-8E89E80F180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2544538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Photo">
    <p:bg>
      <p:bgPr>
        <a:solidFill>
          <a:srgbClr val="FFFFFF"/>
        </a:solidFill>
        <a:effectLst/>
      </p:bgPr>
    </p:bg>
    <p:spTree>
      <p:nvGrpSpPr>
        <p:cNvPr id="1" name=""/>
        <p:cNvGrpSpPr/>
        <p:nvPr/>
      </p:nvGrpSpPr>
      <p:grpSpPr>
        <a:xfrm>
          <a:off x="0" y="0"/>
          <a:ext cx="0" cy="0"/>
          <a:chOff x="0" y="0"/>
          <a:chExt cx="0" cy="0"/>
        </a:xfrm>
      </p:grpSpPr>
      <p:sp>
        <p:nvSpPr>
          <p:cNvPr id="4" name="Picture Placeholder 4"/>
          <p:cNvSpPr>
            <a:spLocks noGrp="1"/>
          </p:cNvSpPr>
          <p:nvPr>
            <p:ph type="pic" sz="quarter" idx="21"/>
          </p:nvPr>
        </p:nvSpPr>
        <p:spPr>
          <a:xfrm>
            <a:off x="0" y="0"/>
            <a:ext cx="9144000" cy="5143500"/>
          </a:xfrm>
          <a:prstGeom prst="rect">
            <a:avLst/>
          </a:prstGeom>
          <a:solidFill>
            <a:schemeClr val="accent5"/>
          </a:solidFill>
        </p:spPr>
        <p:txBody>
          <a:bodyPr vert="horz" wrap="square" lIns="0" tIns="914400" rIns="0" bIns="45720" rtlCol="0" anchor="ctr">
            <a:noAutofit/>
          </a:bodyPr>
          <a:lstStyle>
            <a:lvl1pPr marL="0" indent="0" algn="ctr">
              <a:buNone/>
              <a:defRPr lang="en-US">
                <a:solidFill>
                  <a:schemeClr val="bg1"/>
                </a:solidFill>
              </a:defRPr>
            </a:lvl1pPr>
          </a:lstStyle>
          <a:p>
            <a:pPr marL="173038" lvl="0" indent="-173038" algn="ctr"/>
            <a:r>
              <a:rPr lang="en-US"/>
              <a:t>Click icon to add picture</a:t>
            </a:r>
          </a:p>
        </p:txBody>
      </p:sp>
      <p:sp>
        <p:nvSpPr>
          <p:cNvPr id="3" name="Title Placeholder 1"/>
          <p:cNvSpPr>
            <a:spLocks noGrp="1"/>
          </p:cNvSpPr>
          <p:nvPr>
            <p:ph type="title" hasCustomPrompt="1"/>
          </p:nvPr>
        </p:nvSpPr>
        <p:spPr>
          <a:xfrm>
            <a:off x="466852" y="438150"/>
            <a:ext cx="3293618" cy="2312253"/>
          </a:xfrm>
          <a:prstGeom prst="rect">
            <a:avLst/>
          </a:prstGeom>
        </p:spPr>
        <p:txBody>
          <a:bodyPr vert="horz" lIns="0" tIns="0" rIns="91440" bIns="45720" rtlCol="0" anchor="t">
            <a:noAutofit/>
          </a:bodyPr>
          <a:lstStyle>
            <a:lvl1pPr marL="0" algn="l" defTabSz="914400" rtl="0" eaLnBrk="1" latinLnBrk="0" hangingPunct="1">
              <a:lnSpc>
                <a:spcPct val="80000"/>
              </a:lnSpc>
              <a:spcBef>
                <a:spcPct val="0"/>
              </a:spcBef>
              <a:buNone/>
              <a:defRPr lang="en-US" sz="4000" b="1" kern="0" spc="-150" baseline="0" dirty="0">
                <a:solidFill>
                  <a:schemeClr val="bg1"/>
                </a:solidFill>
                <a:latin typeface="+mj-lt"/>
                <a:ea typeface="Roboto Medium" panose="02000000000000000000" pitchFamily="2" charset="0"/>
                <a:cs typeface="Arial" panose="020B0604020202020204" pitchFamily="34" charset="0"/>
              </a:defRPr>
            </a:lvl1pPr>
          </a:lstStyle>
          <a:p>
            <a:r>
              <a:rPr lang="en-US" dirty="0"/>
              <a:t>Enter text to edit master style </a:t>
            </a:r>
          </a:p>
        </p:txBody>
      </p:sp>
      <p:pic>
        <p:nvPicPr>
          <p:cNvPr id="6" name="Picture 5">
            <a:extLst>
              <a:ext uri="{FF2B5EF4-FFF2-40B4-BE49-F238E27FC236}">
                <a16:creationId xmlns:a16="http://schemas.microsoft.com/office/drawing/2014/main" id="{50981944-EC79-65E6-0007-986ECD3C0B0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833921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_dark">
    <p:bg>
      <p:bgPr>
        <a:solidFill>
          <a:srgbClr val="11498B"/>
        </a:solidFill>
        <a:effectLst/>
      </p:bgPr>
    </p:bg>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66852" y="438150"/>
            <a:ext cx="3293618" cy="2312253"/>
          </a:xfrm>
          <a:prstGeom prst="rect">
            <a:avLst/>
          </a:prstGeom>
        </p:spPr>
        <p:txBody>
          <a:bodyPr vert="horz" lIns="0" tIns="0" rIns="0" bIns="0" rtlCol="0" anchor="t">
            <a:noAutofit/>
          </a:bodyPr>
          <a:lstStyle>
            <a:lvl1pPr marL="0" algn="l" defTabSz="914400" rtl="0" eaLnBrk="1" latinLnBrk="0" hangingPunct="1">
              <a:lnSpc>
                <a:spcPct val="90000"/>
              </a:lnSpc>
              <a:spcBef>
                <a:spcPct val="0"/>
              </a:spcBef>
              <a:buNone/>
              <a:defRPr lang="en-US" sz="3600" b="1" kern="0" spc="-150" baseline="0" dirty="0">
                <a:solidFill>
                  <a:schemeClr val="bg1"/>
                </a:solidFill>
                <a:latin typeface="+mj-lt"/>
                <a:ea typeface="Roboto Medium" panose="02000000000000000000" pitchFamily="2" charset="0"/>
                <a:cs typeface="Arial" panose="020B0604020202020204" pitchFamily="34" charset="0"/>
              </a:defRPr>
            </a:lvl1pPr>
          </a:lstStyle>
          <a:p>
            <a:r>
              <a:rPr lang="en-US" dirty="0"/>
              <a:t>Enter text to edit master style </a:t>
            </a:r>
          </a:p>
        </p:txBody>
      </p:sp>
      <p:sp>
        <p:nvSpPr>
          <p:cNvPr id="3" name="Text Placeholder 2"/>
          <p:cNvSpPr>
            <a:spLocks noGrp="1"/>
          </p:cNvSpPr>
          <p:nvPr>
            <p:ph type="body" sz="quarter" idx="10" hasCustomPrompt="1"/>
          </p:nvPr>
        </p:nvSpPr>
        <p:spPr>
          <a:xfrm>
            <a:off x="4571999" y="518433"/>
            <a:ext cx="3308555" cy="2212971"/>
          </a:xfrm>
        </p:spPr>
        <p:txBody>
          <a:bodyPr tIns="0" bIns="0"/>
          <a:lstStyle>
            <a:lvl1pPr marL="0" indent="0">
              <a:buNone/>
              <a:defRPr sz="1600" baseline="0">
                <a:solidFill>
                  <a:schemeClr val="bg1"/>
                </a:solidFill>
              </a:defRPr>
            </a:lvl1pPr>
            <a:lvl2pPr marL="173037" indent="0">
              <a:buNone/>
              <a:defRPr>
                <a:solidFill>
                  <a:schemeClr val="accent6"/>
                </a:solidFill>
              </a:defRPr>
            </a:lvl2pPr>
            <a:lvl3pPr marL="323850" indent="0">
              <a:buNone/>
              <a:defRPr>
                <a:solidFill>
                  <a:schemeClr val="accent6"/>
                </a:solidFill>
              </a:defRPr>
            </a:lvl3pPr>
            <a:lvl4pPr marL="457200" indent="0">
              <a:buNone/>
              <a:defRPr>
                <a:solidFill>
                  <a:schemeClr val="accent6"/>
                </a:solidFill>
              </a:defRPr>
            </a:lvl4pPr>
            <a:lvl5pPr marL="593725" indent="0">
              <a:buNone/>
              <a:defRPr>
                <a:solidFill>
                  <a:schemeClr val="accent6"/>
                </a:solidFill>
              </a:defRPr>
            </a:lvl5pPr>
          </a:lstStyle>
          <a:p>
            <a:pPr lvl="0"/>
            <a:r>
              <a:rPr lang="en-US" dirty="0"/>
              <a:t>Enter text here</a:t>
            </a:r>
            <a:endParaRPr lang="en-GB" dirty="0"/>
          </a:p>
        </p:txBody>
      </p:sp>
      <p:sp>
        <p:nvSpPr>
          <p:cNvPr id="5" name="TextBox 4"/>
          <p:cNvSpPr txBox="1"/>
          <p:nvPr userDrawn="1"/>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bg1"/>
                </a:solidFill>
                <a:latin typeface="Arial" panose="020B0604020202020204" pitchFamily="34" charset="0"/>
                <a:cs typeface="Arial" panose="020B0604020202020204" pitchFamily="34" charset="0"/>
              </a:rPr>
              <a:t>incose.org</a:t>
            </a:r>
            <a:r>
              <a:rPr lang="en-GB" sz="800" spc="0" baseline="0" dirty="0">
                <a:solidFill>
                  <a:schemeClr val="bg1"/>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bg1"/>
                </a:solidFill>
                <a:latin typeface="Arial" panose="020B0604020202020204" pitchFamily="34" charset="0"/>
                <a:cs typeface="Arial" panose="020B0604020202020204" pitchFamily="34" charset="0"/>
              </a:rPr>
              <a:t>‹#›</a:t>
            </a:fld>
            <a:endParaRPr lang="en-GB" sz="800" spc="0" baseline="0" dirty="0">
              <a:solidFill>
                <a:schemeClr val="bg1"/>
              </a:solidFill>
              <a:latin typeface="Arial" panose="020B0604020202020204" pitchFamily="34" charset="0"/>
              <a:cs typeface="Arial" panose="020B0604020202020204" pitchFamily="34" charset="0"/>
            </a:endParaRPr>
          </a:p>
        </p:txBody>
      </p:sp>
      <p:sp>
        <p:nvSpPr>
          <p:cNvPr id="7"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bg1"/>
                </a:solidFill>
              </a:defRPr>
            </a:lvl1pPr>
          </a:lstStyle>
          <a:p>
            <a:pPr lvl="0"/>
            <a:r>
              <a:rPr lang="en-US" dirty="0"/>
              <a:t>Optional small text </a:t>
            </a:r>
            <a:endParaRPr lang="en-GB" dirty="0"/>
          </a:p>
        </p:txBody>
      </p:sp>
      <p:pic>
        <p:nvPicPr>
          <p:cNvPr id="4" name="Picture 3">
            <a:extLst>
              <a:ext uri="{FF2B5EF4-FFF2-40B4-BE49-F238E27FC236}">
                <a16:creationId xmlns:a16="http://schemas.microsoft.com/office/drawing/2014/main" id="{07DC47B5-D5A9-EC12-25FB-937DA64EA25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68423628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_gray">
    <p:bg>
      <p:bgPr>
        <a:solidFill>
          <a:schemeClr val="bg2"/>
        </a:solidFill>
        <a:effectLst/>
      </p:bgPr>
    </p:bg>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66852" y="438150"/>
            <a:ext cx="3225038" cy="2312253"/>
          </a:xfrm>
          <a:prstGeom prst="rect">
            <a:avLst/>
          </a:prstGeom>
        </p:spPr>
        <p:txBody>
          <a:bodyPr vert="horz" lIns="0" tIns="0" rIns="0" bIns="0" rtlCol="0" anchor="t">
            <a:noAutofit/>
          </a:bodyPr>
          <a:lstStyle>
            <a:lvl1pPr marL="0" algn="l" defTabSz="914400" rtl="0" eaLnBrk="1" latinLnBrk="0" hangingPunct="1">
              <a:lnSpc>
                <a:spcPct val="90000"/>
              </a:lnSpc>
              <a:spcBef>
                <a:spcPct val="0"/>
              </a:spcBef>
              <a:buNone/>
              <a:defRPr lang="en-US" sz="3600" b="1" kern="0" spc="-150" baseline="0" dirty="0">
                <a:solidFill>
                  <a:schemeClr val="accent3"/>
                </a:solidFill>
                <a:latin typeface="+mj-lt"/>
                <a:ea typeface="Roboto Medium" panose="02000000000000000000" pitchFamily="2" charset="0"/>
                <a:cs typeface="Arial" panose="020B0604020202020204" pitchFamily="34" charset="0"/>
              </a:defRPr>
            </a:lvl1pPr>
          </a:lstStyle>
          <a:p>
            <a:r>
              <a:rPr lang="en-US" dirty="0"/>
              <a:t>Enter text to edit master style </a:t>
            </a:r>
          </a:p>
        </p:txBody>
      </p:sp>
      <p:sp>
        <p:nvSpPr>
          <p:cNvPr id="7" name="Text Placeholder 2"/>
          <p:cNvSpPr>
            <a:spLocks noGrp="1"/>
          </p:cNvSpPr>
          <p:nvPr>
            <p:ph type="body" sz="quarter" idx="13" hasCustomPrompt="1"/>
          </p:nvPr>
        </p:nvSpPr>
        <p:spPr>
          <a:xfrm>
            <a:off x="4586748" y="518433"/>
            <a:ext cx="3267634" cy="2506435"/>
          </a:xfrm>
        </p:spPr>
        <p:txBody>
          <a:bodyPr tIns="0" bIns="0" anchor="t"/>
          <a:lstStyle>
            <a:lvl1pPr marL="0" indent="0" algn="l" defTabSz="914400" rtl="0" eaLnBrk="1" latinLnBrk="0" hangingPunct="1">
              <a:lnSpc>
                <a:spcPct val="100000"/>
              </a:lnSpc>
              <a:spcBef>
                <a:spcPts val="750"/>
              </a:spcBef>
              <a:buClr>
                <a:schemeClr val="accent2"/>
              </a:buClr>
              <a:buSzPct val="110000"/>
              <a:buFont typeface="Wingdings" panose="05000000000000000000" pitchFamily="2" charset="2"/>
              <a:buNone/>
              <a:defRPr lang="en-US" sz="1600" kern="1200" spc="0" baseline="0" dirty="0" smtClean="0">
                <a:solidFill>
                  <a:schemeClr val="tx1"/>
                </a:solidFill>
                <a:latin typeface="+mj-lt"/>
                <a:ea typeface="+mn-ea"/>
                <a:cs typeface="Segoe UI" panose="020B0502040204020203" pitchFamily="34" charset="0"/>
              </a:defRPr>
            </a:lvl1pPr>
            <a:lvl2pPr marL="0" indent="0" algn="l" defTabSz="914400" rtl="0" eaLnBrk="1" latinLnBrk="0" hangingPunct="1">
              <a:lnSpc>
                <a:spcPct val="150000"/>
              </a:lnSpc>
              <a:spcBef>
                <a:spcPts val="0"/>
              </a:spcBef>
              <a:buClr>
                <a:schemeClr val="accent2"/>
              </a:buClr>
              <a:buSzPct val="110000"/>
              <a:buFont typeface="Wingdings" panose="05000000000000000000" pitchFamily="2" charset="2"/>
              <a:buNone/>
              <a:defRPr lang="en-US" sz="1600" kern="1200" spc="80" baseline="0" dirty="0" smtClean="0">
                <a:solidFill>
                  <a:schemeClr val="accent6"/>
                </a:solidFill>
                <a:latin typeface="+mj-lt"/>
                <a:ea typeface="+mn-ea"/>
                <a:cs typeface="Segoe UI" panose="020B0502040204020203" pitchFamily="34" charset="0"/>
              </a:defRPr>
            </a:lvl2pPr>
            <a:lvl3pPr marL="0" indent="0" algn="l" defTabSz="914400" rtl="0" eaLnBrk="1" latinLnBrk="0" hangingPunct="1">
              <a:lnSpc>
                <a:spcPct val="150000"/>
              </a:lnSpc>
              <a:spcBef>
                <a:spcPts val="0"/>
              </a:spcBef>
              <a:buClr>
                <a:schemeClr val="accent2"/>
              </a:buClr>
              <a:buSzPct val="110000"/>
              <a:buFont typeface="Wingdings" panose="05000000000000000000" pitchFamily="2" charset="2"/>
              <a:buNone/>
              <a:defRPr lang="en-US" sz="1600" kern="1200" spc="80" baseline="0" dirty="0" smtClean="0">
                <a:solidFill>
                  <a:schemeClr val="accent6"/>
                </a:solidFill>
                <a:latin typeface="+mj-lt"/>
                <a:ea typeface="+mn-ea"/>
                <a:cs typeface="Segoe UI" panose="020B0502040204020203" pitchFamily="34" charset="0"/>
              </a:defRPr>
            </a:lvl3pPr>
            <a:lvl4pPr marL="0" indent="0" algn="l" defTabSz="914400" rtl="0" eaLnBrk="1" latinLnBrk="0" hangingPunct="1">
              <a:lnSpc>
                <a:spcPct val="150000"/>
              </a:lnSpc>
              <a:spcBef>
                <a:spcPts val="0"/>
              </a:spcBef>
              <a:buClr>
                <a:schemeClr val="accent2"/>
              </a:buClr>
              <a:buSzPct val="110000"/>
              <a:buFont typeface="Wingdings" panose="05000000000000000000" pitchFamily="2" charset="2"/>
              <a:buNone/>
              <a:defRPr lang="en-US" sz="1600" kern="1200" spc="80" baseline="0" dirty="0" smtClean="0">
                <a:solidFill>
                  <a:schemeClr val="accent6"/>
                </a:solidFill>
                <a:latin typeface="+mj-lt"/>
                <a:ea typeface="+mn-ea"/>
                <a:cs typeface="Segoe UI" panose="020B0502040204020203" pitchFamily="34" charset="0"/>
              </a:defRPr>
            </a:lvl4pPr>
            <a:lvl5pPr marL="0" indent="0" algn="l" defTabSz="914400" rtl="0" eaLnBrk="1" latinLnBrk="0" hangingPunct="1">
              <a:lnSpc>
                <a:spcPct val="150000"/>
              </a:lnSpc>
              <a:spcBef>
                <a:spcPts val="0"/>
              </a:spcBef>
              <a:buClr>
                <a:schemeClr val="accent2"/>
              </a:buClr>
              <a:buSzPct val="110000"/>
              <a:buFont typeface="Wingdings" panose="05000000000000000000" pitchFamily="2" charset="2"/>
              <a:buNone/>
              <a:defRPr lang="en-GB" sz="1600" kern="1200" spc="80" baseline="0" dirty="0" smtClean="0">
                <a:solidFill>
                  <a:schemeClr val="accent6"/>
                </a:solidFill>
                <a:latin typeface="+mj-lt"/>
                <a:ea typeface="+mn-ea"/>
                <a:cs typeface="Segoe UI" panose="020B0502040204020203" pitchFamily="34" charset="0"/>
              </a:defRPr>
            </a:lvl5pPr>
          </a:lstStyle>
          <a:p>
            <a:pPr lvl="0"/>
            <a:r>
              <a:rPr lang="en-US" dirty="0"/>
              <a:t>Enter text here</a:t>
            </a:r>
            <a:endParaRPr lang="en-GB" dirty="0"/>
          </a:p>
        </p:txBody>
      </p:sp>
      <p:sp>
        <p:nvSpPr>
          <p:cNvPr id="5" name="Text Placeholder 3"/>
          <p:cNvSpPr>
            <a:spLocks noGrp="1"/>
          </p:cNvSpPr>
          <p:nvPr>
            <p:ph type="body" sz="quarter" idx="17" hasCustomPrompt="1"/>
          </p:nvPr>
        </p:nvSpPr>
        <p:spPr>
          <a:xfrm>
            <a:off x="466725" y="4603376"/>
            <a:ext cx="1823085" cy="106456"/>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sp>
        <p:nvSpPr>
          <p:cNvPr id="8" name="TextBox 7">
            <a:extLst>
              <a:ext uri="{FF2B5EF4-FFF2-40B4-BE49-F238E27FC236}">
                <a16:creationId xmlns:a16="http://schemas.microsoft.com/office/drawing/2014/main" id="{B2B6D04A-DBF1-1DAF-B1A8-C532E5322231}"/>
              </a:ext>
            </a:extLst>
          </p:cNvPr>
          <p:cNvSpPr txBox="1"/>
          <p:nvPr userDrawn="1"/>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accent3"/>
                </a:solidFill>
                <a:latin typeface="Arial" panose="020B0604020202020204" pitchFamily="34" charset="0"/>
                <a:cs typeface="Arial" panose="020B0604020202020204" pitchFamily="34" charset="0"/>
              </a:rPr>
              <a:t>incose.org</a:t>
            </a:r>
            <a:r>
              <a:rPr lang="en-GB" sz="800" spc="0" baseline="0" dirty="0">
                <a:solidFill>
                  <a:schemeClr val="accent3"/>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accent3"/>
                </a:solidFill>
                <a:latin typeface="Arial" panose="020B0604020202020204" pitchFamily="34" charset="0"/>
                <a:cs typeface="Arial" panose="020B0604020202020204" pitchFamily="34" charset="0"/>
              </a:rPr>
              <a:t>‹#›</a:t>
            </a:fld>
            <a:endParaRPr lang="en-GB" sz="800" spc="0" baseline="0" dirty="0">
              <a:solidFill>
                <a:schemeClr val="accent3"/>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29CBBF4-214F-BD98-83A4-0C96D387E71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2879763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_divider_gray">
    <p:bg>
      <p:bgPr>
        <a:solidFill>
          <a:schemeClr val="bg2"/>
        </a:solidFill>
        <a:effectLst/>
      </p:bgPr>
    </p:bg>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66851" y="1938770"/>
            <a:ext cx="6396343" cy="1265959"/>
          </a:xfrm>
          <a:prstGeom prst="rect">
            <a:avLst/>
          </a:prstGeom>
        </p:spPr>
        <p:txBody>
          <a:bodyPr vert="horz" lIns="0" tIns="0" rIns="0" bIns="0" rtlCol="0" anchor="t">
            <a:noAutofit/>
          </a:bodyPr>
          <a:lstStyle>
            <a:lvl1pPr marL="0" algn="l" defTabSz="914400" rtl="0" eaLnBrk="1" latinLnBrk="0" hangingPunct="1">
              <a:lnSpc>
                <a:spcPct val="90000"/>
              </a:lnSpc>
              <a:spcBef>
                <a:spcPct val="0"/>
              </a:spcBef>
              <a:buNone/>
              <a:defRPr lang="en-US" sz="4400" b="1" kern="0" spc="-150" baseline="0" dirty="0">
                <a:solidFill>
                  <a:schemeClr val="accent3"/>
                </a:solidFill>
                <a:latin typeface="+mj-lt"/>
                <a:ea typeface="Roboto Medium" panose="02000000000000000000" pitchFamily="2" charset="0"/>
                <a:cs typeface="Arial" panose="020B0604020202020204" pitchFamily="34" charset="0"/>
              </a:defRPr>
            </a:lvl1pPr>
          </a:lstStyle>
          <a:p>
            <a:r>
              <a:rPr lang="en-US" dirty="0"/>
              <a:t>Enter text to edit master style </a:t>
            </a:r>
          </a:p>
        </p:txBody>
      </p:sp>
      <p:sp>
        <p:nvSpPr>
          <p:cNvPr id="8" name="Text Placeholder 7"/>
          <p:cNvSpPr>
            <a:spLocks noGrp="1"/>
          </p:cNvSpPr>
          <p:nvPr>
            <p:ph type="body" sz="quarter" idx="10" hasCustomPrompt="1"/>
          </p:nvPr>
        </p:nvSpPr>
        <p:spPr>
          <a:xfrm>
            <a:off x="466725" y="3282950"/>
            <a:ext cx="6396038" cy="987425"/>
          </a:xfrm>
        </p:spPr>
        <p:txBody>
          <a:bodyPr/>
          <a:lstStyle>
            <a:lvl1pPr marL="228600" indent="-228600">
              <a:lnSpc>
                <a:spcPct val="100000"/>
              </a:lnSpc>
              <a:spcBef>
                <a:spcPts val="750"/>
              </a:spcBef>
              <a:buClr>
                <a:schemeClr val="accent1"/>
              </a:buClr>
              <a:buAutoNum type="arabicParenR"/>
              <a:defRPr>
                <a:solidFill>
                  <a:schemeClr val="accent1"/>
                </a:solidFill>
              </a:defRPr>
            </a:lvl1pPr>
          </a:lstStyle>
          <a:p>
            <a:pPr marL="342900" indent="-342900">
              <a:lnSpc>
                <a:spcPct val="100000"/>
              </a:lnSpc>
              <a:spcBef>
                <a:spcPts val="750"/>
              </a:spcBef>
              <a:buAutoNum type="arabicParenR"/>
            </a:pPr>
            <a:r>
              <a:rPr lang="en-US" sz="1200" b="0" spc="0" baseline="0" dirty="0">
                <a:solidFill>
                  <a:schemeClr val="accent4"/>
                </a:solidFill>
              </a:rPr>
              <a:t>Agenda item</a:t>
            </a:r>
          </a:p>
          <a:p>
            <a:pPr marL="342900" indent="-342900">
              <a:lnSpc>
                <a:spcPct val="100000"/>
              </a:lnSpc>
              <a:spcBef>
                <a:spcPts val="750"/>
              </a:spcBef>
              <a:buAutoNum type="arabicParenR"/>
            </a:pPr>
            <a:r>
              <a:rPr lang="en-US" sz="1200" b="0" spc="0" baseline="0" dirty="0">
                <a:solidFill>
                  <a:schemeClr val="accent4"/>
                </a:solidFill>
              </a:rPr>
              <a:t>Agenda item</a:t>
            </a:r>
          </a:p>
          <a:p>
            <a:pPr marL="342900" indent="-342900">
              <a:lnSpc>
                <a:spcPct val="100000"/>
              </a:lnSpc>
              <a:spcBef>
                <a:spcPts val="750"/>
              </a:spcBef>
              <a:buAutoNum type="arabicParenR"/>
            </a:pPr>
            <a:r>
              <a:rPr lang="en-US" sz="1200" b="0" spc="0" baseline="0" dirty="0">
                <a:solidFill>
                  <a:schemeClr val="accent4"/>
                </a:solidFill>
              </a:rPr>
              <a:t>Agenda item</a:t>
            </a:r>
          </a:p>
        </p:txBody>
      </p:sp>
      <p:sp>
        <p:nvSpPr>
          <p:cNvPr id="5" name="Text Placeholder 3"/>
          <p:cNvSpPr>
            <a:spLocks noGrp="1"/>
          </p:cNvSpPr>
          <p:nvPr>
            <p:ph type="body" sz="quarter" idx="17" hasCustomPrompt="1"/>
          </p:nvPr>
        </p:nvSpPr>
        <p:spPr>
          <a:xfrm>
            <a:off x="466725" y="4603376"/>
            <a:ext cx="1823085" cy="106456"/>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sp>
        <p:nvSpPr>
          <p:cNvPr id="7" name="TextBox 6">
            <a:extLst>
              <a:ext uri="{FF2B5EF4-FFF2-40B4-BE49-F238E27FC236}">
                <a16:creationId xmlns:a16="http://schemas.microsoft.com/office/drawing/2014/main" id="{24166E5E-98C9-26D5-CB5F-5C31DA01193A}"/>
              </a:ext>
            </a:extLst>
          </p:cNvPr>
          <p:cNvSpPr txBox="1"/>
          <p:nvPr userDrawn="1"/>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accent3"/>
                </a:solidFill>
                <a:latin typeface="Arial" panose="020B0604020202020204" pitchFamily="34" charset="0"/>
                <a:cs typeface="Arial" panose="020B0604020202020204" pitchFamily="34" charset="0"/>
              </a:rPr>
              <a:t>incose.org</a:t>
            </a:r>
            <a:r>
              <a:rPr lang="en-GB" sz="800" spc="0" baseline="0" dirty="0">
                <a:solidFill>
                  <a:schemeClr val="accent3"/>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accent3"/>
                </a:solidFill>
                <a:latin typeface="Arial" panose="020B0604020202020204" pitchFamily="34" charset="0"/>
                <a:cs typeface="Arial" panose="020B0604020202020204" pitchFamily="34" charset="0"/>
              </a:rPr>
              <a:t>‹#›</a:t>
            </a:fld>
            <a:endParaRPr lang="en-GB" sz="800" spc="0" baseline="0" dirty="0">
              <a:solidFill>
                <a:schemeClr val="accent3"/>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F940B3B-91B6-814E-7675-EAF2BD942FC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2745310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genda_divider_gray">
    <p:bg>
      <p:bgPr>
        <a:solidFill>
          <a:srgbClr val="11498B"/>
        </a:solidFill>
        <a:effectLst/>
      </p:bgPr>
    </p:bg>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66851" y="1938770"/>
            <a:ext cx="6396343" cy="1265959"/>
          </a:xfrm>
          <a:prstGeom prst="rect">
            <a:avLst/>
          </a:prstGeom>
        </p:spPr>
        <p:txBody>
          <a:bodyPr vert="horz" lIns="0" tIns="0" rIns="0" bIns="0" rtlCol="0" anchor="b">
            <a:noAutofit/>
          </a:bodyPr>
          <a:lstStyle>
            <a:lvl1pPr marL="0" algn="l" defTabSz="914400" rtl="0" eaLnBrk="1" latinLnBrk="0" hangingPunct="1">
              <a:lnSpc>
                <a:spcPct val="90000"/>
              </a:lnSpc>
              <a:spcBef>
                <a:spcPct val="0"/>
              </a:spcBef>
              <a:buNone/>
              <a:defRPr lang="en-US" sz="4400" b="1" kern="0" spc="-150" baseline="0" dirty="0">
                <a:solidFill>
                  <a:schemeClr val="tx1"/>
                </a:solidFill>
                <a:latin typeface="+mj-lt"/>
                <a:ea typeface="Roboto Medium" panose="02000000000000000000" pitchFamily="2" charset="0"/>
                <a:cs typeface="Arial" panose="020B0604020202020204" pitchFamily="34" charset="0"/>
              </a:defRPr>
            </a:lvl1pPr>
          </a:lstStyle>
          <a:p>
            <a:r>
              <a:rPr lang="en-US" dirty="0"/>
              <a:t>Enter text to edit master style </a:t>
            </a:r>
          </a:p>
        </p:txBody>
      </p:sp>
      <p:sp>
        <p:nvSpPr>
          <p:cNvPr id="8" name="Text Placeholder 7"/>
          <p:cNvSpPr>
            <a:spLocks noGrp="1"/>
          </p:cNvSpPr>
          <p:nvPr>
            <p:ph type="body" sz="quarter" idx="10" hasCustomPrompt="1"/>
          </p:nvPr>
        </p:nvSpPr>
        <p:spPr>
          <a:xfrm>
            <a:off x="466725" y="3282950"/>
            <a:ext cx="6396038" cy="987425"/>
          </a:xfrm>
        </p:spPr>
        <p:txBody>
          <a:bodyPr/>
          <a:lstStyle>
            <a:lvl1pPr marL="228600" indent="-228600">
              <a:lnSpc>
                <a:spcPct val="100000"/>
              </a:lnSpc>
              <a:spcBef>
                <a:spcPts val="750"/>
              </a:spcBef>
              <a:buClr>
                <a:schemeClr val="accent4"/>
              </a:buClr>
              <a:buAutoNum type="arabicParenR"/>
              <a:defRPr>
                <a:solidFill>
                  <a:schemeClr val="tx1"/>
                </a:solidFill>
              </a:defRPr>
            </a:lvl1pPr>
          </a:lstStyle>
          <a:p>
            <a:pPr marL="342900" indent="-342900">
              <a:lnSpc>
                <a:spcPct val="100000"/>
              </a:lnSpc>
              <a:spcBef>
                <a:spcPts val="750"/>
              </a:spcBef>
              <a:buAutoNum type="arabicParenR"/>
            </a:pPr>
            <a:r>
              <a:rPr lang="en-US" sz="1200" b="0" spc="0" baseline="0" dirty="0">
                <a:solidFill>
                  <a:schemeClr val="accent4"/>
                </a:solidFill>
              </a:rPr>
              <a:t>Agenda item</a:t>
            </a:r>
          </a:p>
          <a:p>
            <a:pPr marL="342900" indent="-342900">
              <a:lnSpc>
                <a:spcPct val="100000"/>
              </a:lnSpc>
              <a:spcBef>
                <a:spcPts val="750"/>
              </a:spcBef>
              <a:buAutoNum type="arabicParenR"/>
            </a:pPr>
            <a:r>
              <a:rPr lang="en-US" sz="1200" b="0" spc="0" baseline="0" dirty="0">
                <a:solidFill>
                  <a:schemeClr val="accent4"/>
                </a:solidFill>
              </a:rPr>
              <a:t>Agenda item</a:t>
            </a:r>
          </a:p>
          <a:p>
            <a:pPr marL="342900" indent="-342900">
              <a:lnSpc>
                <a:spcPct val="100000"/>
              </a:lnSpc>
              <a:spcBef>
                <a:spcPts val="750"/>
              </a:spcBef>
              <a:buAutoNum type="arabicParenR"/>
            </a:pPr>
            <a:r>
              <a:rPr lang="en-US" sz="1200" b="0" spc="0" baseline="0" dirty="0">
                <a:solidFill>
                  <a:schemeClr val="accent4"/>
                </a:solidFill>
              </a:rPr>
              <a:t>Agenda item</a:t>
            </a:r>
          </a:p>
        </p:txBody>
      </p:sp>
      <p:sp>
        <p:nvSpPr>
          <p:cNvPr id="5" name="Text Placeholder 3"/>
          <p:cNvSpPr>
            <a:spLocks noGrp="1"/>
          </p:cNvSpPr>
          <p:nvPr>
            <p:ph type="body" sz="quarter" idx="17" hasCustomPrompt="1"/>
          </p:nvPr>
        </p:nvSpPr>
        <p:spPr>
          <a:xfrm>
            <a:off x="466725" y="4612340"/>
            <a:ext cx="1823085" cy="97491"/>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sp>
        <p:nvSpPr>
          <p:cNvPr id="7" name="TextBox 6">
            <a:extLst>
              <a:ext uri="{FF2B5EF4-FFF2-40B4-BE49-F238E27FC236}">
                <a16:creationId xmlns:a16="http://schemas.microsoft.com/office/drawing/2014/main" id="{5E419937-7B67-A338-7364-EFEA1F010BA9}"/>
              </a:ext>
            </a:extLst>
          </p:cNvPr>
          <p:cNvSpPr txBox="1"/>
          <p:nvPr userDrawn="1"/>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tx1"/>
                </a:solidFill>
                <a:latin typeface="Arial" panose="020B0604020202020204" pitchFamily="34" charset="0"/>
                <a:cs typeface="Arial" panose="020B0604020202020204" pitchFamily="34" charset="0"/>
              </a:rPr>
              <a:t>incose.org</a:t>
            </a:r>
            <a:r>
              <a:rPr lang="en-GB" sz="800" spc="0" baseline="0" dirty="0">
                <a:solidFill>
                  <a:schemeClr val="tx1"/>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tx1"/>
                </a:solidFill>
                <a:latin typeface="Arial" panose="020B0604020202020204" pitchFamily="34" charset="0"/>
                <a:cs typeface="Arial" panose="020B0604020202020204" pitchFamily="34" charset="0"/>
              </a:rPr>
              <a:t>‹#›</a:t>
            </a:fld>
            <a:endParaRPr lang="en-GB" sz="800" spc="0" baseline="0" dirty="0">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2DE22E7F-A25A-2AE6-B5EA-6DAE4B094BE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245793913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Subtitle_light">
    <p:bg>
      <p:bgPr>
        <a:solidFill>
          <a:srgbClr val="FFFFFF"/>
        </a:solidFill>
        <a:effectLst/>
      </p:bgPr>
    </p:bg>
    <p:spTree>
      <p:nvGrpSpPr>
        <p:cNvPr id="1" name=""/>
        <p:cNvGrpSpPr/>
        <p:nvPr/>
      </p:nvGrpSpPr>
      <p:grpSpPr>
        <a:xfrm>
          <a:off x="0" y="0"/>
          <a:ext cx="0" cy="0"/>
          <a:chOff x="0" y="0"/>
          <a:chExt cx="0" cy="0"/>
        </a:xfrm>
      </p:grpSpPr>
      <p:sp>
        <p:nvSpPr>
          <p:cNvPr id="9" name="Text Placeholder 4"/>
          <p:cNvSpPr>
            <a:spLocks noGrp="1"/>
          </p:cNvSpPr>
          <p:nvPr>
            <p:ph type="body" sz="quarter" idx="16"/>
          </p:nvPr>
        </p:nvSpPr>
        <p:spPr>
          <a:xfrm>
            <a:off x="465187" y="894740"/>
            <a:ext cx="8219717" cy="170816"/>
          </a:xfrm>
        </p:spPr>
        <p:txBody>
          <a:bodyPr tIns="0"/>
          <a:lstStyle>
            <a:lvl1pPr marL="0" indent="0">
              <a:buNone/>
              <a:defRPr lang="en-US" sz="1100" kern="1200" spc="0" baseline="0" dirty="0">
                <a:solidFill>
                  <a:schemeClr val="accent5"/>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3" name="Text Placeholder 2"/>
          <p:cNvSpPr>
            <a:spLocks noGrp="1"/>
          </p:cNvSpPr>
          <p:nvPr>
            <p:ph type="body" sz="quarter" idx="17" hasCustomPrompt="1"/>
          </p:nvPr>
        </p:nvSpPr>
        <p:spPr>
          <a:xfrm>
            <a:off x="465138" y="438150"/>
            <a:ext cx="8221662" cy="368300"/>
          </a:xfrm>
        </p:spPr>
        <p:txBody>
          <a:bodyPr tIns="0" bIns="0"/>
          <a:lstStyle>
            <a:lvl1pPr marL="0" indent="0">
              <a:spcBef>
                <a:spcPts val="0"/>
              </a:spcBef>
              <a:buNone/>
              <a:defRPr sz="2400" b="1" spc="-70" baseline="0">
                <a:solidFill>
                  <a:schemeClr val="accent3"/>
                </a:solidFill>
              </a:defRPr>
            </a:lvl1pPr>
            <a:lvl2pPr>
              <a:defRPr b="1"/>
            </a:lvl2pPr>
            <a:lvl3pPr>
              <a:defRPr b="1"/>
            </a:lvl3pPr>
            <a:lvl4pPr>
              <a:defRPr b="1"/>
            </a:lvl4pPr>
            <a:lvl5pPr>
              <a:defRPr b="1"/>
            </a:lvl5pPr>
          </a:lstStyle>
          <a:p>
            <a:pPr lvl="0"/>
            <a:r>
              <a:rPr lang="en-US" dirty="0"/>
              <a:t>Insert slide title here</a:t>
            </a:r>
            <a:endParaRPr lang="en-GB" dirty="0"/>
          </a:p>
        </p:txBody>
      </p:sp>
      <p:sp>
        <p:nvSpPr>
          <p:cNvPr id="4" name="Text Placeholder 3"/>
          <p:cNvSpPr>
            <a:spLocks noGrp="1"/>
          </p:cNvSpPr>
          <p:nvPr>
            <p:ph type="body" sz="quarter" idx="18" hasCustomPrompt="1"/>
          </p:nvPr>
        </p:nvSpPr>
        <p:spPr>
          <a:xfrm>
            <a:off x="466725" y="4616824"/>
            <a:ext cx="1823085" cy="93008"/>
          </a:xfrm>
        </p:spPr>
        <p:txBody>
          <a:bodyPr tIns="0" bIns="0" anchor="b"/>
          <a:lstStyle>
            <a:lvl1pPr marL="0" indent="0">
              <a:buNone/>
              <a:defRPr sz="800">
                <a:solidFill>
                  <a:schemeClr val="accent5"/>
                </a:solidFill>
              </a:defRPr>
            </a:lvl1pPr>
          </a:lstStyle>
          <a:p>
            <a:pPr lvl="0"/>
            <a:r>
              <a:rPr lang="en-US" dirty="0"/>
              <a:t>Optional small text </a:t>
            </a:r>
            <a:endParaRPr lang="en-GB" dirty="0"/>
          </a:p>
        </p:txBody>
      </p:sp>
      <p:sp>
        <p:nvSpPr>
          <p:cNvPr id="5" name="Text Placeholder 4"/>
          <p:cNvSpPr>
            <a:spLocks noGrp="1"/>
          </p:cNvSpPr>
          <p:nvPr>
            <p:ph type="body" sz="quarter" idx="19"/>
          </p:nvPr>
        </p:nvSpPr>
        <p:spPr>
          <a:xfrm>
            <a:off x="466725" y="1206500"/>
            <a:ext cx="8220075" cy="2820988"/>
          </a:xfrm>
        </p:spPr>
        <p:txBody>
          <a:bodyPr/>
          <a:lstStyle>
            <a:lvl1pPr>
              <a:defRPr sz="1050">
                <a:solidFill>
                  <a:schemeClr val="accent5"/>
                </a:solidFill>
              </a:defRPr>
            </a:lvl1pPr>
            <a:lvl2pPr>
              <a:defRPr sz="1000">
                <a:solidFill>
                  <a:schemeClr val="accent5"/>
                </a:solidFill>
              </a:defRPr>
            </a:lvl2pPr>
            <a:lvl3pPr>
              <a:defRPr sz="900">
                <a:solidFill>
                  <a:schemeClr val="accent5"/>
                </a:solidFill>
              </a:defRPr>
            </a:lvl3pPr>
            <a:lvl4pPr>
              <a:defRPr sz="800">
                <a:solidFill>
                  <a:schemeClr val="accent5"/>
                </a:solidFill>
              </a:defRPr>
            </a:lvl4pPr>
            <a:lvl5pPr>
              <a:defRPr sz="800">
                <a:solidFill>
                  <a:schemeClr val="accent5"/>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6" name="Picture 5">
            <a:extLst>
              <a:ext uri="{FF2B5EF4-FFF2-40B4-BE49-F238E27FC236}">
                <a16:creationId xmlns:a16="http://schemas.microsoft.com/office/drawing/2014/main" id="{7AF8E947-A1CD-325A-BE4F-FC0067888BF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666952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_Subtitle_gray">
    <p:bg>
      <p:bgPr>
        <a:solidFill>
          <a:schemeClr val="bg2"/>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7" hasCustomPrompt="1"/>
          </p:nvPr>
        </p:nvSpPr>
        <p:spPr>
          <a:xfrm>
            <a:off x="465138" y="438150"/>
            <a:ext cx="8221662" cy="368300"/>
          </a:xfrm>
        </p:spPr>
        <p:txBody>
          <a:bodyPr tIns="0" bIns="0"/>
          <a:lstStyle>
            <a:lvl1pPr marL="0" indent="0">
              <a:spcBef>
                <a:spcPts val="0"/>
              </a:spcBef>
              <a:buNone/>
              <a:defRPr sz="2400" b="1" spc="-70" baseline="0">
                <a:solidFill>
                  <a:schemeClr val="accent3"/>
                </a:solidFill>
              </a:defRPr>
            </a:lvl1pPr>
            <a:lvl2pPr>
              <a:defRPr b="1"/>
            </a:lvl2pPr>
            <a:lvl3pPr>
              <a:defRPr b="1"/>
            </a:lvl3pPr>
            <a:lvl4pPr>
              <a:defRPr b="1"/>
            </a:lvl4pPr>
            <a:lvl5pPr>
              <a:defRPr b="1"/>
            </a:lvl5pPr>
          </a:lstStyle>
          <a:p>
            <a:pPr lvl="0"/>
            <a:r>
              <a:rPr lang="en-US" dirty="0"/>
              <a:t>Insert slide title here</a:t>
            </a:r>
            <a:endParaRPr lang="en-GB" dirty="0"/>
          </a:p>
        </p:txBody>
      </p:sp>
      <p:sp>
        <p:nvSpPr>
          <p:cNvPr id="8" name="Text Placeholder 4"/>
          <p:cNvSpPr>
            <a:spLocks noGrp="1"/>
          </p:cNvSpPr>
          <p:nvPr>
            <p:ph type="body" sz="quarter" idx="16"/>
          </p:nvPr>
        </p:nvSpPr>
        <p:spPr>
          <a:xfrm>
            <a:off x="465187" y="894740"/>
            <a:ext cx="8219717" cy="170816"/>
          </a:xfrm>
        </p:spPr>
        <p:txBody>
          <a:bodyPr tIns="0"/>
          <a:lstStyle>
            <a:lvl1pPr marL="0" indent="0">
              <a:buNone/>
              <a:defRPr lang="en-US" sz="1100" kern="1200" spc="0" baseline="0" dirty="0">
                <a:solidFill>
                  <a:schemeClr val="tx1"/>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5" name="Text Placeholder 3"/>
          <p:cNvSpPr>
            <a:spLocks noGrp="1"/>
          </p:cNvSpPr>
          <p:nvPr>
            <p:ph type="body" sz="quarter" idx="18" hasCustomPrompt="1"/>
          </p:nvPr>
        </p:nvSpPr>
        <p:spPr>
          <a:xfrm>
            <a:off x="466725" y="4612340"/>
            <a:ext cx="1823085" cy="97491"/>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sp>
        <p:nvSpPr>
          <p:cNvPr id="6" name="Text Placeholder 4"/>
          <p:cNvSpPr>
            <a:spLocks noGrp="1"/>
          </p:cNvSpPr>
          <p:nvPr>
            <p:ph type="body" sz="quarter" idx="19"/>
          </p:nvPr>
        </p:nvSpPr>
        <p:spPr>
          <a:xfrm>
            <a:off x="466725" y="1206500"/>
            <a:ext cx="8220075" cy="2820988"/>
          </a:xfrm>
        </p:spPr>
        <p:txBody>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Picture 2">
            <a:extLst>
              <a:ext uri="{FF2B5EF4-FFF2-40B4-BE49-F238E27FC236}">
                <a16:creationId xmlns:a16="http://schemas.microsoft.com/office/drawing/2014/main" id="{6CFC6773-CA61-97E7-32D2-2DF2B20BD2C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6680696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Subtitle_dark">
    <p:bg>
      <p:bgPr>
        <a:solidFill>
          <a:srgbClr val="11498B"/>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7" hasCustomPrompt="1"/>
          </p:nvPr>
        </p:nvSpPr>
        <p:spPr>
          <a:xfrm>
            <a:off x="465138" y="438150"/>
            <a:ext cx="8221662" cy="368300"/>
          </a:xfrm>
        </p:spPr>
        <p:txBody>
          <a:bodyPr tIns="0" bIns="0"/>
          <a:lstStyle>
            <a:lvl1pPr marL="0" indent="0">
              <a:spcBef>
                <a:spcPts val="0"/>
              </a:spcBef>
              <a:buNone/>
              <a:defRPr sz="2400" b="1" spc="-70" baseline="0">
                <a:solidFill>
                  <a:schemeClr val="tx1"/>
                </a:solidFill>
              </a:defRPr>
            </a:lvl1pPr>
            <a:lvl2pPr>
              <a:defRPr b="1"/>
            </a:lvl2pPr>
            <a:lvl3pPr>
              <a:defRPr b="1"/>
            </a:lvl3pPr>
            <a:lvl4pPr>
              <a:defRPr b="1"/>
            </a:lvl4pPr>
            <a:lvl5pPr>
              <a:defRPr b="1"/>
            </a:lvl5pPr>
          </a:lstStyle>
          <a:p>
            <a:pPr lvl="0"/>
            <a:r>
              <a:rPr lang="en-US" dirty="0"/>
              <a:t>Insert slide title here</a:t>
            </a:r>
            <a:endParaRPr lang="en-GB" dirty="0"/>
          </a:p>
        </p:txBody>
      </p:sp>
      <p:sp>
        <p:nvSpPr>
          <p:cNvPr id="8" name="Text Placeholder 4"/>
          <p:cNvSpPr>
            <a:spLocks noGrp="1"/>
          </p:cNvSpPr>
          <p:nvPr>
            <p:ph type="body" sz="quarter" idx="16"/>
          </p:nvPr>
        </p:nvSpPr>
        <p:spPr>
          <a:xfrm>
            <a:off x="465187" y="894740"/>
            <a:ext cx="8219717" cy="170816"/>
          </a:xfrm>
        </p:spPr>
        <p:txBody>
          <a:bodyPr tIns="0"/>
          <a:lstStyle>
            <a:lvl1pPr marL="0" indent="0">
              <a:buNone/>
              <a:defRPr lang="en-US" sz="1100" kern="1200" spc="0" baseline="0" dirty="0">
                <a:solidFill>
                  <a:schemeClr val="tx1"/>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5" name="Text Placeholder 3"/>
          <p:cNvSpPr>
            <a:spLocks noGrp="1"/>
          </p:cNvSpPr>
          <p:nvPr>
            <p:ph type="body" sz="quarter" idx="18" hasCustomPrompt="1"/>
          </p:nvPr>
        </p:nvSpPr>
        <p:spPr>
          <a:xfrm>
            <a:off x="466725" y="4612340"/>
            <a:ext cx="1823085" cy="97491"/>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sp>
        <p:nvSpPr>
          <p:cNvPr id="6" name="Text Placeholder 4"/>
          <p:cNvSpPr>
            <a:spLocks noGrp="1"/>
          </p:cNvSpPr>
          <p:nvPr>
            <p:ph type="body" sz="quarter" idx="19"/>
          </p:nvPr>
        </p:nvSpPr>
        <p:spPr>
          <a:xfrm>
            <a:off x="466725" y="1206500"/>
            <a:ext cx="8220075" cy="2820988"/>
          </a:xfrm>
        </p:spPr>
        <p:txBody>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Picture 1">
            <a:extLst>
              <a:ext uri="{FF2B5EF4-FFF2-40B4-BE49-F238E27FC236}">
                <a16:creationId xmlns:a16="http://schemas.microsoft.com/office/drawing/2014/main" id="{78DF980C-DD0E-4C8B-2325-A99431C05ED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595061381"/>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_subtitle_bold_light">
    <p:bg>
      <p:bgPr>
        <a:solidFill>
          <a:srgbClr val="FFFFFF"/>
        </a:solidFill>
        <a:effectLst/>
      </p:bgPr>
    </p:bg>
    <p:spTree>
      <p:nvGrpSpPr>
        <p:cNvPr id="1" name=""/>
        <p:cNvGrpSpPr/>
        <p:nvPr/>
      </p:nvGrpSpPr>
      <p:grpSpPr>
        <a:xfrm>
          <a:off x="0" y="0"/>
          <a:ext cx="0" cy="0"/>
          <a:chOff x="0" y="0"/>
          <a:chExt cx="0" cy="0"/>
        </a:xfrm>
      </p:grpSpPr>
      <p:sp>
        <p:nvSpPr>
          <p:cNvPr id="10" name="Text Placeholder 4"/>
          <p:cNvSpPr>
            <a:spLocks noGrp="1"/>
          </p:cNvSpPr>
          <p:nvPr>
            <p:ph type="body" sz="quarter" idx="16"/>
          </p:nvPr>
        </p:nvSpPr>
        <p:spPr>
          <a:xfrm>
            <a:off x="464494" y="1488137"/>
            <a:ext cx="2274660" cy="3062171"/>
          </a:xfrm>
        </p:spPr>
        <p:txBody>
          <a:bodyPr tIns="0"/>
          <a:lstStyle>
            <a:lvl1pPr marL="0" indent="0">
              <a:lnSpc>
                <a:spcPct val="150000"/>
              </a:lnSpc>
              <a:buNone/>
              <a:defRPr lang="en-US" sz="1100" kern="1200" spc="0" baseline="0" dirty="0">
                <a:solidFill>
                  <a:schemeClr val="tx1"/>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11" name="Text Placeholder 7"/>
          <p:cNvSpPr>
            <a:spLocks noGrp="1"/>
          </p:cNvSpPr>
          <p:nvPr>
            <p:ph type="body" sz="quarter" idx="11" hasCustomPrompt="1"/>
          </p:nvPr>
        </p:nvSpPr>
        <p:spPr>
          <a:xfrm>
            <a:off x="464493" y="441223"/>
            <a:ext cx="3273117" cy="949858"/>
          </a:xfrm>
        </p:spPr>
        <p:txBody>
          <a:bodyPr tIns="0" bIns="0" anchor="t"/>
          <a:lstStyle>
            <a:lvl1pPr marL="0" indent="0" algn="l" defTabSz="914400" rtl="0" eaLnBrk="1" latinLnBrk="0" hangingPunct="1">
              <a:lnSpc>
                <a:spcPct val="90000"/>
              </a:lnSpc>
              <a:spcBef>
                <a:spcPct val="0"/>
              </a:spcBef>
              <a:buNone/>
              <a:defRPr lang="en-US" sz="32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master style</a:t>
            </a:r>
            <a:endParaRPr lang="en-GB" dirty="0"/>
          </a:p>
        </p:txBody>
      </p:sp>
      <p:sp>
        <p:nvSpPr>
          <p:cNvPr id="4" name="Text Placeholder 3"/>
          <p:cNvSpPr>
            <a:spLocks noGrp="1"/>
          </p:cNvSpPr>
          <p:nvPr>
            <p:ph type="body" sz="quarter" idx="17" hasCustomPrompt="1"/>
          </p:nvPr>
        </p:nvSpPr>
        <p:spPr>
          <a:xfrm>
            <a:off x="466725" y="4621306"/>
            <a:ext cx="1823085" cy="88526"/>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19AF369A-397C-D817-8D05-9152CC81FFA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8154014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subtitle_bold_gray">
    <p:bg>
      <p:bgPr>
        <a:solidFill>
          <a:schemeClr val="bg2"/>
        </a:solidFill>
        <a:effectLst/>
      </p:bgPr>
    </p:bg>
    <p:spTree>
      <p:nvGrpSpPr>
        <p:cNvPr id="1" name=""/>
        <p:cNvGrpSpPr/>
        <p:nvPr/>
      </p:nvGrpSpPr>
      <p:grpSpPr>
        <a:xfrm>
          <a:off x="0" y="0"/>
          <a:ext cx="0" cy="0"/>
          <a:chOff x="0" y="0"/>
          <a:chExt cx="0" cy="0"/>
        </a:xfrm>
      </p:grpSpPr>
      <p:sp>
        <p:nvSpPr>
          <p:cNvPr id="5" name="Text Placeholder 7"/>
          <p:cNvSpPr>
            <a:spLocks noGrp="1"/>
          </p:cNvSpPr>
          <p:nvPr>
            <p:ph type="body" sz="quarter" idx="11" hasCustomPrompt="1"/>
          </p:nvPr>
        </p:nvSpPr>
        <p:spPr>
          <a:xfrm>
            <a:off x="464493" y="441223"/>
            <a:ext cx="3273117" cy="949858"/>
          </a:xfrm>
        </p:spPr>
        <p:txBody>
          <a:bodyPr tIns="0" bIns="0" anchor="t"/>
          <a:lstStyle>
            <a:lvl1pPr marL="0" indent="0" algn="l" defTabSz="914400" rtl="0" eaLnBrk="1" latinLnBrk="0" hangingPunct="1">
              <a:lnSpc>
                <a:spcPct val="90000"/>
              </a:lnSpc>
              <a:spcBef>
                <a:spcPct val="0"/>
              </a:spcBef>
              <a:buNone/>
              <a:defRPr lang="en-US" sz="32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master style</a:t>
            </a:r>
            <a:endParaRPr lang="en-GB" dirty="0"/>
          </a:p>
        </p:txBody>
      </p:sp>
      <p:sp>
        <p:nvSpPr>
          <p:cNvPr id="6" name="Text Placeholder 4"/>
          <p:cNvSpPr>
            <a:spLocks noGrp="1"/>
          </p:cNvSpPr>
          <p:nvPr>
            <p:ph type="body" sz="quarter" idx="16"/>
          </p:nvPr>
        </p:nvSpPr>
        <p:spPr>
          <a:xfrm>
            <a:off x="464494" y="1488137"/>
            <a:ext cx="2274660" cy="3062171"/>
          </a:xfrm>
        </p:spPr>
        <p:txBody>
          <a:bodyPr tIns="0"/>
          <a:lstStyle>
            <a:lvl1pPr marL="0" indent="0">
              <a:lnSpc>
                <a:spcPct val="150000"/>
              </a:lnSpc>
              <a:buNone/>
              <a:defRPr lang="en-US" sz="1100" kern="1200" spc="0" baseline="0" dirty="0">
                <a:solidFill>
                  <a:schemeClr val="tx1"/>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4"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A914713F-D38C-5CDF-E4D5-FFA35E8CB7C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693213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_subtitle_bold_dark">
    <p:bg>
      <p:bgPr>
        <a:solidFill>
          <a:srgbClr val="11498B"/>
        </a:solidFill>
        <a:effectLst/>
      </p:bgPr>
    </p:bg>
    <p:spTree>
      <p:nvGrpSpPr>
        <p:cNvPr id="1" name=""/>
        <p:cNvGrpSpPr/>
        <p:nvPr/>
      </p:nvGrpSpPr>
      <p:grpSpPr>
        <a:xfrm>
          <a:off x="0" y="0"/>
          <a:ext cx="0" cy="0"/>
          <a:chOff x="0" y="0"/>
          <a:chExt cx="0" cy="0"/>
        </a:xfrm>
      </p:grpSpPr>
      <p:sp>
        <p:nvSpPr>
          <p:cNvPr id="5" name="Text Placeholder 7"/>
          <p:cNvSpPr>
            <a:spLocks noGrp="1"/>
          </p:cNvSpPr>
          <p:nvPr>
            <p:ph type="body" sz="quarter" idx="11" hasCustomPrompt="1"/>
          </p:nvPr>
        </p:nvSpPr>
        <p:spPr>
          <a:xfrm>
            <a:off x="464493" y="438150"/>
            <a:ext cx="3273117" cy="949858"/>
          </a:xfrm>
        </p:spPr>
        <p:txBody>
          <a:bodyPr tIns="0" bIns="0" anchor="t"/>
          <a:lstStyle>
            <a:lvl1pPr marL="0" indent="0" algn="l" defTabSz="914400" rtl="0" eaLnBrk="1" latinLnBrk="0" hangingPunct="1">
              <a:lnSpc>
                <a:spcPct val="90000"/>
              </a:lnSpc>
              <a:spcBef>
                <a:spcPct val="0"/>
              </a:spcBef>
              <a:buNone/>
              <a:defRPr lang="en-US" sz="3200" b="1" kern="0" spc="-150" baseline="0" dirty="0" smtClean="0">
                <a:solidFill>
                  <a:schemeClr val="tx1"/>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master style</a:t>
            </a:r>
            <a:endParaRPr lang="en-GB" dirty="0"/>
          </a:p>
        </p:txBody>
      </p:sp>
      <p:sp>
        <p:nvSpPr>
          <p:cNvPr id="6" name="Text Placeholder 4"/>
          <p:cNvSpPr>
            <a:spLocks noGrp="1"/>
          </p:cNvSpPr>
          <p:nvPr>
            <p:ph type="body" sz="quarter" idx="16"/>
          </p:nvPr>
        </p:nvSpPr>
        <p:spPr>
          <a:xfrm>
            <a:off x="464494" y="1488137"/>
            <a:ext cx="2274660" cy="3062171"/>
          </a:xfrm>
        </p:spPr>
        <p:txBody>
          <a:bodyPr tIns="0"/>
          <a:lstStyle>
            <a:lvl1pPr marL="0" indent="0">
              <a:lnSpc>
                <a:spcPct val="150000"/>
              </a:lnSpc>
              <a:buNone/>
              <a:defRPr lang="en-US" sz="1100" kern="1200" spc="0" baseline="0" dirty="0">
                <a:solidFill>
                  <a:schemeClr val="tx1"/>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4"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58DC4F3F-6FDD-2525-CED6-9450941A962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789519231"/>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layout_dark">
    <p:bg>
      <p:bgPr>
        <a:solidFill>
          <a:srgbClr val="11498B"/>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2"/>
          </p:nvPr>
        </p:nvSpPr>
        <p:spPr>
          <a:xfrm>
            <a:off x="4582478" y="438150"/>
            <a:ext cx="3196272" cy="3503613"/>
          </a:xfrm>
        </p:spPr>
        <p:txBody>
          <a:bodyPr tIns="0" bIns="0"/>
          <a:lstStyle>
            <a:lvl1pPr marL="0" indent="0" algn="l" defTabSz="914400" rtl="0" eaLnBrk="1" latinLnBrk="0" hangingPunct="1">
              <a:lnSpc>
                <a:spcPct val="100000"/>
              </a:lnSpc>
              <a:spcBef>
                <a:spcPts val="1200"/>
              </a:spcBef>
              <a:buClr>
                <a:schemeClr val="accent2"/>
              </a:buClr>
              <a:buSzPct val="110000"/>
              <a:buFont typeface="Wingdings" panose="05000000000000000000" pitchFamily="2" charset="2"/>
              <a:buNone/>
              <a:defRPr lang="en-US" sz="1600" kern="1200" spc="0" baseline="0" dirty="0" smtClean="0">
                <a:solidFill>
                  <a:schemeClr val="tx1"/>
                </a:solidFill>
                <a:latin typeface="+mj-lt"/>
                <a:ea typeface="+mn-ea"/>
                <a:cs typeface="Segoe UI" panose="020B0502040204020203" pitchFamily="34" charset="0"/>
              </a:defRPr>
            </a:lvl1pPr>
            <a:lvl2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2pPr>
            <a:lvl3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3pPr>
            <a:lvl4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4pPr>
            <a:lvl5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GB" sz="1800" kern="1200" spc="0" baseline="0" dirty="0" smtClean="0">
                <a:solidFill>
                  <a:schemeClr val="tx1"/>
                </a:solidFill>
                <a:latin typeface="+mj-lt"/>
                <a:ea typeface="+mn-ea"/>
                <a:cs typeface="Segoe UI" panose="020B0502040204020203" pitchFamily="34" charset="0"/>
              </a:defRPr>
            </a:lvl5pPr>
          </a:lstStyle>
          <a:p>
            <a:pPr lvl="0"/>
            <a:r>
              <a:rPr lang="en-US" dirty="0"/>
              <a:t>Edit Master text styles</a:t>
            </a:r>
          </a:p>
        </p:txBody>
      </p:sp>
      <p:sp>
        <p:nvSpPr>
          <p:cNvPr id="8" name="Text Placeholder 7"/>
          <p:cNvSpPr>
            <a:spLocks noGrp="1"/>
          </p:cNvSpPr>
          <p:nvPr>
            <p:ph type="body" sz="quarter" idx="11" hasCustomPrompt="1"/>
          </p:nvPr>
        </p:nvSpPr>
        <p:spPr>
          <a:xfrm>
            <a:off x="464856" y="438150"/>
            <a:ext cx="3055584" cy="2231970"/>
          </a:xfrm>
        </p:spPr>
        <p:txBody>
          <a:bodyPr tIns="0" bIns="0"/>
          <a:lstStyle>
            <a:lvl1pPr marL="0" indent="0" algn="l" defTabSz="914400" rtl="0" eaLnBrk="1" latinLnBrk="0" hangingPunct="1">
              <a:lnSpc>
                <a:spcPct val="90000"/>
              </a:lnSpc>
              <a:spcBef>
                <a:spcPct val="0"/>
              </a:spcBef>
              <a:buNone/>
              <a:defRPr lang="en-GB" sz="3200" b="1" kern="0" spc="-150" baseline="0" dirty="0">
                <a:solidFill>
                  <a:schemeClr val="tx1"/>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marL="0" lvl="0" indent="0" algn="l" defTabSz="914400" rtl="0" eaLnBrk="1" latinLnBrk="0" hangingPunct="1">
              <a:lnSpc>
                <a:spcPct val="90000"/>
              </a:lnSpc>
              <a:spcBef>
                <a:spcPct val="0"/>
              </a:spcBef>
              <a:buClr>
                <a:schemeClr val="accent2"/>
              </a:buClr>
              <a:buSzPct val="110000"/>
              <a:buFont typeface="Arial" panose="020B0604020202020204" pitchFamily="34" charset="0"/>
              <a:buNone/>
            </a:pPr>
            <a:r>
              <a:rPr lang="en-US" dirty="0"/>
              <a:t>Click to edit</a:t>
            </a:r>
            <a:endParaRPr lang="en-GB" dirty="0"/>
          </a:p>
        </p:txBody>
      </p:sp>
      <p:sp>
        <p:nvSpPr>
          <p:cNvPr id="4"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22AA496C-346E-5890-65CF-9B1F4E7BBF5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545414721"/>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layout_gray">
    <p:bg>
      <p:bgPr>
        <a:solidFill>
          <a:schemeClr val="tx2"/>
        </a:solidFill>
        <a:effectLst/>
      </p:bgPr>
    </p:bg>
    <p:spTree>
      <p:nvGrpSpPr>
        <p:cNvPr id="1" name=""/>
        <p:cNvGrpSpPr/>
        <p:nvPr/>
      </p:nvGrpSpPr>
      <p:grpSpPr>
        <a:xfrm>
          <a:off x="0" y="0"/>
          <a:ext cx="0" cy="0"/>
          <a:chOff x="0" y="0"/>
          <a:chExt cx="0" cy="0"/>
        </a:xfrm>
      </p:grpSpPr>
      <p:sp>
        <p:nvSpPr>
          <p:cNvPr id="5" name="Text Placeholder 9"/>
          <p:cNvSpPr>
            <a:spLocks noGrp="1"/>
          </p:cNvSpPr>
          <p:nvPr>
            <p:ph type="body" sz="quarter" idx="12"/>
          </p:nvPr>
        </p:nvSpPr>
        <p:spPr>
          <a:xfrm>
            <a:off x="4582478" y="438150"/>
            <a:ext cx="3196272" cy="3503613"/>
          </a:xfrm>
        </p:spPr>
        <p:txBody>
          <a:bodyPr tIns="0" bIns="0"/>
          <a:lstStyle>
            <a:lvl1pPr marL="0" indent="0" algn="l" defTabSz="914400" rtl="0" eaLnBrk="1" latinLnBrk="0" hangingPunct="1">
              <a:lnSpc>
                <a:spcPct val="100000"/>
              </a:lnSpc>
              <a:spcBef>
                <a:spcPts val="1200"/>
              </a:spcBef>
              <a:buClr>
                <a:schemeClr val="accent2"/>
              </a:buClr>
              <a:buSzPct val="110000"/>
              <a:buFont typeface="Wingdings" panose="05000000000000000000" pitchFamily="2" charset="2"/>
              <a:buNone/>
              <a:defRPr lang="en-US" sz="1600" kern="1200" spc="0" baseline="0" dirty="0" smtClean="0">
                <a:solidFill>
                  <a:schemeClr val="bg1"/>
                </a:solidFill>
                <a:latin typeface="+mj-lt"/>
                <a:ea typeface="+mn-ea"/>
                <a:cs typeface="Segoe UI" panose="020B0502040204020203" pitchFamily="34" charset="0"/>
              </a:defRPr>
            </a:lvl1pPr>
            <a:lvl2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2pPr>
            <a:lvl3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3pPr>
            <a:lvl4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4pPr>
            <a:lvl5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GB" sz="1800" kern="1200" spc="0" baseline="0" dirty="0" smtClean="0">
                <a:solidFill>
                  <a:schemeClr val="tx1"/>
                </a:solidFill>
                <a:latin typeface="+mj-lt"/>
                <a:ea typeface="+mn-ea"/>
                <a:cs typeface="Segoe UI" panose="020B0502040204020203" pitchFamily="34" charset="0"/>
              </a:defRPr>
            </a:lvl5pPr>
          </a:lstStyle>
          <a:p>
            <a:pPr lvl="0"/>
            <a:r>
              <a:rPr lang="en-US" dirty="0"/>
              <a:t>Edit Master text styles</a:t>
            </a:r>
          </a:p>
        </p:txBody>
      </p:sp>
      <p:sp>
        <p:nvSpPr>
          <p:cNvPr id="6" name="Text Placeholder 7"/>
          <p:cNvSpPr>
            <a:spLocks noGrp="1"/>
          </p:cNvSpPr>
          <p:nvPr>
            <p:ph type="body" sz="quarter" idx="11" hasCustomPrompt="1"/>
          </p:nvPr>
        </p:nvSpPr>
        <p:spPr>
          <a:xfrm>
            <a:off x="464856" y="438150"/>
            <a:ext cx="3055584" cy="2231970"/>
          </a:xfrm>
        </p:spPr>
        <p:txBody>
          <a:bodyPr tIns="0" bIns="0"/>
          <a:lstStyle>
            <a:lvl1pPr marL="0" indent="0" algn="l" defTabSz="914400" rtl="0" eaLnBrk="1" latinLnBrk="0" hangingPunct="1">
              <a:lnSpc>
                <a:spcPct val="90000"/>
              </a:lnSpc>
              <a:spcBef>
                <a:spcPct val="0"/>
              </a:spcBef>
              <a:buNone/>
              <a:defRPr lang="en-US" sz="32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a:t>
            </a:r>
            <a:endParaRPr lang="en-GB" dirty="0"/>
          </a:p>
        </p:txBody>
      </p:sp>
      <p:sp>
        <p:nvSpPr>
          <p:cNvPr id="4"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bg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77EAFCD1-DFC6-B616-E19C-45611CACB01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704179332"/>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layout_light">
    <p:bg>
      <p:bgRef idx="1001">
        <a:schemeClr val="bg1"/>
      </p:bgRef>
    </p:bg>
    <p:spTree>
      <p:nvGrpSpPr>
        <p:cNvPr id="1" name=""/>
        <p:cNvGrpSpPr/>
        <p:nvPr/>
      </p:nvGrpSpPr>
      <p:grpSpPr>
        <a:xfrm>
          <a:off x="0" y="0"/>
          <a:ext cx="0" cy="0"/>
          <a:chOff x="0" y="0"/>
          <a:chExt cx="0" cy="0"/>
        </a:xfrm>
      </p:grpSpPr>
      <p:sp>
        <p:nvSpPr>
          <p:cNvPr id="5" name="Text Placeholder 9"/>
          <p:cNvSpPr>
            <a:spLocks noGrp="1"/>
          </p:cNvSpPr>
          <p:nvPr>
            <p:ph type="body" sz="quarter" idx="12"/>
          </p:nvPr>
        </p:nvSpPr>
        <p:spPr>
          <a:xfrm>
            <a:off x="4582478" y="438150"/>
            <a:ext cx="3196272" cy="3503613"/>
          </a:xfrm>
        </p:spPr>
        <p:txBody>
          <a:bodyPr tIns="0" bIns="0"/>
          <a:lstStyle>
            <a:lvl1pPr marL="0" indent="0" algn="l" defTabSz="914400" rtl="0" eaLnBrk="1" latinLnBrk="0" hangingPunct="1">
              <a:lnSpc>
                <a:spcPct val="100000"/>
              </a:lnSpc>
              <a:spcBef>
                <a:spcPts val="1200"/>
              </a:spcBef>
              <a:buClr>
                <a:schemeClr val="accent2"/>
              </a:buClr>
              <a:buSzPct val="110000"/>
              <a:buFont typeface="Wingdings" panose="05000000000000000000" pitchFamily="2" charset="2"/>
              <a:buNone/>
              <a:defRPr lang="en-US" sz="1600" kern="1200" spc="0" baseline="0" dirty="0" smtClean="0">
                <a:solidFill>
                  <a:schemeClr val="tx1"/>
                </a:solidFill>
                <a:latin typeface="+mj-lt"/>
                <a:ea typeface="+mn-ea"/>
                <a:cs typeface="Segoe UI" panose="020B0502040204020203" pitchFamily="34" charset="0"/>
              </a:defRPr>
            </a:lvl1pPr>
            <a:lvl2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2pPr>
            <a:lvl3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3pPr>
            <a:lvl4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US" sz="1800" kern="1200" spc="0" baseline="0" dirty="0" smtClean="0">
                <a:solidFill>
                  <a:schemeClr val="tx1"/>
                </a:solidFill>
                <a:latin typeface="+mj-lt"/>
                <a:ea typeface="+mn-ea"/>
                <a:cs typeface="Segoe UI" panose="020B0502040204020203" pitchFamily="34" charset="0"/>
              </a:defRPr>
            </a:lvl4pPr>
            <a:lvl5pPr marL="0" indent="0" algn="l" defTabSz="914400" rtl="0" eaLnBrk="1" latinLnBrk="0" hangingPunct="1">
              <a:lnSpc>
                <a:spcPts val="2160"/>
              </a:lnSpc>
              <a:spcBef>
                <a:spcPts val="1200"/>
              </a:spcBef>
              <a:buClr>
                <a:schemeClr val="accent2"/>
              </a:buClr>
              <a:buSzPct val="110000"/>
              <a:buFont typeface="Wingdings" panose="05000000000000000000" pitchFamily="2" charset="2"/>
              <a:buNone/>
              <a:defRPr lang="en-GB" sz="1800" kern="1200" spc="0" baseline="0" dirty="0" smtClean="0">
                <a:solidFill>
                  <a:schemeClr val="tx1"/>
                </a:solidFill>
                <a:latin typeface="+mj-lt"/>
                <a:ea typeface="+mn-ea"/>
                <a:cs typeface="Segoe UI" panose="020B0502040204020203" pitchFamily="34" charset="0"/>
              </a:defRPr>
            </a:lvl5pPr>
          </a:lstStyle>
          <a:p>
            <a:pPr lvl="0"/>
            <a:r>
              <a:rPr lang="en-US" dirty="0"/>
              <a:t>Edit Master text styles</a:t>
            </a:r>
          </a:p>
        </p:txBody>
      </p:sp>
      <p:sp>
        <p:nvSpPr>
          <p:cNvPr id="6" name="Text Placeholder 7"/>
          <p:cNvSpPr>
            <a:spLocks noGrp="1"/>
          </p:cNvSpPr>
          <p:nvPr>
            <p:ph type="body" sz="quarter" idx="11" hasCustomPrompt="1"/>
          </p:nvPr>
        </p:nvSpPr>
        <p:spPr>
          <a:xfrm>
            <a:off x="464856" y="438150"/>
            <a:ext cx="3055584" cy="2231970"/>
          </a:xfrm>
        </p:spPr>
        <p:txBody>
          <a:bodyPr tIns="0" bIns="0"/>
          <a:lstStyle>
            <a:lvl1pPr marL="0" indent="0" algn="l" defTabSz="914400" rtl="0" eaLnBrk="1" latinLnBrk="0" hangingPunct="1">
              <a:lnSpc>
                <a:spcPct val="90000"/>
              </a:lnSpc>
              <a:spcBef>
                <a:spcPct val="0"/>
              </a:spcBef>
              <a:buNone/>
              <a:defRPr lang="en-US" sz="32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a:t>
            </a:r>
            <a:endParaRPr lang="en-GB" dirty="0"/>
          </a:p>
        </p:txBody>
      </p:sp>
      <p:sp>
        <p:nvSpPr>
          <p:cNvPr id="4"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73E46324-60AA-BA46-6CCA-3CFB908157E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66228009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graphic background">
    <p:bg>
      <p:bgPr>
        <a:solidFill>
          <a:srgbClr val="11498B"/>
        </a:solidFill>
        <a:effectLst/>
      </p:bgPr>
    </p:bg>
    <p:spTree>
      <p:nvGrpSpPr>
        <p:cNvPr id="1" name=""/>
        <p:cNvGrpSpPr/>
        <p:nvPr/>
      </p:nvGrpSpPr>
      <p:grpSpPr>
        <a:xfrm>
          <a:off x="0" y="0"/>
          <a:ext cx="0" cy="0"/>
          <a:chOff x="0" y="0"/>
          <a:chExt cx="0" cy="0"/>
        </a:xfrm>
      </p:grpSpPr>
      <p:sp>
        <p:nvSpPr>
          <p:cNvPr id="9" name="Picture Placeholder 4"/>
          <p:cNvSpPr>
            <a:spLocks noGrp="1"/>
          </p:cNvSpPr>
          <p:nvPr>
            <p:ph type="pic" sz="quarter" idx="21"/>
          </p:nvPr>
        </p:nvSpPr>
        <p:spPr>
          <a:xfrm>
            <a:off x="0" y="0"/>
            <a:ext cx="9144000" cy="5143500"/>
          </a:xfrm>
          <a:prstGeom prst="rect">
            <a:avLst/>
          </a:prstGeom>
          <a:solidFill>
            <a:srgbClr val="11498B"/>
          </a:solidFill>
        </p:spPr>
        <p:txBody>
          <a:bodyPr vert="horz" wrap="square" lIns="0" tIns="914400" rIns="0" bIns="45720" rtlCol="0" anchor="ctr">
            <a:noAutofit/>
          </a:bodyPr>
          <a:lstStyle>
            <a:lvl1pPr marL="0" indent="0" algn="ctr">
              <a:buNone/>
              <a:defRPr lang="en-US">
                <a:solidFill>
                  <a:schemeClr val="bg1"/>
                </a:solidFill>
              </a:defRPr>
            </a:lvl1pPr>
          </a:lstStyle>
          <a:p>
            <a:pPr marL="173038" lvl="0" indent="-173038" algn="ctr"/>
            <a:r>
              <a:rPr lang="en-US"/>
              <a:t>Click icon to add picture</a:t>
            </a:r>
          </a:p>
        </p:txBody>
      </p:sp>
    </p:spTree>
    <p:extLst>
      <p:ext uri="{BB962C8B-B14F-4D97-AF65-F5344CB8AC3E}">
        <p14:creationId xmlns:p14="http://schemas.microsoft.com/office/powerpoint/2010/main" val="3805140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_subhead_photo">
    <p:bg>
      <p:bgPr>
        <a:solidFill>
          <a:srgbClr val="FFFFFF"/>
        </a:solidFill>
        <a:effectLst/>
      </p:bgPr>
    </p:bg>
    <p:spTree>
      <p:nvGrpSpPr>
        <p:cNvPr id="1" name=""/>
        <p:cNvGrpSpPr/>
        <p:nvPr/>
      </p:nvGrpSpPr>
      <p:grpSpPr>
        <a:xfrm>
          <a:off x="0" y="0"/>
          <a:ext cx="0" cy="0"/>
          <a:chOff x="0" y="0"/>
          <a:chExt cx="0" cy="0"/>
        </a:xfrm>
      </p:grpSpPr>
      <p:sp>
        <p:nvSpPr>
          <p:cNvPr id="8" name="Picture Placeholder 4"/>
          <p:cNvSpPr>
            <a:spLocks noGrp="1"/>
          </p:cNvSpPr>
          <p:nvPr>
            <p:ph type="pic" sz="quarter" idx="21"/>
          </p:nvPr>
        </p:nvSpPr>
        <p:spPr>
          <a:xfrm>
            <a:off x="4572000" y="0"/>
            <a:ext cx="4572000" cy="5143500"/>
          </a:xfrm>
          <a:prstGeom prst="rect">
            <a:avLst/>
          </a:prstGeom>
          <a:solidFill>
            <a:srgbClr val="11498B"/>
          </a:solidFill>
        </p:spPr>
        <p:txBody>
          <a:bodyPr vert="horz" wrap="square" lIns="0" tIns="1005840" rIns="0" bIns="45720" rtlCol="0" anchor="ctr">
            <a:noAutofit/>
          </a:bodyPr>
          <a:lstStyle>
            <a:lvl1pPr marL="0" indent="0" algn="ctr">
              <a:buNone/>
              <a:defRPr lang="en-US">
                <a:solidFill>
                  <a:schemeClr val="bg1"/>
                </a:solidFill>
              </a:defRPr>
            </a:lvl1pPr>
          </a:lstStyle>
          <a:p>
            <a:pPr marL="173038" lvl="0" indent="-173038" algn="ctr"/>
            <a:r>
              <a:rPr lang="en-US" dirty="0"/>
              <a:t>Click icon to add picture</a:t>
            </a:r>
          </a:p>
        </p:txBody>
      </p:sp>
      <p:sp>
        <p:nvSpPr>
          <p:cNvPr id="10" name="Text Placeholder 4"/>
          <p:cNvSpPr>
            <a:spLocks noGrp="1"/>
          </p:cNvSpPr>
          <p:nvPr>
            <p:ph type="body" sz="quarter" idx="16"/>
          </p:nvPr>
        </p:nvSpPr>
        <p:spPr>
          <a:xfrm>
            <a:off x="464494" y="1477280"/>
            <a:ext cx="3273116" cy="847455"/>
          </a:xfrm>
        </p:spPr>
        <p:txBody>
          <a:bodyPr tIns="0"/>
          <a:lstStyle>
            <a:lvl1pPr marL="0" indent="0">
              <a:lnSpc>
                <a:spcPct val="150000"/>
              </a:lnSpc>
              <a:buNone/>
              <a:defRPr lang="en-US" sz="1100" kern="1200" spc="0" baseline="0" dirty="0" smtClean="0">
                <a:solidFill>
                  <a:schemeClr val="accent5"/>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11" name="Text Placeholder 7"/>
          <p:cNvSpPr>
            <a:spLocks noGrp="1"/>
          </p:cNvSpPr>
          <p:nvPr>
            <p:ph type="body" sz="quarter" idx="11" hasCustomPrompt="1"/>
          </p:nvPr>
        </p:nvSpPr>
        <p:spPr>
          <a:xfrm>
            <a:off x="464493" y="438150"/>
            <a:ext cx="3273117" cy="908685"/>
          </a:xfrm>
        </p:spPr>
        <p:txBody>
          <a:bodyPr tIns="0" bIns="0" anchor="t"/>
          <a:lstStyle>
            <a:lvl1pPr marL="0" indent="0" algn="l" defTabSz="914400" rtl="0" eaLnBrk="1" latinLnBrk="0" hangingPunct="1">
              <a:lnSpc>
                <a:spcPct val="90000"/>
              </a:lnSpc>
              <a:spcBef>
                <a:spcPct val="0"/>
              </a:spcBef>
              <a:buNone/>
              <a:defRPr lang="en-US" sz="32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this text box</a:t>
            </a:r>
            <a:endParaRPr lang="en-GB" dirty="0"/>
          </a:p>
        </p:txBody>
      </p:sp>
      <p:sp>
        <p:nvSpPr>
          <p:cNvPr id="5"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accent5"/>
                </a:solidFill>
              </a:defRPr>
            </a:lvl1pPr>
          </a:lstStyle>
          <a:p>
            <a:pPr lvl="0"/>
            <a:r>
              <a:rPr lang="en-US" dirty="0"/>
              <a:t>Optional small text </a:t>
            </a:r>
            <a:endParaRPr lang="en-GB" dirty="0"/>
          </a:p>
        </p:txBody>
      </p:sp>
      <p:sp>
        <p:nvSpPr>
          <p:cNvPr id="3" name="TextBox 2">
            <a:extLst>
              <a:ext uri="{FF2B5EF4-FFF2-40B4-BE49-F238E27FC236}">
                <a16:creationId xmlns:a16="http://schemas.microsoft.com/office/drawing/2014/main" id="{9F6D98FC-A04F-F001-C845-DA1647943D51}"/>
              </a:ext>
            </a:extLst>
          </p:cNvPr>
          <p:cNvSpPr txBox="1"/>
          <p:nvPr userDrawn="1"/>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bg1"/>
                </a:solidFill>
                <a:latin typeface="Arial" panose="020B0604020202020204" pitchFamily="34" charset="0"/>
                <a:cs typeface="Arial" panose="020B0604020202020204" pitchFamily="34" charset="0"/>
              </a:rPr>
              <a:t>incose.org</a:t>
            </a:r>
            <a:r>
              <a:rPr lang="en-GB" sz="800" spc="0" baseline="0" dirty="0">
                <a:solidFill>
                  <a:schemeClr val="bg1"/>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bg1"/>
                </a:solidFill>
                <a:latin typeface="Arial" panose="020B0604020202020204" pitchFamily="34" charset="0"/>
                <a:cs typeface="Arial" panose="020B0604020202020204" pitchFamily="34" charset="0"/>
              </a:rPr>
              <a:t>‹#›</a:t>
            </a:fld>
            <a:endParaRPr lang="en-GB" sz="800" spc="0" baseline="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D8BE403-1548-2ADE-5539-26FE8836F51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283454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_floating photo layout">
    <p:bg>
      <p:bgPr>
        <a:solidFill>
          <a:srgbClr val="FFFFFF"/>
        </a:solidFill>
        <a:effectLst/>
      </p:bgPr>
    </p:bg>
    <p:spTree>
      <p:nvGrpSpPr>
        <p:cNvPr id="1" name=""/>
        <p:cNvGrpSpPr/>
        <p:nvPr/>
      </p:nvGrpSpPr>
      <p:grpSpPr>
        <a:xfrm>
          <a:off x="0" y="0"/>
          <a:ext cx="0" cy="0"/>
          <a:chOff x="0" y="0"/>
          <a:chExt cx="0" cy="0"/>
        </a:xfrm>
      </p:grpSpPr>
      <p:sp>
        <p:nvSpPr>
          <p:cNvPr id="5" name="Rectangle 4"/>
          <p:cNvSpPr/>
          <p:nvPr userDrawn="1"/>
        </p:nvSpPr>
        <p:spPr>
          <a:xfrm>
            <a:off x="5073358" y="1987267"/>
            <a:ext cx="2309339" cy="15147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endParaRPr lang="en-US" dirty="0" err="1">
              <a:gradFill>
                <a:gsLst>
                  <a:gs pos="0">
                    <a:schemeClr val="bg1"/>
                  </a:gs>
                  <a:gs pos="98000">
                    <a:schemeClr val="bg1"/>
                  </a:gs>
                </a:gsLst>
                <a:lin ang="5400000" scaled="0"/>
              </a:gradFill>
              <a:ea typeface="Segoe UI Black" panose="020B0A02040204020203" pitchFamily="34" charset="0"/>
              <a:cs typeface="Segoe UI Black" panose="020B0A02040204020203" pitchFamily="34" charset="0"/>
            </a:endParaRPr>
          </a:p>
        </p:txBody>
      </p:sp>
      <p:sp>
        <p:nvSpPr>
          <p:cNvPr id="7" name="Picture Placeholder 4"/>
          <p:cNvSpPr>
            <a:spLocks noGrp="1"/>
          </p:cNvSpPr>
          <p:nvPr>
            <p:ph type="pic" sz="quarter" idx="21"/>
          </p:nvPr>
        </p:nvSpPr>
        <p:spPr>
          <a:xfrm>
            <a:off x="5537466" y="1066800"/>
            <a:ext cx="3150178" cy="1990918"/>
          </a:xfrm>
          <a:prstGeom prst="rect">
            <a:avLst/>
          </a:prstGeom>
          <a:solidFill>
            <a:srgbClr val="11498B"/>
          </a:solidFill>
        </p:spPr>
        <p:txBody>
          <a:bodyPr vert="horz" wrap="square" lIns="0" tIns="1005840" rIns="0" bIns="45720" rtlCol="0" anchor="ctr">
            <a:noAutofit/>
          </a:bodyPr>
          <a:lstStyle>
            <a:lvl1pPr marL="0" indent="0" algn="ctr">
              <a:buNone/>
              <a:defRPr lang="en-US" dirty="0">
                <a:solidFill>
                  <a:schemeClr val="bg1"/>
                </a:solidFill>
              </a:defRPr>
            </a:lvl1pPr>
          </a:lstStyle>
          <a:p>
            <a:pPr marL="173038" lvl="0" indent="-173038" algn="ctr"/>
            <a:r>
              <a:rPr lang="en-US" dirty="0"/>
              <a:t>Click icon to add picture</a:t>
            </a:r>
          </a:p>
        </p:txBody>
      </p:sp>
      <p:sp>
        <p:nvSpPr>
          <p:cNvPr id="11" name="Text Placeholder 7"/>
          <p:cNvSpPr>
            <a:spLocks noGrp="1"/>
          </p:cNvSpPr>
          <p:nvPr>
            <p:ph type="body" sz="quarter" idx="11" hasCustomPrompt="1"/>
          </p:nvPr>
        </p:nvSpPr>
        <p:spPr>
          <a:xfrm>
            <a:off x="464493" y="438151"/>
            <a:ext cx="3273117" cy="4066614"/>
          </a:xfrm>
        </p:spPr>
        <p:txBody>
          <a:bodyPr tIns="0" bIns="0" anchor="t"/>
          <a:lstStyle>
            <a:lvl1pPr marL="0" indent="0" algn="l" defTabSz="914400" rtl="0" eaLnBrk="1" latinLnBrk="0" hangingPunct="1">
              <a:lnSpc>
                <a:spcPct val="90000"/>
              </a:lnSpc>
              <a:spcBef>
                <a:spcPct val="0"/>
              </a:spcBef>
              <a:buNone/>
              <a:defRPr lang="en-US" sz="28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this text box</a:t>
            </a:r>
            <a:endParaRPr lang="en-GB" dirty="0"/>
          </a:p>
        </p:txBody>
      </p:sp>
      <p:sp>
        <p:nvSpPr>
          <p:cNvPr id="6"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accent5"/>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63D31D8F-0B3E-7FDB-7050-83022D8F399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2685940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lumn layout_light">
    <p:bg>
      <p:bgRef idx="1001">
        <a:schemeClr val="bg1"/>
      </p:bgRef>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4978400" y="1066800"/>
            <a:ext cx="4165600" cy="2184400"/>
          </a:xfrm>
          <a:solidFill>
            <a:srgbClr val="11498B"/>
          </a:solidFill>
        </p:spPr>
        <p:txBody>
          <a:bodyPr vert="horz" wrap="square" lIns="0" tIns="1005840" rIns="0" bIns="45720" rtlCol="0" anchor="ctr">
            <a:noAutofit/>
          </a:bodyPr>
          <a:lstStyle>
            <a:lvl1pPr marL="0" indent="0" algn="ctr">
              <a:buNone/>
              <a:defRPr lang="en-GB">
                <a:solidFill>
                  <a:schemeClr val="bg1"/>
                </a:solidFill>
              </a:defRPr>
            </a:lvl1pPr>
          </a:lstStyle>
          <a:p>
            <a:pPr marL="173038" lvl="0" indent="-173038" algn="ctr"/>
            <a:r>
              <a:rPr lang="en-US" dirty="0"/>
              <a:t>Click icon to add picture</a:t>
            </a:r>
          </a:p>
        </p:txBody>
      </p:sp>
      <p:sp>
        <p:nvSpPr>
          <p:cNvPr id="7" name="Text Placeholder 4"/>
          <p:cNvSpPr>
            <a:spLocks noGrp="1"/>
          </p:cNvSpPr>
          <p:nvPr>
            <p:ph type="body" sz="quarter" idx="16"/>
          </p:nvPr>
        </p:nvSpPr>
        <p:spPr>
          <a:xfrm>
            <a:off x="464494" y="1559195"/>
            <a:ext cx="3273116" cy="695055"/>
          </a:xfrm>
        </p:spPr>
        <p:txBody>
          <a:bodyPr tIns="0"/>
          <a:lstStyle>
            <a:lvl1pPr marL="0" indent="0">
              <a:buNone/>
              <a:defRPr lang="en-US" sz="1400" kern="1200" spc="0" baseline="0" dirty="0" smtClean="0">
                <a:solidFill>
                  <a:schemeClr val="accent5"/>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8" name="Text Placeholder 7"/>
          <p:cNvSpPr>
            <a:spLocks noGrp="1"/>
          </p:cNvSpPr>
          <p:nvPr>
            <p:ph type="body" sz="quarter" idx="11" hasCustomPrompt="1"/>
          </p:nvPr>
        </p:nvSpPr>
        <p:spPr>
          <a:xfrm>
            <a:off x="464493" y="520065"/>
            <a:ext cx="3273117" cy="908685"/>
          </a:xfrm>
        </p:spPr>
        <p:txBody>
          <a:bodyPr tIns="0" bIns="0" anchor="t"/>
          <a:lstStyle>
            <a:lvl1pPr marL="0" indent="0" algn="l" defTabSz="914400" rtl="0" eaLnBrk="1" latinLnBrk="0" hangingPunct="1">
              <a:lnSpc>
                <a:spcPct val="90000"/>
              </a:lnSpc>
              <a:spcBef>
                <a:spcPct val="0"/>
              </a:spcBef>
              <a:buNone/>
              <a:defRPr lang="en-US" sz="32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this text box</a:t>
            </a:r>
            <a:endParaRPr lang="en-GB" dirty="0"/>
          </a:p>
        </p:txBody>
      </p:sp>
      <p:sp>
        <p:nvSpPr>
          <p:cNvPr id="9" name="Text Placeholder 4"/>
          <p:cNvSpPr>
            <a:spLocks noGrp="1"/>
          </p:cNvSpPr>
          <p:nvPr>
            <p:ph type="body" sz="quarter" idx="17"/>
          </p:nvPr>
        </p:nvSpPr>
        <p:spPr>
          <a:xfrm>
            <a:off x="464494" y="2473596"/>
            <a:ext cx="3273116" cy="2013240"/>
          </a:xfrm>
        </p:spPr>
        <p:txBody>
          <a:bodyPr tIns="0"/>
          <a:lstStyle>
            <a:lvl1pPr marL="285750" indent="-285750">
              <a:lnSpc>
                <a:spcPct val="150000"/>
              </a:lnSpc>
              <a:spcBef>
                <a:spcPts val="750"/>
              </a:spcBef>
              <a:buFont typeface="Arial" panose="020B0604020202020204" pitchFamily="34" charset="0"/>
              <a:buChar char="•"/>
              <a:defRPr lang="en-US" sz="1400" kern="1200" spc="0" baseline="0" dirty="0" smtClean="0">
                <a:solidFill>
                  <a:schemeClr val="accent5"/>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285750" lvl="0" indent="-285750" algn="l" defTabSz="914400" rtl="0" eaLnBrk="1" latinLnBrk="0" hangingPunct="1">
              <a:lnSpc>
                <a:spcPct val="90000"/>
              </a:lnSpc>
              <a:spcBef>
                <a:spcPts val="1200"/>
              </a:spcBef>
              <a:buClr>
                <a:srgbClr val="0072C8"/>
              </a:buClr>
              <a:buSzPct val="110000"/>
            </a:pPr>
            <a:r>
              <a:rPr lang="en-US" dirty="0"/>
              <a:t>Click to edit Master text styles</a:t>
            </a:r>
          </a:p>
        </p:txBody>
      </p:sp>
      <p:sp>
        <p:nvSpPr>
          <p:cNvPr id="6" name="Text Placeholder 3"/>
          <p:cNvSpPr>
            <a:spLocks noGrp="1"/>
          </p:cNvSpPr>
          <p:nvPr>
            <p:ph type="body" sz="quarter" idx="18" hasCustomPrompt="1"/>
          </p:nvPr>
        </p:nvSpPr>
        <p:spPr>
          <a:xfrm>
            <a:off x="466725" y="4598894"/>
            <a:ext cx="1823085" cy="110938"/>
          </a:xfrm>
        </p:spPr>
        <p:txBody>
          <a:bodyPr tIns="0" bIns="0" anchor="b"/>
          <a:lstStyle>
            <a:lvl1pPr marL="0" indent="0">
              <a:buNone/>
              <a:defRPr sz="800">
                <a:solidFill>
                  <a:schemeClr val="accent5"/>
                </a:solidFill>
              </a:defRPr>
            </a:lvl1pPr>
          </a:lstStyle>
          <a:p>
            <a:pPr lvl="0"/>
            <a:r>
              <a:rPr lang="en-US" dirty="0"/>
              <a:t>Optional small text </a:t>
            </a:r>
            <a:endParaRPr lang="en-GB" dirty="0"/>
          </a:p>
        </p:txBody>
      </p:sp>
      <p:pic>
        <p:nvPicPr>
          <p:cNvPr id="4" name="Picture 3">
            <a:extLst>
              <a:ext uri="{FF2B5EF4-FFF2-40B4-BE49-F238E27FC236}">
                <a16:creationId xmlns:a16="http://schemas.microsoft.com/office/drawing/2014/main" id="{F4BCAA97-4D5B-3E93-C762-C378ECA351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416698228"/>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 layout">
    <p:bg>
      <p:bgPr>
        <a:solidFill>
          <a:srgbClr val="FFFFFF"/>
        </a:solidFill>
        <a:effectLst/>
      </p:bgPr>
    </p:bg>
    <p:spTree>
      <p:nvGrpSpPr>
        <p:cNvPr id="1" name=""/>
        <p:cNvGrpSpPr/>
        <p:nvPr/>
      </p:nvGrpSpPr>
      <p:grpSpPr>
        <a:xfrm>
          <a:off x="0" y="0"/>
          <a:ext cx="0" cy="0"/>
          <a:chOff x="0" y="0"/>
          <a:chExt cx="0" cy="0"/>
        </a:xfrm>
      </p:grpSpPr>
      <p:sp>
        <p:nvSpPr>
          <p:cNvPr id="4" name="Rectangle 3"/>
          <p:cNvSpPr/>
          <p:nvPr userDrawn="1"/>
        </p:nvSpPr>
        <p:spPr>
          <a:xfrm>
            <a:off x="5195888" y="3752850"/>
            <a:ext cx="3948111" cy="13895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endParaRPr lang="en-GB" sz="1400" spc="100" dirty="0" err="1">
              <a:solidFill>
                <a:schemeClr val="bg1"/>
              </a:solidFill>
              <a:ea typeface="Segoe UI Black" panose="020B0A02040204020203" pitchFamily="34" charset="0"/>
              <a:cs typeface="Segoe UI Black" panose="020B0A02040204020203" pitchFamily="34" charset="0"/>
            </a:endParaRPr>
          </a:p>
        </p:txBody>
      </p:sp>
      <p:sp>
        <p:nvSpPr>
          <p:cNvPr id="8" name="Picture Placeholder 7"/>
          <p:cNvSpPr>
            <a:spLocks noGrp="1"/>
          </p:cNvSpPr>
          <p:nvPr>
            <p:ph type="pic" sz="quarter" idx="13"/>
          </p:nvPr>
        </p:nvSpPr>
        <p:spPr>
          <a:xfrm>
            <a:off x="5929313" y="2613025"/>
            <a:ext cx="3214687" cy="2530475"/>
          </a:xfrm>
          <a:solidFill>
            <a:srgbClr val="11498B"/>
          </a:solidFill>
        </p:spPr>
        <p:txBody>
          <a:bodyPr vert="horz" wrap="square" lIns="0" tIns="1005840" rIns="0" bIns="45720" rtlCol="0" anchor="ctr">
            <a:noAutofit/>
          </a:bodyPr>
          <a:lstStyle>
            <a:lvl1pPr marL="0" marR="0" indent="0" algn="ctr" defTabSz="914400" rtl="0" eaLnBrk="1" fontAlgn="auto" latinLnBrk="0" hangingPunct="1">
              <a:lnSpc>
                <a:spcPct val="100000"/>
              </a:lnSpc>
              <a:spcBef>
                <a:spcPts val="750"/>
              </a:spcBef>
              <a:spcAft>
                <a:spcPts val="0"/>
              </a:spcAft>
              <a:buClr>
                <a:schemeClr val="accent2"/>
              </a:buClr>
              <a:buSzPct val="110000"/>
              <a:buFont typeface="Arial" panose="020B0604020202020204" pitchFamily="34" charset="0"/>
              <a:buNone/>
              <a:tabLst/>
              <a:defRPr lang="en-GB" dirty="0">
                <a:solidFill>
                  <a:schemeClr val="bg1"/>
                </a:solidFill>
              </a:defRPr>
            </a:lvl1pPr>
          </a:lstStyle>
          <a:p>
            <a:pPr marL="171450" marR="0" lvl="0" indent="-171450" algn="ctr" defTabSz="914400" rtl="0" eaLnBrk="1" fontAlgn="auto" latinLnBrk="0" hangingPunct="1">
              <a:lnSpc>
                <a:spcPct val="100000"/>
              </a:lnSpc>
              <a:spcBef>
                <a:spcPts val="750"/>
              </a:spcBef>
              <a:spcAft>
                <a:spcPts val="0"/>
              </a:spcAft>
              <a:buClr>
                <a:schemeClr val="accent2"/>
              </a:buClr>
              <a:buSzPct val="110000"/>
              <a:tabLst/>
              <a:defRPr/>
            </a:pPr>
            <a:r>
              <a:rPr lang="en-US" dirty="0"/>
              <a:t>Click icon to add picture</a:t>
            </a:r>
          </a:p>
          <a:p>
            <a:pPr marL="171450" lvl="0" indent="-171450" algn="ctr"/>
            <a:endParaRPr lang="en-GB" dirty="0"/>
          </a:p>
        </p:txBody>
      </p:sp>
      <p:sp>
        <p:nvSpPr>
          <p:cNvPr id="10" name="Picture Placeholder 9"/>
          <p:cNvSpPr>
            <a:spLocks noGrp="1"/>
          </p:cNvSpPr>
          <p:nvPr>
            <p:ph type="pic" sz="quarter" idx="14"/>
          </p:nvPr>
        </p:nvSpPr>
        <p:spPr>
          <a:xfrm>
            <a:off x="3986090" y="536215"/>
            <a:ext cx="2743200" cy="2743200"/>
          </a:xfrm>
          <a:prstGeom prst="ellipse">
            <a:avLst/>
          </a:prstGeom>
          <a:solidFill>
            <a:srgbClr val="11498B"/>
          </a:solidFill>
        </p:spPr>
        <p:txBody>
          <a:bodyPr vert="horz" wrap="square" lIns="0" tIns="1005840" rIns="0" bIns="45720" rtlCol="0" anchor="ctr">
            <a:noAutofit/>
          </a:bodyPr>
          <a:lstStyle>
            <a:lvl1pPr marL="0" indent="0" algn="ctr">
              <a:buNone/>
              <a:defRPr lang="en-GB">
                <a:solidFill>
                  <a:schemeClr val="bg1"/>
                </a:solidFill>
              </a:defRPr>
            </a:lvl1pPr>
          </a:lstStyle>
          <a:p>
            <a:pPr marL="173038" lvl="0" indent="-173038" algn="ctr"/>
            <a:r>
              <a:rPr lang="en-US" dirty="0"/>
              <a:t>Click icon to add picture</a:t>
            </a:r>
          </a:p>
        </p:txBody>
      </p:sp>
      <p:sp>
        <p:nvSpPr>
          <p:cNvPr id="5"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accent5"/>
                </a:solidFill>
              </a:defRPr>
            </a:lvl1pPr>
          </a:lstStyle>
          <a:p>
            <a:pPr lvl="0"/>
            <a:r>
              <a:rPr lang="en-US" dirty="0"/>
              <a:t>Optional small text </a:t>
            </a:r>
            <a:endParaRPr lang="en-GB" dirty="0"/>
          </a:p>
        </p:txBody>
      </p:sp>
      <p:sp>
        <p:nvSpPr>
          <p:cNvPr id="3" name="TextBox 2">
            <a:extLst>
              <a:ext uri="{FF2B5EF4-FFF2-40B4-BE49-F238E27FC236}">
                <a16:creationId xmlns:a16="http://schemas.microsoft.com/office/drawing/2014/main" id="{1DAF7FCA-7728-365A-AB5C-E07378312926}"/>
              </a:ext>
            </a:extLst>
          </p:cNvPr>
          <p:cNvSpPr txBox="1"/>
          <p:nvPr userDrawn="1"/>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bg1"/>
                </a:solidFill>
                <a:latin typeface="Arial" panose="020B0604020202020204" pitchFamily="34" charset="0"/>
                <a:cs typeface="Arial" panose="020B0604020202020204" pitchFamily="34" charset="0"/>
              </a:rPr>
              <a:t>incose.org</a:t>
            </a:r>
            <a:r>
              <a:rPr lang="en-GB" sz="800" spc="0" baseline="0" dirty="0">
                <a:solidFill>
                  <a:schemeClr val="bg1"/>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bg1"/>
                </a:solidFill>
                <a:latin typeface="Arial" panose="020B0604020202020204" pitchFamily="34" charset="0"/>
                <a:cs typeface="Arial" panose="020B0604020202020204" pitchFamily="34" charset="0"/>
              </a:rPr>
              <a:t>‹#›</a:t>
            </a:fld>
            <a:endParaRPr lang="en-GB" sz="800" spc="0" baseline="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A315B14-B420-BE02-8C24-4F6D2B313D7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28435859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 layout_title subtitle">
    <p:bg>
      <p:bgPr>
        <a:solidFill>
          <a:srgbClr val="FFFFFF"/>
        </a:solidFill>
        <a:effectLst/>
      </p:bgPr>
    </p:bg>
    <p:spTree>
      <p:nvGrpSpPr>
        <p:cNvPr id="1" name=""/>
        <p:cNvGrpSpPr/>
        <p:nvPr/>
      </p:nvGrpSpPr>
      <p:grpSpPr>
        <a:xfrm>
          <a:off x="0" y="0"/>
          <a:ext cx="0" cy="0"/>
          <a:chOff x="0" y="0"/>
          <a:chExt cx="0" cy="0"/>
        </a:xfrm>
      </p:grpSpPr>
      <p:sp>
        <p:nvSpPr>
          <p:cNvPr id="5" name="Rectangle 4"/>
          <p:cNvSpPr/>
          <p:nvPr userDrawn="1"/>
        </p:nvSpPr>
        <p:spPr>
          <a:xfrm>
            <a:off x="2000250" y="514350"/>
            <a:ext cx="4751057" cy="2886757"/>
          </a:xfrm>
          <a:prstGeom prst="rect">
            <a:avLst/>
          </a:prstGeom>
          <a:solidFill>
            <a:schemeClr val="tx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endParaRPr lang="en-US" dirty="0" err="1">
              <a:gradFill>
                <a:gsLst>
                  <a:gs pos="0">
                    <a:schemeClr val="bg1"/>
                  </a:gs>
                  <a:gs pos="98000">
                    <a:schemeClr val="bg1"/>
                  </a:gs>
                </a:gsLst>
                <a:lin ang="5400000" scaled="0"/>
              </a:gradFill>
              <a:ea typeface="Segoe UI Black" panose="020B0A02040204020203" pitchFamily="34" charset="0"/>
              <a:cs typeface="Segoe UI Black" panose="020B0A02040204020203" pitchFamily="34" charset="0"/>
            </a:endParaRPr>
          </a:p>
        </p:txBody>
      </p:sp>
      <p:sp>
        <p:nvSpPr>
          <p:cNvPr id="8" name="Picture Placeholder 7"/>
          <p:cNvSpPr>
            <a:spLocks noGrp="1"/>
          </p:cNvSpPr>
          <p:nvPr>
            <p:ph type="pic" sz="quarter" idx="13"/>
          </p:nvPr>
        </p:nvSpPr>
        <p:spPr>
          <a:xfrm>
            <a:off x="2686050" y="1066799"/>
            <a:ext cx="6471201" cy="3001619"/>
          </a:xfrm>
          <a:solidFill>
            <a:srgbClr val="11498B"/>
          </a:solidFill>
        </p:spPr>
        <p:txBody>
          <a:bodyPr vert="horz" wrap="square" lIns="0" tIns="1005840" rIns="0" bIns="45720" rtlCol="0" anchor="ctr">
            <a:noAutofit/>
          </a:bodyPr>
          <a:lstStyle>
            <a:lvl1pPr marL="0" indent="0" algn="ctr">
              <a:buNone/>
              <a:defRPr lang="en-GB" dirty="0">
                <a:solidFill>
                  <a:schemeClr val="bg1"/>
                </a:solidFill>
              </a:defRPr>
            </a:lvl1pPr>
          </a:lstStyle>
          <a:p>
            <a:pPr marL="173038" lvl="0" indent="-173038" algn="ctr"/>
            <a:r>
              <a:rPr lang="en-US" dirty="0"/>
              <a:t>Click icon to add picture</a:t>
            </a:r>
          </a:p>
        </p:txBody>
      </p:sp>
      <p:sp>
        <p:nvSpPr>
          <p:cNvPr id="13" name="Text Placeholder 7"/>
          <p:cNvSpPr>
            <a:spLocks noGrp="1"/>
          </p:cNvSpPr>
          <p:nvPr>
            <p:ph type="body" sz="quarter" idx="11" hasCustomPrompt="1"/>
          </p:nvPr>
        </p:nvSpPr>
        <p:spPr>
          <a:xfrm>
            <a:off x="464493" y="2004666"/>
            <a:ext cx="4107507" cy="2063751"/>
          </a:xfrm>
          <a:solidFill>
            <a:schemeClr val="bg1"/>
          </a:solidFill>
        </p:spPr>
        <p:txBody>
          <a:bodyPr tIns="0" bIns="0" anchor="ctr"/>
          <a:lstStyle>
            <a:lvl1pPr marL="0" indent="0" algn="l" defTabSz="914400" rtl="0" eaLnBrk="1" latinLnBrk="0" hangingPunct="1">
              <a:lnSpc>
                <a:spcPct val="80000"/>
              </a:lnSpc>
              <a:spcBef>
                <a:spcPts val="0"/>
              </a:spcBef>
              <a:buNone/>
              <a:defRPr lang="en-US" sz="44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master</a:t>
            </a:r>
            <a:endParaRPr lang="en-GB" dirty="0"/>
          </a:p>
        </p:txBody>
      </p:sp>
      <p:sp>
        <p:nvSpPr>
          <p:cNvPr id="12" name="Text Placeholder 11"/>
          <p:cNvSpPr>
            <a:spLocks noGrp="1"/>
          </p:cNvSpPr>
          <p:nvPr>
            <p:ph type="body" sz="quarter" idx="15" hasCustomPrompt="1"/>
          </p:nvPr>
        </p:nvSpPr>
        <p:spPr>
          <a:xfrm>
            <a:off x="457200" y="3735042"/>
            <a:ext cx="3816350" cy="504825"/>
          </a:xfrm>
        </p:spPr>
        <p:txBody>
          <a:bodyPr/>
          <a:lstStyle>
            <a:lvl1pPr marL="0" indent="0">
              <a:lnSpc>
                <a:spcPct val="100000"/>
              </a:lnSpc>
              <a:buNone/>
              <a:defRPr>
                <a:solidFill>
                  <a:schemeClr val="tx1"/>
                </a:solidFill>
              </a:defRPr>
            </a:lvl1pPr>
            <a:lvl2pPr marL="173037" indent="0">
              <a:buNone/>
              <a:defRPr>
                <a:solidFill>
                  <a:schemeClr val="accent5"/>
                </a:solidFill>
              </a:defRPr>
            </a:lvl2pPr>
            <a:lvl3pPr marL="323850" indent="0">
              <a:buNone/>
              <a:defRPr>
                <a:solidFill>
                  <a:schemeClr val="accent5"/>
                </a:solidFill>
              </a:defRPr>
            </a:lvl3pPr>
            <a:lvl4pPr marL="457200" indent="0">
              <a:buNone/>
              <a:defRPr>
                <a:solidFill>
                  <a:schemeClr val="accent5"/>
                </a:solidFill>
              </a:defRPr>
            </a:lvl4pPr>
            <a:lvl5pPr marL="593725" indent="0">
              <a:buNone/>
              <a:defRPr>
                <a:solidFill>
                  <a:schemeClr val="accent5"/>
                </a:solidFill>
              </a:defRPr>
            </a:lvl5pPr>
          </a:lstStyle>
          <a:p>
            <a:pPr lvl="0"/>
            <a:r>
              <a:rPr lang="en-US" dirty="0"/>
              <a:t>Enter text here</a:t>
            </a:r>
            <a:endParaRPr lang="en-GB" dirty="0"/>
          </a:p>
        </p:txBody>
      </p:sp>
      <p:sp>
        <p:nvSpPr>
          <p:cNvPr id="6"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F175982B-7640-B598-B783-5DD85FB8A48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8073218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 layout_title">
    <p:bg>
      <p:bgPr>
        <a:solidFill>
          <a:srgbClr val="FFFFFF"/>
        </a:solidFill>
        <a:effectLst/>
      </p:bgPr>
    </p:bg>
    <p:spTree>
      <p:nvGrpSpPr>
        <p:cNvPr id="1" name=""/>
        <p:cNvGrpSpPr/>
        <p:nvPr/>
      </p:nvGrpSpPr>
      <p:grpSpPr>
        <a:xfrm>
          <a:off x="0" y="0"/>
          <a:ext cx="0" cy="0"/>
          <a:chOff x="0" y="0"/>
          <a:chExt cx="0" cy="0"/>
        </a:xfrm>
      </p:grpSpPr>
      <p:sp>
        <p:nvSpPr>
          <p:cNvPr id="4" name="Rectangle 3"/>
          <p:cNvSpPr/>
          <p:nvPr userDrawn="1"/>
        </p:nvSpPr>
        <p:spPr>
          <a:xfrm>
            <a:off x="2880711" y="645617"/>
            <a:ext cx="4363050" cy="1990358"/>
          </a:xfrm>
          <a:prstGeom prst="rect">
            <a:avLst/>
          </a:prstGeom>
          <a:solidFill>
            <a:schemeClr val="tx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endParaRPr lang="en-US" dirty="0" err="1">
              <a:gradFill>
                <a:gsLst>
                  <a:gs pos="0">
                    <a:schemeClr val="bg1"/>
                  </a:gs>
                  <a:gs pos="98000">
                    <a:schemeClr val="bg1"/>
                  </a:gs>
                </a:gsLst>
                <a:lin ang="5400000" scaled="0"/>
              </a:gradFill>
              <a:ea typeface="Segoe UI Black" panose="020B0A02040204020203" pitchFamily="34" charset="0"/>
              <a:cs typeface="Segoe UI Black" panose="020B0A02040204020203" pitchFamily="34" charset="0"/>
            </a:endParaRPr>
          </a:p>
        </p:txBody>
      </p:sp>
      <p:sp>
        <p:nvSpPr>
          <p:cNvPr id="8" name="Picture Placeholder 7"/>
          <p:cNvSpPr>
            <a:spLocks noGrp="1"/>
          </p:cNvSpPr>
          <p:nvPr>
            <p:ph type="pic" sz="quarter" idx="13"/>
          </p:nvPr>
        </p:nvSpPr>
        <p:spPr>
          <a:xfrm>
            <a:off x="1136650" y="1066799"/>
            <a:ext cx="5676900" cy="2678998"/>
          </a:xfrm>
          <a:solidFill>
            <a:srgbClr val="11498B"/>
          </a:solidFill>
        </p:spPr>
        <p:txBody>
          <a:bodyPr vert="horz" wrap="square" lIns="0" tIns="1005840" rIns="0" bIns="45720" rtlCol="0" anchor="ctr">
            <a:noAutofit/>
          </a:bodyPr>
          <a:lstStyle>
            <a:lvl1pPr marL="0" indent="0" algn="ctr">
              <a:buFont typeface="Arial" panose="020B0604020202020204" pitchFamily="34" charset="0"/>
              <a:buNone/>
              <a:defRPr lang="en-GB" dirty="0">
                <a:solidFill>
                  <a:schemeClr val="bg1"/>
                </a:solidFill>
              </a:defRPr>
            </a:lvl1pPr>
          </a:lstStyle>
          <a:p>
            <a:pPr marL="173038" lvl="0" indent="-173038" algn="ctr"/>
            <a:r>
              <a:rPr lang="en-US" dirty="0"/>
              <a:t>Click icon to add picture</a:t>
            </a:r>
          </a:p>
        </p:txBody>
      </p:sp>
      <p:sp>
        <p:nvSpPr>
          <p:cNvPr id="13" name="Text Placeholder 7"/>
          <p:cNvSpPr>
            <a:spLocks noGrp="1"/>
          </p:cNvSpPr>
          <p:nvPr>
            <p:ph type="body" sz="quarter" idx="11" hasCustomPrompt="1"/>
          </p:nvPr>
        </p:nvSpPr>
        <p:spPr>
          <a:xfrm>
            <a:off x="2429191" y="3246283"/>
            <a:ext cx="5959159" cy="1380784"/>
          </a:xfrm>
          <a:solidFill>
            <a:schemeClr val="bg1"/>
          </a:solidFill>
        </p:spPr>
        <p:txBody>
          <a:bodyPr lIns="274320" tIns="228600"/>
          <a:lstStyle>
            <a:lvl1pPr marL="0" indent="0">
              <a:buNone/>
              <a:defRPr lang="en-GB" sz="2400" b="1" kern="0" spc="-100" dirty="0">
                <a:solidFill>
                  <a:schemeClr val="accent3"/>
                </a:solidFill>
                <a:latin typeface="+mj-lt"/>
                <a:ea typeface="Roboto Medium" panose="02000000000000000000" pitchFamily="2" charset="0"/>
              </a:defRPr>
            </a:lvl1pPr>
          </a:lstStyle>
          <a:p>
            <a:pPr marL="173038" lvl="0" indent="-173038">
              <a:lnSpc>
                <a:spcPct val="90000"/>
              </a:lnSpc>
              <a:spcBef>
                <a:spcPct val="0"/>
              </a:spcBef>
            </a:pPr>
            <a:r>
              <a:rPr lang="en-US" dirty="0"/>
              <a:t>Click to edit</a:t>
            </a:r>
            <a:endParaRPr lang="en-GB" dirty="0"/>
          </a:p>
        </p:txBody>
      </p:sp>
      <p:sp>
        <p:nvSpPr>
          <p:cNvPr id="5"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accent5"/>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39AD0780-D662-CC9E-5D92-619B33E4B99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5241330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tro_two photo">
    <p:bg>
      <p:bgPr>
        <a:solidFill>
          <a:srgbClr val="FFFFFF"/>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7"/>
          </p:nvPr>
        </p:nvSpPr>
        <p:spPr>
          <a:xfrm>
            <a:off x="4572000" y="844550"/>
            <a:ext cx="1409700" cy="1409700"/>
          </a:xfrm>
          <a:prstGeom prst="ellipse">
            <a:avLst/>
          </a:prstGeom>
          <a:solidFill>
            <a:srgbClr val="11498B"/>
          </a:solidFill>
        </p:spPr>
        <p:txBody>
          <a:bodyPr vert="horz" wrap="square" lIns="0" tIns="1005840" rIns="0" bIns="45720" rtlCol="0" anchor="ctr">
            <a:noAutofit/>
          </a:bodyPr>
          <a:lstStyle>
            <a:lvl1pPr>
              <a:defRPr lang="en-GB">
                <a:solidFill>
                  <a:schemeClr val="bg1"/>
                </a:solidFill>
              </a:defRPr>
            </a:lvl1pPr>
          </a:lstStyle>
          <a:p>
            <a:pPr marL="0" lvl="0" indent="0" algn="ctr">
              <a:buNone/>
            </a:pPr>
            <a:r>
              <a:rPr lang="en-US" dirty="0"/>
              <a:t>Click icon to add picture</a:t>
            </a:r>
          </a:p>
          <a:p>
            <a:pPr marL="0" lvl="0" indent="0" algn="ctr">
              <a:buNone/>
            </a:pPr>
            <a:endParaRPr lang="en-US" dirty="0"/>
          </a:p>
        </p:txBody>
      </p:sp>
      <p:sp>
        <p:nvSpPr>
          <p:cNvPr id="10" name="Text Placeholder 4"/>
          <p:cNvSpPr>
            <a:spLocks noGrp="1"/>
          </p:cNvSpPr>
          <p:nvPr>
            <p:ph type="body" sz="quarter" idx="16"/>
          </p:nvPr>
        </p:nvSpPr>
        <p:spPr>
          <a:xfrm>
            <a:off x="464494" y="1485064"/>
            <a:ext cx="3273116" cy="847455"/>
          </a:xfrm>
        </p:spPr>
        <p:txBody>
          <a:bodyPr tIns="0"/>
          <a:lstStyle>
            <a:lvl1pPr marL="0" indent="0">
              <a:buNone/>
              <a:defRPr lang="en-US" sz="1100" kern="1200" spc="0" baseline="0" dirty="0" smtClean="0">
                <a:solidFill>
                  <a:schemeClr val="tx1"/>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11" name="Text Placeholder 7"/>
          <p:cNvSpPr>
            <a:spLocks noGrp="1"/>
          </p:cNvSpPr>
          <p:nvPr>
            <p:ph type="body" sz="quarter" idx="11" hasCustomPrompt="1"/>
          </p:nvPr>
        </p:nvSpPr>
        <p:spPr>
          <a:xfrm>
            <a:off x="464493" y="438150"/>
            <a:ext cx="3273117" cy="949858"/>
          </a:xfrm>
        </p:spPr>
        <p:txBody>
          <a:bodyPr tIns="0" bIns="0" anchor="t"/>
          <a:lstStyle>
            <a:lvl1pPr marL="0" indent="0" algn="l" defTabSz="914400" rtl="0" eaLnBrk="1" latinLnBrk="0" hangingPunct="1">
              <a:lnSpc>
                <a:spcPct val="90000"/>
              </a:lnSpc>
              <a:spcBef>
                <a:spcPct val="0"/>
              </a:spcBef>
              <a:buNone/>
              <a:defRPr lang="en-US" sz="4400" b="1" kern="0" spc="-15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a:t>
            </a:r>
            <a:endParaRPr lang="en-GB" dirty="0"/>
          </a:p>
        </p:txBody>
      </p:sp>
      <p:sp>
        <p:nvSpPr>
          <p:cNvPr id="7" name="Picture Placeholder 2"/>
          <p:cNvSpPr>
            <a:spLocks noGrp="1"/>
          </p:cNvSpPr>
          <p:nvPr>
            <p:ph type="pic" sz="quarter" idx="18"/>
          </p:nvPr>
        </p:nvSpPr>
        <p:spPr>
          <a:xfrm>
            <a:off x="4572000" y="2960672"/>
            <a:ext cx="1409700" cy="1409700"/>
          </a:xfrm>
          <a:prstGeom prst="ellipse">
            <a:avLst/>
          </a:prstGeom>
          <a:solidFill>
            <a:srgbClr val="11498B"/>
          </a:solidFill>
        </p:spPr>
        <p:txBody>
          <a:bodyPr vert="horz" wrap="square" lIns="0" tIns="1005840" rIns="0" bIns="45720" rtlCol="0" anchor="ctr">
            <a:noAutofit/>
          </a:bodyPr>
          <a:lstStyle>
            <a:lvl1pPr marL="0" marR="0" indent="0" algn="ctr" defTabSz="914400" rtl="0" eaLnBrk="1" fontAlgn="auto" latinLnBrk="0" hangingPunct="1">
              <a:lnSpc>
                <a:spcPct val="100000"/>
              </a:lnSpc>
              <a:spcBef>
                <a:spcPts val="750"/>
              </a:spcBef>
              <a:spcAft>
                <a:spcPts val="0"/>
              </a:spcAft>
              <a:buClr>
                <a:schemeClr val="accent2"/>
              </a:buClr>
              <a:buSzPct val="110000"/>
              <a:buFont typeface="Arial" panose="020B0604020202020204" pitchFamily="34" charset="0"/>
              <a:buNone/>
              <a:tabLst/>
              <a:defRPr lang="en-GB">
                <a:solidFill>
                  <a:schemeClr val="bg1"/>
                </a:solidFill>
              </a:defRPr>
            </a:lvl1pPr>
          </a:lstStyle>
          <a:p>
            <a:pPr marL="0" marR="0" lvl="0" indent="0" algn="ctr" defTabSz="914400" rtl="0" eaLnBrk="1" fontAlgn="auto" latinLnBrk="0" hangingPunct="1">
              <a:lnSpc>
                <a:spcPct val="100000"/>
              </a:lnSpc>
              <a:spcBef>
                <a:spcPts val="750"/>
              </a:spcBef>
              <a:spcAft>
                <a:spcPts val="0"/>
              </a:spcAft>
              <a:buClr>
                <a:schemeClr val="accent2"/>
              </a:buClr>
              <a:buSzPct val="110000"/>
              <a:buFont typeface="Arial" panose="020B0604020202020204" pitchFamily="34" charset="0"/>
              <a:buNone/>
              <a:tabLst/>
              <a:defRPr/>
            </a:pPr>
            <a:r>
              <a:rPr lang="en-US" dirty="0"/>
              <a:t>Click icon to add picture</a:t>
            </a:r>
          </a:p>
          <a:p>
            <a:pPr marL="0" lvl="0" indent="0" algn="ctr">
              <a:buNone/>
            </a:pPr>
            <a:endParaRPr lang="en-GB" dirty="0"/>
          </a:p>
        </p:txBody>
      </p:sp>
      <p:sp>
        <p:nvSpPr>
          <p:cNvPr id="6" name="Text Placeholder 5"/>
          <p:cNvSpPr>
            <a:spLocks noGrp="1"/>
          </p:cNvSpPr>
          <p:nvPr>
            <p:ph type="body" sz="quarter" idx="19" hasCustomPrompt="1"/>
          </p:nvPr>
        </p:nvSpPr>
        <p:spPr>
          <a:xfrm>
            <a:off x="6248400" y="844550"/>
            <a:ext cx="2438400" cy="339725"/>
          </a:xfrm>
        </p:spPr>
        <p:txBody>
          <a:bodyPr/>
          <a:lstStyle>
            <a:lvl1pPr marL="0" indent="0">
              <a:buNone/>
              <a:defRPr sz="1400" b="1" spc="0" baseline="0">
                <a:solidFill>
                  <a:schemeClr val="tx1"/>
                </a:solidFill>
              </a:defRPr>
            </a:lvl1pPr>
          </a:lstStyle>
          <a:p>
            <a:pPr lvl="0"/>
            <a:r>
              <a:rPr lang="en-US" dirty="0" err="1"/>
              <a:t>Firstname</a:t>
            </a:r>
            <a:r>
              <a:rPr lang="en-US" dirty="0"/>
              <a:t> </a:t>
            </a:r>
            <a:r>
              <a:rPr lang="en-US" dirty="0" err="1"/>
              <a:t>Lastname</a:t>
            </a:r>
            <a:endParaRPr lang="en-GB" dirty="0"/>
          </a:p>
        </p:txBody>
      </p:sp>
      <p:sp>
        <p:nvSpPr>
          <p:cNvPr id="12" name="Text Placeholder 5"/>
          <p:cNvSpPr>
            <a:spLocks noGrp="1"/>
          </p:cNvSpPr>
          <p:nvPr>
            <p:ph type="body" sz="quarter" idx="20" hasCustomPrompt="1"/>
          </p:nvPr>
        </p:nvSpPr>
        <p:spPr>
          <a:xfrm>
            <a:off x="6248400" y="1184276"/>
            <a:ext cx="2438400" cy="266700"/>
          </a:xfrm>
        </p:spPr>
        <p:txBody>
          <a:bodyPr/>
          <a:lstStyle>
            <a:lvl1pPr marL="0" indent="0">
              <a:buNone/>
              <a:defRPr sz="900" b="0" spc="0" baseline="0">
                <a:solidFill>
                  <a:schemeClr val="tx1"/>
                </a:solidFill>
              </a:defRPr>
            </a:lvl1pPr>
          </a:lstStyle>
          <a:p>
            <a:pPr lvl="0"/>
            <a:r>
              <a:rPr lang="en-US" dirty="0"/>
              <a:t>Title</a:t>
            </a:r>
            <a:endParaRPr lang="en-GB" dirty="0"/>
          </a:p>
        </p:txBody>
      </p:sp>
      <p:sp>
        <p:nvSpPr>
          <p:cNvPr id="13" name="Text Placeholder 5"/>
          <p:cNvSpPr>
            <a:spLocks noGrp="1"/>
          </p:cNvSpPr>
          <p:nvPr>
            <p:ph type="body" sz="quarter" idx="21" hasCustomPrompt="1"/>
          </p:nvPr>
        </p:nvSpPr>
        <p:spPr>
          <a:xfrm>
            <a:off x="6248400" y="1450976"/>
            <a:ext cx="2438400" cy="803273"/>
          </a:xfrm>
        </p:spPr>
        <p:txBody>
          <a:bodyPr tIns="0" bIns="0"/>
          <a:lstStyle>
            <a:lvl1pPr marL="0" indent="0">
              <a:lnSpc>
                <a:spcPct val="150000"/>
              </a:lnSpc>
              <a:buNone/>
              <a:defRPr sz="900" b="0" spc="0" baseline="0">
                <a:solidFill>
                  <a:schemeClr val="tx1"/>
                </a:solidFill>
              </a:defRPr>
            </a:lvl1pPr>
          </a:lstStyle>
          <a:p>
            <a:pPr lvl="0"/>
            <a:r>
              <a:rPr lang="en-US" dirty="0"/>
              <a:t>Enter text here</a:t>
            </a:r>
            <a:endParaRPr lang="en-GB" dirty="0"/>
          </a:p>
        </p:txBody>
      </p:sp>
      <p:sp>
        <p:nvSpPr>
          <p:cNvPr id="14" name="Text Placeholder 5"/>
          <p:cNvSpPr>
            <a:spLocks noGrp="1"/>
          </p:cNvSpPr>
          <p:nvPr>
            <p:ph type="body" sz="quarter" idx="22" hasCustomPrompt="1"/>
          </p:nvPr>
        </p:nvSpPr>
        <p:spPr>
          <a:xfrm>
            <a:off x="6248400" y="2960673"/>
            <a:ext cx="2438400" cy="339725"/>
          </a:xfrm>
        </p:spPr>
        <p:txBody>
          <a:bodyPr/>
          <a:lstStyle>
            <a:lvl1pPr marL="0" indent="0">
              <a:buNone/>
              <a:defRPr sz="1400" b="1" spc="0" baseline="0">
                <a:solidFill>
                  <a:schemeClr val="tx1"/>
                </a:solidFill>
              </a:defRPr>
            </a:lvl1pPr>
          </a:lstStyle>
          <a:p>
            <a:pPr lvl="0"/>
            <a:r>
              <a:rPr lang="en-US" dirty="0" err="1"/>
              <a:t>Firstname</a:t>
            </a:r>
            <a:r>
              <a:rPr lang="en-US" dirty="0"/>
              <a:t> </a:t>
            </a:r>
            <a:r>
              <a:rPr lang="en-US" dirty="0" err="1"/>
              <a:t>Lastname</a:t>
            </a:r>
            <a:endParaRPr lang="en-GB" dirty="0"/>
          </a:p>
        </p:txBody>
      </p:sp>
      <p:sp>
        <p:nvSpPr>
          <p:cNvPr id="15" name="Text Placeholder 5"/>
          <p:cNvSpPr>
            <a:spLocks noGrp="1"/>
          </p:cNvSpPr>
          <p:nvPr>
            <p:ph type="body" sz="quarter" idx="23" hasCustomPrompt="1"/>
          </p:nvPr>
        </p:nvSpPr>
        <p:spPr>
          <a:xfrm>
            <a:off x="6248400" y="3300399"/>
            <a:ext cx="2438400" cy="266700"/>
          </a:xfrm>
        </p:spPr>
        <p:txBody>
          <a:bodyPr/>
          <a:lstStyle>
            <a:lvl1pPr marL="0" indent="0">
              <a:buNone/>
              <a:defRPr sz="900" b="0" spc="0" baseline="0">
                <a:solidFill>
                  <a:schemeClr val="tx1"/>
                </a:solidFill>
              </a:defRPr>
            </a:lvl1pPr>
          </a:lstStyle>
          <a:p>
            <a:pPr lvl="0"/>
            <a:r>
              <a:rPr lang="en-US" dirty="0"/>
              <a:t>Title</a:t>
            </a:r>
            <a:endParaRPr lang="en-GB" dirty="0"/>
          </a:p>
        </p:txBody>
      </p:sp>
      <p:sp>
        <p:nvSpPr>
          <p:cNvPr id="16" name="Text Placeholder 5"/>
          <p:cNvSpPr>
            <a:spLocks noGrp="1"/>
          </p:cNvSpPr>
          <p:nvPr>
            <p:ph type="body" sz="quarter" idx="24" hasCustomPrompt="1"/>
          </p:nvPr>
        </p:nvSpPr>
        <p:spPr>
          <a:xfrm>
            <a:off x="6248400" y="3567099"/>
            <a:ext cx="2438400" cy="803273"/>
          </a:xfrm>
        </p:spPr>
        <p:txBody>
          <a:bodyPr tIns="0" bIns="0"/>
          <a:lstStyle>
            <a:lvl1pPr marL="0" indent="0">
              <a:lnSpc>
                <a:spcPct val="150000"/>
              </a:lnSpc>
              <a:buNone/>
              <a:defRPr sz="900" b="0" spc="0" baseline="0">
                <a:solidFill>
                  <a:schemeClr val="tx1"/>
                </a:solidFill>
              </a:defRPr>
            </a:lvl1pPr>
          </a:lstStyle>
          <a:p>
            <a:pPr lvl="0"/>
            <a:r>
              <a:rPr lang="en-US" dirty="0"/>
              <a:t>Enter text here</a:t>
            </a:r>
            <a:endParaRPr lang="en-GB" dirty="0"/>
          </a:p>
        </p:txBody>
      </p:sp>
      <p:sp>
        <p:nvSpPr>
          <p:cNvPr id="17" name="Text Placeholder 3"/>
          <p:cNvSpPr>
            <a:spLocks noGrp="1"/>
          </p:cNvSpPr>
          <p:nvPr>
            <p:ph type="body" sz="quarter" idx="25"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4" name="Picture 3">
            <a:extLst>
              <a:ext uri="{FF2B5EF4-FFF2-40B4-BE49-F238E27FC236}">
                <a16:creationId xmlns:a16="http://schemas.microsoft.com/office/drawing/2014/main" id="{A0E6A31C-7F2F-8214-7FC1-2096DDCB828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831643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_4">
    <p:bg>
      <p:bgPr>
        <a:solidFill>
          <a:srgbClr val="FFFFFF"/>
        </a:solidFill>
        <a:effectLst/>
      </p:bgPr>
    </p:bg>
    <p:spTree>
      <p:nvGrpSpPr>
        <p:cNvPr id="1" name=""/>
        <p:cNvGrpSpPr/>
        <p:nvPr/>
      </p:nvGrpSpPr>
      <p:grpSpPr>
        <a:xfrm>
          <a:off x="0" y="0"/>
          <a:ext cx="0" cy="0"/>
          <a:chOff x="0" y="0"/>
          <a:chExt cx="0" cy="0"/>
        </a:xfrm>
      </p:grpSpPr>
      <p:sp>
        <p:nvSpPr>
          <p:cNvPr id="8" name="Picture Placeholder 2"/>
          <p:cNvSpPr>
            <a:spLocks noGrp="1"/>
          </p:cNvSpPr>
          <p:nvPr>
            <p:ph type="pic" sz="quarter" idx="17"/>
          </p:nvPr>
        </p:nvSpPr>
        <p:spPr>
          <a:xfrm>
            <a:off x="478382" y="1350140"/>
            <a:ext cx="1146068" cy="1146068"/>
          </a:xfrm>
          <a:prstGeom prst="ellipse">
            <a:avLst/>
          </a:prstGeom>
          <a:solidFill>
            <a:srgbClr val="11498B"/>
          </a:solidFill>
        </p:spPr>
        <p:txBody>
          <a:bodyPr anchor="ctr">
            <a:normAutofit/>
          </a:bodyPr>
          <a:lstStyle>
            <a:lvl1pPr marL="0" indent="0" algn="ctr">
              <a:buNone/>
              <a:defRPr sz="1350">
                <a:gradFill>
                  <a:gsLst>
                    <a:gs pos="2419">
                      <a:schemeClr val="bg1"/>
                    </a:gs>
                    <a:gs pos="8000">
                      <a:schemeClr val="bg1"/>
                    </a:gs>
                  </a:gsLst>
                  <a:lin ang="5400000" scaled="0"/>
                </a:gradFill>
              </a:defRPr>
            </a:lvl1pPr>
          </a:lstStyle>
          <a:p>
            <a:r>
              <a:rPr lang="en-US" dirty="0"/>
              <a:t>Click icon to add picture</a:t>
            </a:r>
            <a:endParaRPr lang="id-ID" dirty="0"/>
          </a:p>
        </p:txBody>
      </p:sp>
      <p:sp>
        <p:nvSpPr>
          <p:cNvPr id="9" name="Picture Placeholder 2"/>
          <p:cNvSpPr>
            <a:spLocks noGrp="1"/>
          </p:cNvSpPr>
          <p:nvPr>
            <p:ph type="pic" sz="quarter" idx="18"/>
          </p:nvPr>
        </p:nvSpPr>
        <p:spPr>
          <a:xfrm>
            <a:off x="2549739" y="1350140"/>
            <a:ext cx="1146068" cy="1146068"/>
          </a:xfrm>
          <a:prstGeom prst="ellipse">
            <a:avLst/>
          </a:prstGeom>
          <a:solidFill>
            <a:srgbClr val="11498B"/>
          </a:solidFill>
        </p:spPr>
        <p:txBody>
          <a:bodyPr anchor="ctr">
            <a:normAutofit/>
          </a:bodyPr>
          <a:lstStyle>
            <a:lvl1pPr marL="0" indent="0" algn="ctr">
              <a:buNone/>
              <a:defRPr sz="1350">
                <a:gradFill>
                  <a:gsLst>
                    <a:gs pos="2419">
                      <a:schemeClr val="bg1"/>
                    </a:gs>
                    <a:gs pos="8000">
                      <a:schemeClr val="bg1"/>
                    </a:gs>
                  </a:gsLst>
                  <a:lin ang="5400000" scaled="0"/>
                </a:gradFill>
              </a:defRPr>
            </a:lvl1pPr>
          </a:lstStyle>
          <a:p>
            <a:r>
              <a:rPr lang="en-US"/>
              <a:t>Click icon to add picture</a:t>
            </a:r>
            <a:endParaRPr lang="id-ID"/>
          </a:p>
        </p:txBody>
      </p:sp>
      <p:sp>
        <p:nvSpPr>
          <p:cNvPr id="11" name="Picture Placeholder 2"/>
          <p:cNvSpPr>
            <a:spLocks noGrp="1"/>
          </p:cNvSpPr>
          <p:nvPr>
            <p:ph type="pic" sz="quarter" idx="19"/>
          </p:nvPr>
        </p:nvSpPr>
        <p:spPr>
          <a:xfrm>
            <a:off x="4576131" y="1350140"/>
            <a:ext cx="1146068" cy="1146068"/>
          </a:xfrm>
          <a:prstGeom prst="ellipse">
            <a:avLst/>
          </a:prstGeom>
          <a:solidFill>
            <a:srgbClr val="11498B"/>
          </a:solidFill>
        </p:spPr>
        <p:txBody>
          <a:bodyPr anchor="ctr">
            <a:normAutofit/>
          </a:bodyPr>
          <a:lstStyle>
            <a:lvl1pPr marL="0" indent="0" algn="ctr">
              <a:buNone/>
              <a:defRPr sz="1350">
                <a:gradFill>
                  <a:gsLst>
                    <a:gs pos="2419">
                      <a:schemeClr val="bg1"/>
                    </a:gs>
                    <a:gs pos="8000">
                      <a:schemeClr val="bg1"/>
                    </a:gs>
                  </a:gsLst>
                  <a:lin ang="5400000" scaled="0"/>
                </a:gradFill>
              </a:defRPr>
            </a:lvl1pPr>
          </a:lstStyle>
          <a:p>
            <a:r>
              <a:rPr lang="en-US"/>
              <a:t>Click icon to add picture</a:t>
            </a:r>
            <a:endParaRPr lang="id-ID"/>
          </a:p>
        </p:txBody>
      </p:sp>
      <p:sp>
        <p:nvSpPr>
          <p:cNvPr id="13" name="Picture Placeholder 2"/>
          <p:cNvSpPr>
            <a:spLocks noGrp="1"/>
          </p:cNvSpPr>
          <p:nvPr>
            <p:ph type="pic" sz="quarter" idx="20"/>
          </p:nvPr>
        </p:nvSpPr>
        <p:spPr>
          <a:xfrm>
            <a:off x="6602520" y="1350140"/>
            <a:ext cx="1146068" cy="1146068"/>
          </a:xfrm>
          <a:prstGeom prst="ellipse">
            <a:avLst/>
          </a:prstGeom>
          <a:solidFill>
            <a:srgbClr val="11498B"/>
          </a:solidFill>
        </p:spPr>
        <p:txBody>
          <a:bodyPr anchor="ctr">
            <a:normAutofit/>
          </a:bodyPr>
          <a:lstStyle>
            <a:lvl1pPr marL="0" indent="0" algn="ctr">
              <a:buNone/>
              <a:defRPr sz="1350">
                <a:gradFill>
                  <a:gsLst>
                    <a:gs pos="2419">
                      <a:schemeClr val="bg1"/>
                    </a:gs>
                    <a:gs pos="8000">
                      <a:schemeClr val="bg1"/>
                    </a:gs>
                  </a:gsLst>
                  <a:lin ang="5400000" scaled="0"/>
                </a:gradFill>
              </a:defRPr>
            </a:lvl1pPr>
          </a:lstStyle>
          <a:p>
            <a:r>
              <a:rPr lang="en-US"/>
              <a:t>Click icon to add picture</a:t>
            </a:r>
            <a:endParaRPr lang="id-ID"/>
          </a:p>
        </p:txBody>
      </p:sp>
      <p:sp>
        <p:nvSpPr>
          <p:cNvPr id="14" name="Text Placeholder 10"/>
          <p:cNvSpPr>
            <a:spLocks noGrp="1"/>
          </p:cNvSpPr>
          <p:nvPr>
            <p:ph type="body" sz="quarter" idx="21" hasCustomPrompt="1"/>
          </p:nvPr>
        </p:nvSpPr>
        <p:spPr>
          <a:xfrm>
            <a:off x="478382" y="2712043"/>
            <a:ext cx="1575711" cy="215359"/>
          </a:xfrm>
          <a:prstGeom prst="rect">
            <a:avLst/>
          </a:prstGeom>
        </p:spPr>
        <p:txBody>
          <a:bodyPr lIns="0" tIns="0" rIns="0" bIns="0">
            <a:noAutofit/>
          </a:bodyPr>
          <a:lstStyle>
            <a:lvl1pPr marL="0" indent="0" algn="l">
              <a:buNone/>
              <a:defRPr sz="1200" b="1" spc="0" baseline="0">
                <a:solidFill>
                  <a:schemeClr val="tx1"/>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dirty="0"/>
              <a:t>Click to edit</a:t>
            </a:r>
          </a:p>
        </p:txBody>
      </p:sp>
      <p:sp>
        <p:nvSpPr>
          <p:cNvPr id="15" name="Text Placeholder 10"/>
          <p:cNvSpPr>
            <a:spLocks noGrp="1"/>
          </p:cNvSpPr>
          <p:nvPr>
            <p:ph type="body" sz="quarter" idx="22"/>
          </p:nvPr>
        </p:nvSpPr>
        <p:spPr>
          <a:xfrm>
            <a:off x="478382" y="2945323"/>
            <a:ext cx="1575714" cy="1207577"/>
          </a:xfrm>
          <a:prstGeom prst="rect">
            <a:avLst/>
          </a:prstGeom>
        </p:spPr>
        <p:txBody>
          <a:bodyPr lIns="0" tIns="0" rIns="0" bIns="0">
            <a:noAutofit/>
          </a:bodyPr>
          <a:lstStyle>
            <a:lvl1pPr marL="0" indent="0" algn="l">
              <a:lnSpc>
                <a:spcPct val="150000"/>
              </a:lnSpc>
              <a:buNone/>
              <a:defRPr sz="900" i="0" spc="0" baseline="0">
                <a:solidFill>
                  <a:schemeClr val="accent5"/>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dirty="0"/>
              <a:t>Click to edit Master text styles</a:t>
            </a:r>
          </a:p>
        </p:txBody>
      </p:sp>
      <p:sp>
        <p:nvSpPr>
          <p:cNvPr id="18" name="Text Placeholder 10"/>
          <p:cNvSpPr>
            <a:spLocks noGrp="1"/>
          </p:cNvSpPr>
          <p:nvPr>
            <p:ph type="body" sz="quarter" idx="23" hasCustomPrompt="1"/>
          </p:nvPr>
        </p:nvSpPr>
        <p:spPr>
          <a:xfrm>
            <a:off x="2549739" y="2712043"/>
            <a:ext cx="1575711" cy="215359"/>
          </a:xfrm>
          <a:prstGeom prst="rect">
            <a:avLst/>
          </a:prstGeom>
        </p:spPr>
        <p:txBody>
          <a:bodyPr lIns="0" tIns="0" rIns="0" bIns="0">
            <a:noAutofit/>
          </a:bodyPr>
          <a:lstStyle>
            <a:lvl1pPr marL="0" indent="0" algn="l">
              <a:buNone/>
              <a:defRPr sz="1200" b="1" spc="0" baseline="0">
                <a:solidFill>
                  <a:schemeClr val="tx1"/>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dirty="0"/>
              <a:t>Click to edit</a:t>
            </a:r>
          </a:p>
        </p:txBody>
      </p:sp>
      <p:sp>
        <p:nvSpPr>
          <p:cNvPr id="19" name="Text Placeholder 10"/>
          <p:cNvSpPr>
            <a:spLocks noGrp="1"/>
          </p:cNvSpPr>
          <p:nvPr>
            <p:ph type="body" sz="quarter" idx="24"/>
          </p:nvPr>
        </p:nvSpPr>
        <p:spPr>
          <a:xfrm>
            <a:off x="2549739" y="2945323"/>
            <a:ext cx="1575714" cy="1207577"/>
          </a:xfrm>
          <a:prstGeom prst="rect">
            <a:avLst/>
          </a:prstGeom>
        </p:spPr>
        <p:txBody>
          <a:bodyPr lIns="0" tIns="0" rIns="0" bIns="0">
            <a:noAutofit/>
          </a:bodyPr>
          <a:lstStyle>
            <a:lvl1pPr marL="0" indent="0" algn="l">
              <a:lnSpc>
                <a:spcPct val="150000"/>
              </a:lnSpc>
              <a:buNone/>
              <a:defRPr sz="900" i="0" spc="0" baseline="0">
                <a:solidFill>
                  <a:schemeClr val="accent5"/>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a:t>Click to edit Master text styles</a:t>
            </a:r>
          </a:p>
        </p:txBody>
      </p:sp>
      <p:sp>
        <p:nvSpPr>
          <p:cNvPr id="20" name="Text Placeholder 10"/>
          <p:cNvSpPr>
            <a:spLocks noGrp="1"/>
          </p:cNvSpPr>
          <p:nvPr>
            <p:ph type="body" sz="quarter" idx="25" hasCustomPrompt="1"/>
          </p:nvPr>
        </p:nvSpPr>
        <p:spPr>
          <a:xfrm>
            <a:off x="4576131" y="2712043"/>
            <a:ext cx="1575711" cy="215359"/>
          </a:xfrm>
          <a:prstGeom prst="rect">
            <a:avLst/>
          </a:prstGeom>
        </p:spPr>
        <p:txBody>
          <a:bodyPr lIns="0" tIns="0" rIns="0" bIns="0">
            <a:noAutofit/>
          </a:bodyPr>
          <a:lstStyle>
            <a:lvl1pPr marL="0" indent="0" algn="l">
              <a:buNone/>
              <a:defRPr sz="1200" b="1" spc="0" baseline="0">
                <a:solidFill>
                  <a:schemeClr val="tx1"/>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dirty="0"/>
              <a:t>Click to edit</a:t>
            </a:r>
          </a:p>
        </p:txBody>
      </p:sp>
      <p:sp>
        <p:nvSpPr>
          <p:cNvPr id="21" name="Text Placeholder 10"/>
          <p:cNvSpPr>
            <a:spLocks noGrp="1"/>
          </p:cNvSpPr>
          <p:nvPr>
            <p:ph type="body" sz="quarter" idx="26"/>
          </p:nvPr>
        </p:nvSpPr>
        <p:spPr>
          <a:xfrm>
            <a:off x="4576131" y="2945323"/>
            <a:ext cx="1575714" cy="1207577"/>
          </a:xfrm>
          <a:prstGeom prst="rect">
            <a:avLst/>
          </a:prstGeom>
        </p:spPr>
        <p:txBody>
          <a:bodyPr lIns="0" tIns="0" rIns="0" bIns="0">
            <a:noAutofit/>
          </a:bodyPr>
          <a:lstStyle>
            <a:lvl1pPr marL="0" indent="0" algn="l">
              <a:lnSpc>
                <a:spcPct val="150000"/>
              </a:lnSpc>
              <a:buNone/>
              <a:defRPr sz="900" i="0" spc="0" baseline="0">
                <a:solidFill>
                  <a:schemeClr val="accent5"/>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a:t>Click to edit Master text styles</a:t>
            </a:r>
          </a:p>
        </p:txBody>
      </p:sp>
      <p:sp>
        <p:nvSpPr>
          <p:cNvPr id="22" name="Text Placeholder 10"/>
          <p:cNvSpPr>
            <a:spLocks noGrp="1"/>
          </p:cNvSpPr>
          <p:nvPr>
            <p:ph type="body" sz="quarter" idx="27" hasCustomPrompt="1"/>
          </p:nvPr>
        </p:nvSpPr>
        <p:spPr>
          <a:xfrm>
            <a:off x="6602520" y="2712043"/>
            <a:ext cx="1575711" cy="215359"/>
          </a:xfrm>
          <a:prstGeom prst="rect">
            <a:avLst/>
          </a:prstGeom>
        </p:spPr>
        <p:txBody>
          <a:bodyPr lIns="0" tIns="0" rIns="0" bIns="0">
            <a:noAutofit/>
          </a:bodyPr>
          <a:lstStyle>
            <a:lvl1pPr marL="0" indent="0" algn="l">
              <a:buNone/>
              <a:defRPr sz="1200" b="1" spc="0" baseline="0">
                <a:solidFill>
                  <a:schemeClr val="tx1"/>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dirty="0"/>
              <a:t>Click to edit</a:t>
            </a:r>
          </a:p>
        </p:txBody>
      </p:sp>
      <p:sp>
        <p:nvSpPr>
          <p:cNvPr id="23" name="Text Placeholder 10"/>
          <p:cNvSpPr>
            <a:spLocks noGrp="1"/>
          </p:cNvSpPr>
          <p:nvPr>
            <p:ph type="body" sz="quarter" idx="28"/>
          </p:nvPr>
        </p:nvSpPr>
        <p:spPr>
          <a:xfrm>
            <a:off x="6602520" y="2945323"/>
            <a:ext cx="1575714" cy="1207577"/>
          </a:xfrm>
          <a:prstGeom prst="rect">
            <a:avLst/>
          </a:prstGeom>
        </p:spPr>
        <p:txBody>
          <a:bodyPr lIns="0" tIns="0" rIns="0" bIns="0">
            <a:noAutofit/>
          </a:bodyPr>
          <a:lstStyle>
            <a:lvl1pPr marL="0" indent="0" algn="l">
              <a:lnSpc>
                <a:spcPct val="150000"/>
              </a:lnSpc>
              <a:buNone/>
              <a:defRPr sz="900" i="0" spc="0" baseline="0">
                <a:solidFill>
                  <a:schemeClr val="accent5"/>
                </a:solidFill>
                <a:latin typeface="Arial" panose="020B0604020202020204" pitchFamily="34" charset="0"/>
                <a:cs typeface="Arial" panose="020B0604020202020204" pitchFamily="34" charset="0"/>
              </a:defRPr>
            </a:lvl1pPr>
            <a:lvl2pPr marL="257168" indent="0">
              <a:buNone/>
              <a:defRPr sz="675"/>
            </a:lvl2pPr>
            <a:lvl3pPr marL="514337" indent="0">
              <a:buNone/>
              <a:defRPr sz="675"/>
            </a:lvl3pPr>
            <a:lvl4pPr marL="771506" indent="0">
              <a:buNone/>
              <a:defRPr sz="675"/>
            </a:lvl4pPr>
            <a:lvl5pPr marL="1028675" indent="0">
              <a:buNone/>
              <a:defRPr sz="675"/>
            </a:lvl5pPr>
          </a:lstStyle>
          <a:p>
            <a:pPr lvl="0"/>
            <a:r>
              <a:rPr lang="en-US"/>
              <a:t>Click to edit Master text styles</a:t>
            </a:r>
          </a:p>
        </p:txBody>
      </p:sp>
      <p:sp>
        <p:nvSpPr>
          <p:cNvPr id="24" name="Text Placeholder 10"/>
          <p:cNvSpPr>
            <a:spLocks noGrp="1"/>
          </p:cNvSpPr>
          <p:nvPr>
            <p:ph type="body" sz="quarter" idx="14" hasCustomPrompt="1"/>
          </p:nvPr>
        </p:nvSpPr>
        <p:spPr>
          <a:xfrm>
            <a:off x="457200" y="444732"/>
            <a:ext cx="8229600" cy="337614"/>
          </a:xfrm>
        </p:spPr>
        <p:txBody>
          <a:bodyPr vert="horz" wrap="square" lIns="0" tIns="0" rIns="0" bIns="0" rtlCol="0">
            <a:noAutofit/>
          </a:bodyPr>
          <a:lstStyle>
            <a:lvl1pPr marL="285750" indent="-285750">
              <a:buFont typeface="Arial" panose="020B0604020202020204" pitchFamily="34" charset="0"/>
              <a:buNone/>
              <a:defRPr lang="en-US" sz="2400" b="1" kern="0" spc="-70" baseline="0" dirty="0">
                <a:solidFill>
                  <a:schemeClr val="tx1"/>
                </a:soli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914400" rtl="0" eaLnBrk="1" latinLnBrk="0" hangingPunct="1">
              <a:lnSpc>
                <a:spcPct val="90000"/>
              </a:lnSpc>
              <a:spcBef>
                <a:spcPts val="1200"/>
              </a:spcBef>
              <a:buClr>
                <a:srgbClr val="0072C8"/>
              </a:buClr>
              <a:buSzPct val="110000"/>
              <a:buFont typeface="Arial" panose="020B0604020202020204" pitchFamily="34" charset="0"/>
              <a:buNone/>
            </a:pPr>
            <a:r>
              <a:rPr lang="en-US" dirty="0"/>
              <a:t>Insert slide title here</a:t>
            </a:r>
          </a:p>
        </p:txBody>
      </p:sp>
      <p:sp>
        <p:nvSpPr>
          <p:cNvPr id="16" name="Text Placeholder 3"/>
          <p:cNvSpPr>
            <a:spLocks noGrp="1"/>
          </p:cNvSpPr>
          <p:nvPr>
            <p:ph type="body" sz="quarter" idx="29" hasCustomPrompt="1"/>
          </p:nvPr>
        </p:nvSpPr>
        <p:spPr>
          <a:xfrm>
            <a:off x="466725" y="4598894"/>
            <a:ext cx="1823085" cy="110938"/>
          </a:xfrm>
        </p:spPr>
        <p:txBody>
          <a:bodyPr tIns="0" bIns="0" anchor="b"/>
          <a:lstStyle>
            <a:lvl1pPr marL="0" indent="0">
              <a:buNone/>
              <a:defRPr sz="800">
                <a:solidFill>
                  <a:schemeClr val="accent5"/>
                </a:solidFill>
              </a:defRPr>
            </a:lvl1pPr>
          </a:lstStyle>
          <a:p>
            <a:pPr lvl="0"/>
            <a:r>
              <a:rPr lang="en-US" dirty="0"/>
              <a:t>Optional small text </a:t>
            </a:r>
            <a:endParaRPr lang="en-GB" dirty="0"/>
          </a:p>
        </p:txBody>
      </p:sp>
      <p:pic>
        <p:nvPicPr>
          <p:cNvPr id="3" name="Picture 2">
            <a:extLst>
              <a:ext uri="{FF2B5EF4-FFF2-40B4-BE49-F238E27FC236}">
                <a16:creationId xmlns:a16="http://schemas.microsoft.com/office/drawing/2014/main" id="{6D62FD44-C1E7-4AA8-8608-F3174696A1C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7948833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ntro_bio">
    <p:bg>
      <p:bgPr>
        <a:solidFill>
          <a:schemeClr val="bg2"/>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57200" y="438150"/>
            <a:ext cx="1900238" cy="1866900"/>
          </a:xfrm>
          <a:solidFill>
            <a:srgbClr val="11498B"/>
          </a:solidFill>
        </p:spPr>
        <p:txBody>
          <a:bodyPr vert="horz" wrap="square" lIns="0" tIns="1005840" rIns="0" bIns="45720" rtlCol="0" anchor="ctr">
            <a:noAutofit/>
          </a:bodyPr>
          <a:lstStyle>
            <a:lvl1pPr marL="0" indent="0" algn="ctr">
              <a:buNone/>
              <a:defRPr lang="en-GB" dirty="0">
                <a:solidFill>
                  <a:schemeClr val="bg1"/>
                </a:solidFill>
              </a:defRPr>
            </a:lvl1pPr>
          </a:lstStyle>
          <a:p>
            <a:pPr marL="173038" lvl="0" indent="-173038" algn="ctr"/>
            <a:r>
              <a:rPr lang="en-US" dirty="0"/>
              <a:t>Click icon to add picture</a:t>
            </a:r>
          </a:p>
          <a:p>
            <a:pPr marL="173038" lvl="0" indent="-173038" algn="ctr"/>
            <a:endParaRPr lang="en-GB" dirty="0"/>
          </a:p>
        </p:txBody>
      </p:sp>
      <p:sp>
        <p:nvSpPr>
          <p:cNvPr id="4"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5" name="Picture 4">
            <a:extLst>
              <a:ext uri="{FF2B5EF4-FFF2-40B4-BE49-F238E27FC236}">
                <a16:creationId xmlns:a16="http://schemas.microsoft.com/office/drawing/2014/main" id="{0A931A47-675D-416B-B1C1-EF31956B7F5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8011360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_gray">
    <p:bg>
      <p:bgPr>
        <a:solidFill>
          <a:schemeClr val="bg2"/>
        </a:solidFill>
        <a:effectLst/>
      </p:bgPr>
    </p:bg>
    <p:spTree>
      <p:nvGrpSpPr>
        <p:cNvPr id="1" name=""/>
        <p:cNvGrpSpPr/>
        <p:nvPr/>
      </p:nvGrpSpPr>
      <p:grpSpPr>
        <a:xfrm>
          <a:off x="0" y="0"/>
          <a:ext cx="0" cy="0"/>
          <a:chOff x="0" y="0"/>
          <a:chExt cx="0" cy="0"/>
        </a:xfrm>
      </p:grpSpPr>
      <p:sp>
        <p:nvSpPr>
          <p:cNvPr id="2"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tx1"/>
                </a:solidFill>
              </a:defRPr>
            </a:lvl1pPr>
          </a:lstStyle>
          <a:p>
            <a:pPr lvl="0"/>
            <a:r>
              <a:rPr lang="en-US" dirty="0"/>
              <a:t>Optional small text </a:t>
            </a:r>
            <a:endParaRPr lang="en-GB" dirty="0"/>
          </a:p>
        </p:txBody>
      </p:sp>
      <p:pic>
        <p:nvPicPr>
          <p:cNvPr id="4" name="Picture 3">
            <a:extLst>
              <a:ext uri="{FF2B5EF4-FFF2-40B4-BE49-F238E27FC236}">
                <a16:creationId xmlns:a16="http://schemas.microsoft.com/office/drawing/2014/main" id="{8D06C3F5-70B9-73A9-B1B5-085C79414AC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8912388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_dark">
    <p:bg>
      <p:bgPr>
        <a:solidFill>
          <a:srgbClr val="11498B"/>
        </a:solidFill>
        <a:effectLst/>
      </p:bgPr>
    </p:bg>
    <p:spTree>
      <p:nvGrpSpPr>
        <p:cNvPr id="1" name=""/>
        <p:cNvGrpSpPr/>
        <p:nvPr/>
      </p:nvGrpSpPr>
      <p:grpSpPr>
        <a:xfrm>
          <a:off x="0" y="0"/>
          <a:ext cx="0" cy="0"/>
          <a:chOff x="0" y="0"/>
          <a:chExt cx="0" cy="0"/>
        </a:xfrm>
      </p:grpSpPr>
      <p:sp>
        <p:nvSpPr>
          <p:cNvPr id="2" name="Text Placeholder 3"/>
          <p:cNvSpPr>
            <a:spLocks noGrp="1"/>
          </p:cNvSpPr>
          <p:nvPr>
            <p:ph type="body" sz="quarter" idx="17" hasCustomPrompt="1"/>
          </p:nvPr>
        </p:nvSpPr>
        <p:spPr>
          <a:xfrm>
            <a:off x="466725" y="4598894"/>
            <a:ext cx="1823085" cy="110938"/>
          </a:xfrm>
        </p:spPr>
        <p:txBody>
          <a:bodyPr tIns="0" bIns="0" anchor="b"/>
          <a:lstStyle>
            <a:lvl1pPr marL="0" indent="0">
              <a:buNone/>
              <a:defRPr sz="800">
                <a:solidFill>
                  <a:schemeClr val="bg1"/>
                </a:solidFill>
              </a:defRPr>
            </a:lvl1pPr>
          </a:lstStyle>
          <a:p>
            <a:pPr lvl="0"/>
            <a:r>
              <a:rPr lang="en-US" dirty="0"/>
              <a:t>Optional small text </a:t>
            </a:r>
            <a:endParaRPr lang="en-GB" dirty="0"/>
          </a:p>
        </p:txBody>
      </p:sp>
      <p:pic>
        <p:nvPicPr>
          <p:cNvPr id="4" name="Picture 3">
            <a:extLst>
              <a:ext uri="{FF2B5EF4-FFF2-40B4-BE49-F238E27FC236}">
                <a16:creationId xmlns:a16="http://schemas.microsoft.com/office/drawing/2014/main" id="{41FF030F-8AD4-57D6-AE1E-79E637EF4D4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7605275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ject Snapshot">
    <p:bg>
      <p:bgPr>
        <a:solidFill>
          <a:srgbClr val="FFFFFF"/>
        </a:solidFill>
        <a:effectLst/>
      </p:bgPr>
    </p:bg>
    <p:spTree>
      <p:nvGrpSpPr>
        <p:cNvPr id="1" name=""/>
        <p:cNvGrpSpPr/>
        <p:nvPr/>
      </p:nvGrpSpPr>
      <p:grpSpPr>
        <a:xfrm>
          <a:off x="0" y="0"/>
          <a:ext cx="0" cy="0"/>
          <a:chOff x="0" y="0"/>
          <a:chExt cx="0" cy="0"/>
        </a:xfrm>
      </p:grpSpPr>
      <p:sp>
        <p:nvSpPr>
          <p:cNvPr id="4" name="Text Placeholder 7"/>
          <p:cNvSpPr>
            <a:spLocks noGrp="1"/>
          </p:cNvSpPr>
          <p:nvPr>
            <p:ph type="body" sz="quarter" idx="11" hasCustomPrompt="1"/>
          </p:nvPr>
        </p:nvSpPr>
        <p:spPr>
          <a:xfrm>
            <a:off x="464493" y="1066800"/>
            <a:ext cx="6336357" cy="730250"/>
          </a:xfrm>
        </p:spPr>
        <p:txBody>
          <a:bodyPr tIns="0" bIns="0" anchor="t"/>
          <a:lstStyle>
            <a:lvl1pPr marL="0" indent="0" algn="l" defTabSz="914400" rtl="0" eaLnBrk="1" latinLnBrk="0" hangingPunct="1">
              <a:lnSpc>
                <a:spcPct val="90000"/>
              </a:lnSpc>
              <a:spcBef>
                <a:spcPct val="0"/>
              </a:spcBef>
              <a:buNone/>
              <a:defRPr lang="en-US" sz="2400" b="1" kern="0" spc="-10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this text box. Try to keep to two lines of text</a:t>
            </a:r>
          </a:p>
        </p:txBody>
      </p:sp>
      <p:sp>
        <p:nvSpPr>
          <p:cNvPr id="6" name="Text Placeholder 4"/>
          <p:cNvSpPr>
            <a:spLocks noGrp="1"/>
          </p:cNvSpPr>
          <p:nvPr>
            <p:ph type="body" sz="quarter" idx="33" hasCustomPrompt="1"/>
          </p:nvPr>
        </p:nvSpPr>
        <p:spPr>
          <a:xfrm>
            <a:off x="464494" y="1819247"/>
            <a:ext cx="6336356" cy="223556"/>
          </a:xfrm>
        </p:spPr>
        <p:txBody>
          <a:bodyPr tIns="0"/>
          <a:lstStyle>
            <a:lvl1pPr marL="0" indent="0">
              <a:lnSpc>
                <a:spcPct val="120000"/>
              </a:lnSpc>
              <a:buNone/>
              <a:defRPr lang="en-US" sz="1100" kern="1200" spc="0" baseline="0" dirty="0" smtClean="0">
                <a:solidFill>
                  <a:schemeClr val="accent1"/>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Enter text here</a:t>
            </a:r>
          </a:p>
        </p:txBody>
      </p:sp>
      <p:sp>
        <p:nvSpPr>
          <p:cNvPr id="13" name="Text Placeholder 12"/>
          <p:cNvSpPr>
            <a:spLocks noGrp="1"/>
          </p:cNvSpPr>
          <p:nvPr>
            <p:ph type="body" sz="quarter" idx="34" hasCustomPrompt="1"/>
          </p:nvPr>
        </p:nvSpPr>
        <p:spPr>
          <a:xfrm>
            <a:off x="465138" y="2387600"/>
            <a:ext cx="2058987" cy="203200"/>
          </a:xfrm>
        </p:spPr>
        <p:txBody>
          <a:bodyPr/>
          <a:lstStyle>
            <a:lvl1pPr marL="0" indent="0" algn="l" defTabSz="914400" rtl="0" eaLnBrk="1" latinLnBrk="0" hangingPunct="1">
              <a:lnSpc>
                <a:spcPct val="90000"/>
              </a:lnSpc>
              <a:spcBef>
                <a:spcPts val="1200"/>
              </a:spcBef>
              <a:buClr>
                <a:schemeClr val="accent2"/>
              </a:buClr>
              <a:buSzPct val="110000"/>
              <a:buNone/>
              <a:defRPr lang="en-GB" sz="1400" b="1" kern="1200" dirty="0">
                <a:solidFill>
                  <a:schemeClr val="accent3"/>
                </a:solidFill>
                <a:latin typeface="Arial" panose="020B0604020202020204" pitchFamily="34" charset="0"/>
                <a:ea typeface="+mn-ea"/>
                <a:cs typeface="Arial" panose="020B0604020202020204" pitchFamily="34" charset="0"/>
              </a:defRPr>
            </a:lvl1pPr>
          </a:lstStyle>
          <a:p>
            <a:pPr lvl="0"/>
            <a:r>
              <a:rPr lang="en-US" dirty="0"/>
              <a:t>Why</a:t>
            </a:r>
            <a:endParaRPr lang="en-GB" dirty="0"/>
          </a:p>
        </p:txBody>
      </p:sp>
      <p:sp>
        <p:nvSpPr>
          <p:cNvPr id="14" name="Text Placeholder 12"/>
          <p:cNvSpPr>
            <a:spLocks noGrp="1"/>
          </p:cNvSpPr>
          <p:nvPr>
            <p:ph type="body" sz="quarter" idx="35" hasCustomPrompt="1"/>
          </p:nvPr>
        </p:nvSpPr>
        <p:spPr>
          <a:xfrm>
            <a:off x="3398838" y="2387600"/>
            <a:ext cx="2058987" cy="203200"/>
          </a:xfrm>
        </p:spPr>
        <p:txBody>
          <a:bodyPr/>
          <a:lstStyle>
            <a:lvl1pPr marL="0" indent="0" algn="l" defTabSz="914400" rtl="0" eaLnBrk="1" latinLnBrk="0" hangingPunct="1">
              <a:lnSpc>
                <a:spcPct val="90000"/>
              </a:lnSpc>
              <a:spcBef>
                <a:spcPts val="1200"/>
              </a:spcBef>
              <a:buClr>
                <a:schemeClr val="accent2"/>
              </a:buClr>
              <a:buSzPct val="110000"/>
              <a:buNone/>
              <a:defRPr lang="en-GB" sz="1400" b="1" kern="1200" dirty="0">
                <a:solidFill>
                  <a:schemeClr val="accent3"/>
                </a:solidFill>
                <a:latin typeface="Arial" panose="020B0604020202020204" pitchFamily="34" charset="0"/>
                <a:ea typeface="+mn-ea"/>
                <a:cs typeface="Arial" panose="020B0604020202020204" pitchFamily="34" charset="0"/>
              </a:defRPr>
            </a:lvl1pPr>
          </a:lstStyle>
          <a:p>
            <a:pPr lvl="0"/>
            <a:r>
              <a:rPr lang="en-US" dirty="0"/>
              <a:t>What</a:t>
            </a:r>
            <a:endParaRPr lang="en-GB" dirty="0"/>
          </a:p>
        </p:txBody>
      </p:sp>
      <p:sp>
        <p:nvSpPr>
          <p:cNvPr id="15" name="Text Placeholder 12"/>
          <p:cNvSpPr>
            <a:spLocks noGrp="1"/>
          </p:cNvSpPr>
          <p:nvPr>
            <p:ph type="body" sz="quarter" idx="36" hasCustomPrompt="1"/>
          </p:nvPr>
        </p:nvSpPr>
        <p:spPr>
          <a:xfrm>
            <a:off x="6231818" y="2387600"/>
            <a:ext cx="2058987" cy="203200"/>
          </a:xfrm>
        </p:spPr>
        <p:txBody>
          <a:bodyPr/>
          <a:lstStyle>
            <a:lvl1pPr marL="0" indent="0" algn="l" defTabSz="914400" rtl="0" eaLnBrk="1" latinLnBrk="0" hangingPunct="1">
              <a:lnSpc>
                <a:spcPct val="90000"/>
              </a:lnSpc>
              <a:spcBef>
                <a:spcPts val="1200"/>
              </a:spcBef>
              <a:buClr>
                <a:schemeClr val="accent2"/>
              </a:buClr>
              <a:buSzPct val="110000"/>
              <a:buNone/>
              <a:defRPr lang="en-GB" sz="1400" b="1" kern="1200" dirty="0">
                <a:solidFill>
                  <a:schemeClr val="accent3"/>
                </a:solidFill>
                <a:latin typeface="Arial" panose="020B0604020202020204" pitchFamily="34" charset="0"/>
                <a:ea typeface="+mn-ea"/>
                <a:cs typeface="Arial" panose="020B0604020202020204" pitchFamily="34" charset="0"/>
              </a:defRPr>
            </a:lvl1pPr>
          </a:lstStyle>
          <a:p>
            <a:pPr lvl="0"/>
            <a:r>
              <a:rPr lang="en-US" dirty="0"/>
              <a:t>Wow</a:t>
            </a:r>
            <a:endParaRPr lang="en-GB" dirty="0"/>
          </a:p>
        </p:txBody>
      </p:sp>
      <p:sp>
        <p:nvSpPr>
          <p:cNvPr id="16" name="Text Placeholder 12"/>
          <p:cNvSpPr>
            <a:spLocks noGrp="1"/>
          </p:cNvSpPr>
          <p:nvPr>
            <p:ph type="body" sz="quarter" idx="37" hasCustomPrompt="1"/>
          </p:nvPr>
        </p:nvSpPr>
        <p:spPr>
          <a:xfrm>
            <a:off x="465138" y="2675246"/>
            <a:ext cx="2454982" cy="1630054"/>
          </a:xfrm>
        </p:spPr>
        <p:txBody>
          <a:bodyPr/>
          <a:lstStyle>
            <a:lvl1pPr marL="0" indent="0" algn="l" defTabSz="914400" rtl="0" eaLnBrk="1" latinLnBrk="0" hangingPunct="1">
              <a:lnSpc>
                <a:spcPct val="120000"/>
              </a:lnSpc>
              <a:spcBef>
                <a:spcPts val="0"/>
              </a:spcBef>
              <a:spcAft>
                <a:spcPts val="600"/>
              </a:spcAft>
              <a:buClr>
                <a:schemeClr val="accent2"/>
              </a:buClr>
              <a:buSzPct val="110000"/>
              <a:buNone/>
              <a:defRPr lang="en-GB" sz="900" kern="1200" dirty="0">
                <a:solidFill>
                  <a:schemeClr val="accent1"/>
                </a:solidFill>
                <a:latin typeface="+mn-lt"/>
                <a:ea typeface="+mn-ea"/>
                <a:cs typeface="+mn-cs"/>
              </a:defRPr>
            </a:lvl1pPr>
          </a:lstStyle>
          <a:p>
            <a:pPr lvl="0"/>
            <a:r>
              <a:rPr lang="en-US" dirty="0"/>
              <a:t>Enter text here</a:t>
            </a:r>
            <a:endParaRPr lang="en-GB" dirty="0"/>
          </a:p>
        </p:txBody>
      </p:sp>
      <p:sp>
        <p:nvSpPr>
          <p:cNvPr id="17" name="Text Placeholder 12"/>
          <p:cNvSpPr>
            <a:spLocks noGrp="1"/>
          </p:cNvSpPr>
          <p:nvPr>
            <p:ph type="body" sz="quarter" idx="38" hasCustomPrompt="1"/>
          </p:nvPr>
        </p:nvSpPr>
        <p:spPr>
          <a:xfrm>
            <a:off x="3398838" y="2675246"/>
            <a:ext cx="2454982" cy="1630054"/>
          </a:xfrm>
        </p:spPr>
        <p:txBody>
          <a:bodyPr/>
          <a:lstStyle>
            <a:lvl1pPr marL="0" indent="0" algn="l" defTabSz="914400" rtl="0" eaLnBrk="1" latinLnBrk="0" hangingPunct="1">
              <a:lnSpc>
                <a:spcPct val="120000"/>
              </a:lnSpc>
              <a:spcBef>
                <a:spcPts val="0"/>
              </a:spcBef>
              <a:spcAft>
                <a:spcPts val="600"/>
              </a:spcAft>
              <a:buClr>
                <a:schemeClr val="accent2"/>
              </a:buClr>
              <a:buSzPct val="110000"/>
              <a:buNone/>
              <a:defRPr lang="en-GB" sz="900" kern="1200" dirty="0">
                <a:solidFill>
                  <a:schemeClr val="accent1"/>
                </a:solidFill>
                <a:latin typeface="+mn-lt"/>
                <a:ea typeface="+mn-ea"/>
                <a:cs typeface="+mn-cs"/>
              </a:defRPr>
            </a:lvl1pPr>
          </a:lstStyle>
          <a:p>
            <a:pPr lvl="0"/>
            <a:r>
              <a:rPr lang="en-US" dirty="0"/>
              <a:t>Enter text here</a:t>
            </a:r>
            <a:endParaRPr lang="en-GB" dirty="0"/>
          </a:p>
        </p:txBody>
      </p:sp>
      <p:sp>
        <p:nvSpPr>
          <p:cNvPr id="18" name="Text Placeholder 12"/>
          <p:cNvSpPr>
            <a:spLocks noGrp="1"/>
          </p:cNvSpPr>
          <p:nvPr>
            <p:ph type="body" sz="quarter" idx="39" hasCustomPrompt="1"/>
          </p:nvPr>
        </p:nvSpPr>
        <p:spPr>
          <a:xfrm>
            <a:off x="6231818" y="2675246"/>
            <a:ext cx="2454982" cy="1630054"/>
          </a:xfrm>
        </p:spPr>
        <p:txBody>
          <a:bodyPr/>
          <a:lstStyle>
            <a:lvl1pPr marL="0" indent="0" algn="l" defTabSz="914400" rtl="0" eaLnBrk="1" latinLnBrk="0" hangingPunct="1">
              <a:lnSpc>
                <a:spcPct val="120000"/>
              </a:lnSpc>
              <a:spcBef>
                <a:spcPts val="0"/>
              </a:spcBef>
              <a:spcAft>
                <a:spcPts val="600"/>
              </a:spcAft>
              <a:buClr>
                <a:schemeClr val="accent2"/>
              </a:buClr>
              <a:buSzPct val="110000"/>
              <a:buNone/>
              <a:defRPr lang="en-GB" sz="900" kern="1200" dirty="0">
                <a:solidFill>
                  <a:schemeClr val="accent1"/>
                </a:solidFill>
                <a:latin typeface="+mn-lt"/>
                <a:ea typeface="+mn-ea"/>
                <a:cs typeface="+mn-cs"/>
              </a:defRPr>
            </a:lvl1pPr>
          </a:lstStyle>
          <a:p>
            <a:pPr lvl="0"/>
            <a:r>
              <a:rPr lang="en-US" dirty="0"/>
              <a:t>Enter text here</a:t>
            </a:r>
            <a:endParaRPr lang="en-GB" dirty="0"/>
          </a:p>
        </p:txBody>
      </p:sp>
      <p:pic>
        <p:nvPicPr>
          <p:cNvPr id="3" name="Picture 2">
            <a:extLst>
              <a:ext uri="{FF2B5EF4-FFF2-40B4-BE49-F238E27FC236}">
                <a16:creationId xmlns:a16="http://schemas.microsoft.com/office/drawing/2014/main" id="{A75A7469-24D2-1338-C3F9-64FFF163018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9282642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ory_metrics">
    <p:bg>
      <p:bgPr>
        <a:solidFill>
          <a:srgbClr val="FFFFFF"/>
        </a:solidFill>
        <a:effectLst/>
      </p:bgPr>
    </p:bg>
    <p:spTree>
      <p:nvGrpSpPr>
        <p:cNvPr id="1" name=""/>
        <p:cNvGrpSpPr/>
        <p:nvPr/>
      </p:nvGrpSpPr>
      <p:grpSpPr>
        <a:xfrm>
          <a:off x="0" y="0"/>
          <a:ext cx="0" cy="0"/>
          <a:chOff x="0" y="0"/>
          <a:chExt cx="0" cy="0"/>
        </a:xfrm>
      </p:grpSpPr>
      <p:sp>
        <p:nvSpPr>
          <p:cNvPr id="11" name="Text Placeholder 10"/>
          <p:cNvSpPr>
            <a:spLocks noGrp="1"/>
          </p:cNvSpPr>
          <p:nvPr>
            <p:ph type="body" sz="quarter" idx="28" hasCustomPrompt="1"/>
          </p:nvPr>
        </p:nvSpPr>
        <p:spPr>
          <a:xfrm>
            <a:off x="4572001" y="1199741"/>
            <a:ext cx="1118877" cy="258532"/>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25" name="Text Placeholder 6"/>
          <p:cNvSpPr>
            <a:spLocks noGrp="1"/>
          </p:cNvSpPr>
          <p:nvPr>
            <p:ph type="body" sz="quarter" idx="29" hasCustomPrompt="1"/>
          </p:nvPr>
        </p:nvSpPr>
        <p:spPr>
          <a:xfrm>
            <a:off x="5961059" y="768377"/>
            <a:ext cx="1118877" cy="376238"/>
          </a:xfrm>
        </p:spPr>
        <p:txBody>
          <a:bodyPr vert="horz" wrap="square" lIns="0" tIns="0" rIns="0" bIns="0" rtlCol="0" anchor="t">
            <a:noAutofit/>
          </a:bodyPr>
          <a:lstStyle>
            <a:lvl1pPr marL="0" indent="0">
              <a:buNone/>
              <a:defRPr lang="en-US" sz="2800" b="1" kern="0" spc="-150" dirty="0">
                <a:solidFill>
                  <a:schemeClr val="accent3"/>
                </a:solidFill>
                <a:latin typeface="+mj-lt"/>
                <a:ea typeface="Roboto Medium" panose="02000000000000000000" pitchFamily="2" charset="0"/>
              </a:defRPr>
            </a:lvl1pPr>
          </a:lstStyle>
          <a:p>
            <a:pPr marL="173038" lvl="0" indent="-173038">
              <a:lnSpc>
                <a:spcPct val="90000"/>
              </a:lnSpc>
              <a:spcBef>
                <a:spcPct val="0"/>
              </a:spcBef>
            </a:pPr>
            <a:r>
              <a:rPr lang="en-US" dirty="0"/>
              <a:t>1B</a:t>
            </a:r>
          </a:p>
        </p:txBody>
      </p:sp>
      <p:sp>
        <p:nvSpPr>
          <p:cNvPr id="26" name="Text Placeholder 10"/>
          <p:cNvSpPr>
            <a:spLocks noGrp="1"/>
          </p:cNvSpPr>
          <p:nvPr>
            <p:ph type="body" sz="quarter" idx="30" hasCustomPrompt="1"/>
          </p:nvPr>
        </p:nvSpPr>
        <p:spPr>
          <a:xfrm>
            <a:off x="5961059" y="1199741"/>
            <a:ext cx="1118877" cy="258532"/>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27" name="Text Placeholder 6"/>
          <p:cNvSpPr>
            <a:spLocks noGrp="1"/>
          </p:cNvSpPr>
          <p:nvPr>
            <p:ph type="body" sz="quarter" idx="31" hasCustomPrompt="1"/>
          </p:nvPr>
        </p:nvSpPr>
        <p:spPr>
          <a:xfrm>
            <a:off x="7350117" y="768377"/>
            <a:ext cx="1118877" cy="376238"/>
          </a:xfrm>
        </p:spPr>
        <p:txBody>
          <a:bodyPr vert="horz" wrap="square" lIns="0" tIns="0" rIns="0" bIns="0" rtlCol="0" anchor="t">
            <a:noAutofit/>
          </a:bodyPr>
          <a:lstStyle>
            <a:lvl1pPr marL="0" indent="0">
              <a:buNone/>
              <a:defRPr lang="en-US" sz="2800" b="1" kern="0" spc="-150" dirty="0">
                <a:solidFill>
                  <a:schemeClr val="accent3"/>
                </a:solidFill>
                <a:latin typeface="+mj-lt"/>
                <a:ea typeface="Roboto Medium" panose="02000000000000000000" pitchFamily="2" charset="0"/>
              </a:defRPr>
            </a:lvl1pPr>
          </a:lstStyle>
          <a:p>
            <a:pPr marL="173038" lvl="0" indent="-173038">
              <a:lnSpc>
                <a:spcPct val="90000"/>
              </a:lnSpc>
              <a:spcBef>
                <a:spcPct val="0"/>
              </a:spcBef>
            </a:pPr>
            <a:r>
              <a:rPr lang="en-US" dirty="0"/>
              <a:t>100</a:t>
            </a:r>
          </a:p>
        </p:txBody>
      </p:sp>
      <p:sp>
        <p:nvSpPr>
          <p:cNvPr id="28" name="Text Placeholder 10"/>
          <p:cNvSpPr>
            <a:spLocks noGrp="1"/>
          </p:cNvSpPr>
          <p:nvPr>
            <p:ph type="body" sz="quarter" idx="32" hasCustomPrompt="1"/>
          </p:nvPr>
        </p:nvSpPr>
        <p:spPr>
          <a:xfrm>
            <a:off x="7350117" y="1199741"/>
            <a:ext cx="1118877" cy="258532"/>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7" name="Text Placeholder 6"/>
          <p:cNvSpPr>
            <a:spLocks noGrp="1"/>
          </p:cNvSpPr>
          <p:nvPr>
            <p:ph type="body" sz="quarter" idx="27" hasCustomPrompt="1"/>
          </p:nvPr>
        </p:nvSpPr>
        <p:spPr>
          <a:xfrm>
            <a:off x="4572001" y="768377"/>
            <a:ext cx="1118877" cy="376238"/>
          </a:xfrm>
        </p:spPr>
        <p:txBody>
          <a:bodyPr vert="horz" wrap="square" lIns="0" tIns="0" rIns="0" bIns="0" rtlCol="0" anchor="t">
            <a:noAutofit/>
          </a:bodyPr>
          <a:lstStyle>
            <a:lvl1pPr marL="0" indent="0">
              <a:buNone/>
              <a:defRPr lang="en-US" sz="2800" b="1" kern="0" spc="-150" dirty="0">
                <a:solidFill>
                  <a:schemeClr val="accent3"/>
                </a:solidFill>
                <a:latin typeface="+mj-lt"/>
                <a:ea typeface="Roboto Medium" panose="02000000000000000000" pitchFamily="2" charset="0"/>
              </a:defRPr>
            </a:lvl1pPr>
          </a:lstStyle>
          <a:p>
            <a:pPr marL="173038" lvl="0" indent="-173038">
              <a:lnSpc>
                <a:spcPct val="90000"/>
              </a:lnSpc>
              <a:spcBef>
                <a:spcPct val="0"/>
              </a:spcBef>
            </a:pPr>
            <a:r>
              <a:rPr lang="en-US" dirty="0"/>
              <a:t>1,000</a:t>
            </a:r>
          </a:p>
        </p:txBody>
      </p:sp>
      <p:sp>
        <p:nvSpPr>
          <p:cNvPr id="29" name="Text Placeholder 3"/>
          <p:cNvSpPr>
            <a:spLocks noGrp="1"/>
          </p:cNvSpPr>
          <p:nvPr>
            <p:ph type="body" sz="quarter" idx="26" hasCustomPrompt="1"/>
          </p:nvPr>
        </p:nvSpPr>
        <p:spPr>
          <a:xfrm>
            <a:off x="4572000" y="4596644"/>
            <a:ext cx="2076456" cy="193899"/>
          </a:xfrm>
        </p:spPr>
        <p:txBody>
          <a:bodyPr/>
          <a:lstStyle>
            <a:lvl1pPr marL="0" indent="0" algn="l" defTabSz="914400" rtl="0" eaLnBrk="1" latinLnBrk="0" hangingPunct="1">
              <a:buNone/>
              <a:defRPr lang="en-US" sz="1100" kern="1200" baseline="30000" dirty="0" smtClean="0">
                <a:solidFill>
                  <a:schemeClr val="accent5"/>
                </a:solidFill>
                <a:latin typeface="+mn-lt"/>
                <a:ea typeface="+mn-ea"/>
                <a:cs typeface="+mn-cs"/>
              </a:defRPr>
            </a:lvl1pPr>
            <a:lvl2pPr marL="0" algn="r" defTabSz="914400" rtl="0" eaLnBrk="1" latinLnBrk="0" hangingPunct="1">
              <a:defRPr lang="en-US" sz="1100" kern="1200" baseline="30000" dirty="0" smtClean="0">
                <a:solidFill>
                  <a:schemeClr val="accent1">
                    <a:lumMod val="60000"/>
                    <a:lumOff val="40000"/>
                  </a:schemeClr>
                </a:solidFill>
                <a:latin typeface="+mn-lt"/>
                <a:ea typeface="+mn-ea"/>
                <a:cs typeface="+mn-cs"/>
              </a:defRPr>
            </a:lvl2pPr>
            <a:lvl3pPr marL="0" algn="r" defTabSz="914400" rtl="0" eaLnBrk="1" latinLnBrk="0" hangingPunct="1">
              <a:defRPr lang="en-US" sz="1100" kern="1200" baseline="30000" dirty="0" smtClean="0">
                <a:solidFill>
                  <a:schemeClr val="accent1">
                    <a:lumMod val="60000"/>
                    <a:lumOff val="40000"/>
                  </a:schemeClr>
                </a:solidFill>
                <a:latin typeface="+mn-lt"/>
                <a:ea typeface="+mn-ea"/>
                <a:cs typeface="+mn-cs"/>
              </a:defRPr>
            </a:lvl3pPr>
            <a:lvl4pPr marL="0" algn="r" defTabSz="914400" rtl="0" eaLnBrk="1" latinLnBrk="0" hangingPunct="1">
              <a:defRPr lang="en-US" sz="1100" kern="1200" baseline="30000" dirty="0" smtClean="0">
                <a:solidFill>
                  <a:schemeClr val="accent1">
                    <a:lumMod val="60000"/>
                    <a:lumOff val="40000"/>
                  </a:schemeClr>
                </a:solidFill>
                <a:latin typeface="+mn-lt"/>
                <a:ea typeface="+mn-ea"/>
                <a:cs typeface="+mn-cs"/>
              </a:defRPr>
            </a:lvl4pPr>
            <a:lvl5pPr marL="0" algn="r" defTabSz="914400" rtl="0" eaLnBrk="1" latinLnBrk="0" hangingPunct="1">
              <a:defRPr lang="en-US" sz="1100" kern="1200" baseline="30000" dirty="0">
                <a:solidFill>
                  <a:schemeClr val="accent1">
                    <a:lumMod val="60000"/>
                    <a:lumOff val="40000"/>
                  </a:schemeClr>
                </a:solidFill>
                <a:latin typeface="+mn-lt"/>
                <a:ea typeface="+mn-ea"/>
                <a:cs typeface="+mn-cs"/>
              </a:defRPr>
            </a:lvl5pPr>
          </a:lstStyle>
          <a:p>
            <a:pPr lvl="0"/>
            <a:r>
              <a:rPr lang="en-US" dirty="0"/>
              <a:t>Contact: Enter name</a:t>
            </a:r>
          </a:p>
        </p:txBody>
      </p:sp>
      <p:sp>
        <p:nvSpPr>
          <p:cNvPr id="39" name="Text Placeholder 10"/>
          <p:cNvSpPr>
            <a:spLocks noGrp="1"/>
          </p:cNvSpPr>
          <p:nvPr>
            <p:ph type="body" sz="quarter" idx="34" hasCustomPrompt="1"/>
          </p:nvPr>
        </p:nvSpPr>
        <p:spPr>
          <a:xfrm>
            <a:off x="4572000" y="2156321"/>
            <a:ext cx="2349182" cy="755181"/>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0" name="Text Placeholder 6"/>
          <p:cNvSpPr>
            <a:spLocks noGrp="1"/>
          </p:cNvSpPr>
          <p:nvPr>
            <p:ph type="body" sz="quarter" idx="35" hasCustomPrompt="1"/>
          </p:nvPr>
        </p:nvSpPr>
        <p:spPr>
          <a:xfrm>
            <a:off x="4572000" y="1946750"/>
            <a:ext cx="2349182" cy="202076"/>
          </a:xfrm>
        </p:spPr>
        <p:txBody>
          <a:bodyPr vert="horz" wrap="square" lIns="0" tIns="0" rIns="0" bIns="0" rtlCol="0" anchor="t">
            <a:noAutofit/>
          </a:bodyPr>
          <a:lstStyle>
            <a:lvl1pPr marL="0" indent="0">
              <a:buNone/>
              <a:defRPr lang="en-US" sz="1200" b="1" kern="0" spc="-50" baseline="0" dirty="0">
                <a:solidFill>
                  <a:srgbClr val="11498B"/>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41" name="Text Placeholder 10"/>
          <p:cNvSpPr>
            <a:spLocks noGrp="1"/>
          </p:cNvSpPr>
          <p:nvPr>
            <p:ph type="body" sz="quarter" idx="36" hasCustomPrompt="1"/>
          </p:nvPr>
        </p:nvSpPr>
        <p:spPr>
          <a:xfrm>
            <a:off x="7350117" y="2149525"/>
            <a:ext cx="1118877" cy="258532"/>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2" name="Text Placeholder 6"/>
          <p:cNvSpPr>
            <a:spLocks noGrp="1"/>
          </p:cNvSpPr>
          <p:nvPr>
            <p:ph type="body" sz="quarter" idx="37" hasCustomPrompt="1"/>
          </p:nvPr>
        </p:nvSpPr>
        <p:spPr>
          <a:xfrm>
            <a:off x="7350117" y="1939953"/>
            <a:ext cx="1118877" cy="202076"/>
          </a:xfrm>
        </p:spPr>
        <p:txBody>
          <a:bodyPr vert="horz" wrap="square" lIns="0" tIns="0" rIns="0" bIns="0" rtlCol="0" anchor="t">
            <a:noAutofit/>
          </a:bodyPr>
          <a:lstStyle>
            <a:lvl1pPr marL="0" indent="0">
              <a:buNone/>
              <a:defRPr lang="en-US" sz="1200" b="1" kern="0" spc="-50" baseline="0" dirty="0">
                <a:solidFill>
                  <a:srgbClr val="11498B"/>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43" name="Text Placeholder 10"/>
          <p:cNvSpPr>
            <a:spLocks noGrp="1"/>
          </p:cNvSpPr>
          <p:nvPr>
            <p:ph type="body" sz="quarter" idx="38" hasCustomPrompt="1"/>
          </p:nvPr>
        </p:nvSpPr>
        <p:spPr>
          <a:xfrm>
            <a:off x="4572000" y="3275656"/>
            <a:ext cx="2349182" cy="812189"/>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4" name="Text Placeholder 6"/>
          <p:cNvSpPr>
            <a:spLocks noGrp="1"/>
          </p:cNvSpPr>
          <p:nvPr>
            <p:ph type="body" sz="quarter" idx="39" hasCustomPrompt="1"/>
          </p:nvPr>
        </p:nvSpPr>
        <p:spPr>
          <a:xfrm>
            <a:off x="4572000" y="3066085"/>
            <a:ext cx="2349182" cy="202076"/>
          </a:xfrm>
        </p:spPr>
        <p:txBody>
          <a:bodyPr vert="horz" wrap="square" lIns="0" tIns="0" rIns="0" bIns="0" rtlCol="0" anchor="t">
            <a:noAutofit/>
          </a:bodyPr>
          <a:lstStyle>
            <a:lvl1pPr marL="0" indent="0">
              <a:buNone/>
              <a:defRPr lang="en-US" sz="1200" b="1" kern="0" spc="-50" baseline="0" dirty="0">
                <a:solidFill>
                  <a:srgbClr val="11498B"/>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45" name="Text Placeholder 10"/>
          <p:cNvSpPr>
            <a:spLocks noGrp="1"/>
          </p:cNvSpPr>
          <p:nvPr>
            <p:ph type="body" sz="quarter" idx="40" hasCustomPrompt="1"/>
          </p:nvPr>
        </p:nvSpPr>
        <p:spPr>
          <a:xfrm>
            <a:off x="7350117" y="2761316"/>
            <a:ext cx="1118877" cy="258532"/>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6" name="Text Placeholder 6"/>
          <p:cNvSpPr>
            <a:spLocks noGrp="1"/>
          </p:cNvSpPr>
          <p:nvPr>
            <p:ph type="body" sz="quarter" idx="41" hasCustomPrompt="1"/>
          </p:nvPr>
        </p:nvSpPr>
        <p:spPr>
          <a:xfrm>
            <a:off x="7350117" y="2551744"/>
            <a:ext cx="1118877" cy="202076"/>
          </a:xfrm>
        </p:spPr>
        <p:txBody>
          <a:bodyPr vert="horz" wrap="square" lIns="0" tIns="0" rIns="0" bIns="0" rtlCol="0" anchor="t">
            <a:noAutofit/>
          </a:bodyPr>
          <a:lstStyle>
            <a:lvl1pPr marL="0" indent="0">
              <a:buNone/>
              <a:defRPr lang="en-US" sz="1200" b="1" kern="0" spc="-50" baseline="0" dirty="0">
                <a:solidFill>
                  <a:srgbClr val="11498B"/>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19" name="Text Placeholder 4"/>
          <p:cNvSpPr>
            <a:spLocks noGrp="1"/>
          </p:cNvSpPr>
          <p:nvPr>
            <p:ph type="body" sz="quarter" idx="33"/>
          </p:nvPr>
        </p:nvSpPr>
        <p:spPr>
          <a:xfrm>
            <a:off x="464494" y="1738594"/>
            <a:ext cx="3770956" cy="1704412"/>
          </a:xfrm>
        </p:spPr>
        <p:txBody>
          <a:bodyPr tIns="0"/>
          <a:lstStyle>
            <a:lvl1pPr marL="0" indent="0">
              <a:lnSpc>
                <a:spcPct val="120000"/>
              </a:lnSpc>
              <a:buNone/>
              <a:defRPr lang="en-US" sz="1100" kern="1200" spc="0" baseline="0" dirty="0" smtClean="0">
                <a:solidFill>
                  <a:schemeClr val="accent5"/>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sp>
        <p:nvSpPr>
          <p:cNvPr id="20" name="Text Placeholder 7"/>
          <p:cNvSpPr>
            <a:spLocks noGrp="1"/>
          </p:cNvSpPr>
          <p:nvPr>
            <p:ph type="body" sz="quarter" idx="11" hasCustomPrompt="1"/>
          </p:nvPr>
        </p:nvSpPr>
        <p:spPr>
          <a:xfrm>
            <a:off x="464493" y="438150"/>
            <a:ext cx="3770957" cy="1257300"/>
          </a:xfrm>
        </p:spPr>
        <p:txBody>
          <a:bodyPr tIns="0" bIns="0" anchor="t"/>
          <a:lstStyle>
            <a:lvl1pPr marL="0" indent="0" algn="l" defTabSz="914400" rtl="0" eaLnBrk="1" latinLnBrk="0" hangingPunct="1">
              <a:lnSpc>
                <a:spcPct val="90000"/>
              </a:lnSpc>
              <a:spcBef>
                <a:spcPct val="0"/>
              </a:spcBef>
              <a:buNone/>
              <a:defRPr lang="en-US" sz="2800" b="1" kern="0" spc="-10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this text box. Try to keep to three lines of text</a:t>
            </a:r>
          </a:p>
        </p:txBody>
      </p:sp>
      <p:pic>
        <p:nvPicPr>
          <p:cNvPr id="3" name="Picture 2">
            <a:extLst>
              <a:ext uri="{FF2B5EF4-FFF2-40B4-BE49-F238E27FC236}">
                <a16:creationId xmlns:a16="http://schemas.microsoft.com/office/drawing/2014/main" id="{A7E011A9-F446-2E10-1198-FDD70C51CE4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31921839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ory_quote">
    <p:bg>
      <p:bgPr>
        <a:solidFill>
          <a:srgbClr val="FFFFFF"/>
        </a:solidFill>
        <a:effectLst/>
      </p:bgPr>
    </p:bg>
    <p:spTree>
      <p:nvGrpSpPr>
        <p:cNvPr id="1" name=""/>
        <p:cNvGrpSpPr/>
        <p:nvPr/>
      </p:nvGrpSpPr>
      <p:grpSpPr>
        <a:xfrm>
          <a:off x="0" y="0"/>
          <a:ext cx="0" cy="0"/>
          <a:chOff x="0" y="0"/>
          <a:chExt cx="0" cy="0"/>
        </a:xfrm>
      </p:grpSpPr>
      <p:sp>
        <p:nvSpPr>
          <p:cNvPr id="29" name="Text Placeholder 3"/>
          <p:cNvSpPr>
            <a:spLocks noGrp="1"/>
          </p:cNvSpPr>
          <p:nvPr>
            <p:ph type="body" sz="quarter" idx="26" hasCustomPrompt="1"/>
          </p:nvPr>
        </p:nvSpPr>
        <p:spPr>
          <a:xfrm>
            <a:off x="4700906" y="4596644"/>
            <a:ext cx="2076456" cy="193899"/>
          </a:xfrm>
        </p:spPr>
        <p:txBody>
          <a:bodyPr/>
          <a:lstStyle>
            <a:lvl1pPr marL="0" indent="0" algn="l" defTabSz="914400" rtl="0" eaLnBrk="1" latinLnBrk="0" hangingPunct="1">
              <a:buNone/>
              <a:defRPr lang="en-US" sz="1100" kern="1200" baseline="30000" dirty="0" smtClean="0">
                <a:solidFill>
                  <a:schemeClr val="accent5"/>
                </a:solidFill>
                <a:latin typeface="+mn-lt"/>
                <a:ea typeface="+mn-ea"/>
                <a:cs typeface="+mn-cs"/>
              </a:defRPr>
            </a:lvl1pPr>
            <a:lvl2pPr marL="0" algn="r" defTabSz="914400" rtl="0" eaLnBrk="1" latinLnBrk="0" hangingPunct="1">
              <a:defRPr lang="en-US" sz="1100" kern="1200" baseline="30000" dirty="0" smtClean="0">
                <a:solidFill>
                  <a:schemeClr val="accent1">
                    <a:lumMod val="60000"/>
                    <a:lumOff val="40000"/>
                  </a:schemeClr>
                </a:solidFill>
                <a:latin typeface="+mn-lt"/>
                <a:ea typeface="+mn-ea"/>
                <a:cs typeface="+mn-cs"/>
              </a:defRPr>
            </a:lvl2pPr>
            <a:lvl3pPr marL="0" algn="r" defTabSz="914400" rtl="0" eaLnBrk="1" latinLnBrk="0" hangingPunct="1">
              <a:defRPr lang="en-US" sz="1100" kern="1200" baseline="30000" dirty="0" smtClean="0">
                <a:solidFill>
                  <a:schemeClr val="accent1">
                    <a:lumMod val="60000"/>
                    <a:lumOff val="40000"/>
                  </a:schemeClr>
                </a:solidFill>
                <a:latin typeface="+mn-lt"/>
                <a:ea typeface="+mn-ea"/>
                <a:cs typeface="+mn-cs"/>
              </a:defRPr>
            </a:lvl3pPr>
            <a:lvl4pPr marL="0" algn="r" defTabSz="914400" rtl="0" eaLnBrk="1" latinLnBrk="0" hangingPunct="1">
              <a:defRPr lang="en-US" sz="1100" kern="1200" baseline="30000" dirty="0" smtClean="0">
                <a:solidFill>
                  <a:schemeClr val="accent1">
                    <a:lumMod val="60000"/>
                    <a:lumOff val="40000"/>
                  </a:schemeClr>
                </a:solidFill>
                <a:latin typeface="+mn-lt"/>
                <a:ea typeface="+mn-ea"/>
                <a:cs typeface="+mn-cs"/>
              </a:defRPr>
            </a:lvl4pPr>
            <a:lvl5pPr marL="0" algn="r" defTabSz="914400" rtl="0" eaLnBrk="1" latinLnBrk="0" hangingPunct="1">
              <a:defRPr lang="en-US" sz="1100" kern="1200" baseline="30000" dirty="0">
                <a:solidFill>
                  <a:schemeClr val="accent1">
                    <a:lumMod val="60000"/>
                    <a:lumOff val="40000"/>
                  </a:schemeClr>
                </a:solidFill>
                <a:latin typeface="+mn-lt"/>
                <a:ea typeface="+mn-ea"/>
                <a:cs typeface="+mn-cs"/>
              </a:defRPr>
            </a:lvl5pPr>
          </a:lstStyle>
          <a:p>
            <a:pPr lvl="0"/>
            <a:r>
              <a:rPr lang="en-US" dirty="0"/>
              <a:t>Contact: Enter name</a:t>
            </a:r>
          </a:p>
        </p:txBody>
      </p:sp>
      <p:sp>
        <p:nvSpPr>
          <p:cNvPr id="38" name="Text Placeholder 7"/>
          <p:cNvSpPr>
            <a:spLocks noGrp="1"/>
          </p:cNvSpPr>
          <p:nvPr>
            <p:ph type="body" sz="quarter" idx="11" hasCustomPrompt="1"/>
          </p:nvPr>
        </p:nvSpPr>
        <p:spPr>
          <a:xfrm>
            <a:off x="464493" y="438150"/>
            <a:ext cx="3770957" cy="1257300"/>
          </a:xfrm>
        </p:spPr>
        <p:txBody>
          <a:bodyPr tIns="0" bIns="0" anchor="t"/>
          <a:lstStyle>
            <a:lvl1pPr marL="0" indent="0" algn="l" defTabSz="914400" rtl="0" eaLnBrk="1" latinLnBrk="0" hangingPunct="1">
              <a:lnSpc>
                <a:spcPct val="90000"/>
              </a:lnSpc>
              <a:spcBef>
                <a:spcPct val="0"/>
              </a:spcBef>
              <a:buNone/>
              <a:defRPr lang="en-US" sz="2800" b="1" kern="0" spc="-100" baseline="0" dirty="0" smtClean="0">
                <a:solidFill>
                  <a:schemeClr val="accent3"/>
                </a:solidFill>
                <a:latin typeface="+mj-lt"/>
                <a:ea typeface="Roboto Medium" panose="02000000000000000000" pitchFamily="2" charset="0"/>
                <a:cs typeface="Arial" panose="020B0604020202020204" pitchFamily="34" charset="0"/>
              </a:defRPr>
            </a:lvl1pPr>
            <a:lvl2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2pPr>
            <a:lvl3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3pPr>
            <a:lvl4pPr marL="0" indent="0" algn="l" defTabSz="914400" rtl="0" eaLnBrk="1" latinLnBrk="0" hangingPunct="1">
              <a:lnSpc>
                <a:spcPct val="90000"/>
              </a:lnSpc>
              <a:spcBef>
                <a:spcPct val="0"/>
              </a:spcBef>
              <a:buNone/>
              <a:defRPr lang="en-US" sz="4000" b="1" kern="0" spc="-150" baseline="0" dirty="0" smtClean="0">
                <a:solidFill>
                  <a:schemeClr val="tx1"/>
                </a:solidFill>
                <a:latin typeface="+mj-lt"/>
                <a:ea typeface="Roboto Medium" panose="02000000000000000000" pitchFamily="2" charset="0"/>
                <a:cs typeface="Arial" panose="020B0604020202020204" pitchFamily="34" charset="0"/>
              </a:defRPr>
            </a:lvl4pPr>
            <a:lvl5pPr marL="0" indent="0" algn="l" defTabSz="914400" rtl="0" eaLnBrk="1" latinLnBrk="0" hangingPunct="1">
              <a:lnSpc>
                <a:spcPct val="90000"/>
              </a:lnSpc>
              <a:spcBef>
                <a:spcPct val="0"/>
              </a:spcBef>
              <a:buNone/>
              <a:defRPr lang="en-GB" sz="4000" b="1" kern="0" spc="-150" baseline="0" dirty="0">
                <a:solidFill>
                  <a:schemeClr val="tx1"/>
                </a:solidFill>
                <a:latin typeface="+mj-lt"/>
                <a:ea typeface="Roboto Medium" panose="02000000000000000000" pitchFamily="2" charset="0"/>
                <a:cs typeface="Arial" panose="020B0604020202020204" pitchFamily="34" charset="0"/>
              </a:defRPr>
            </a:lvl5pPr>
          </a:lstStyle>
          <a:p>
            <a:pPr lvl="0"/>
            <a:r>
              <a:rPr lang="en-US" dirty="0"/>
              <a:t>Click to edit this text box. Try to keep to three lines of text</a:t>
            </a:r>
          </a:p>
        </p:txBody>
      </p:sp>
      <p:sp>
        <p:nvSpPr>
          <p:cNvPr id="39" name="Text Placeholder 10"/>
          <p:cNvSpPr>
            <a:spLocks noGrp="1"/>
          </p:cNvSpPr>
          <p:nvPr>
            <p:ph type="body" sz="quarter" idx="34" hasCustomPrompt="1"/>
          </p:nvPr>
        </p:nvSpPr>
        <p:spPr>
          <a:xfrm>
            <a:off x="4700906" y="2253251"/>
            <a:ext cx="2349182" cy="755181"/>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0" name="Text Placeholder 6"/>
          <p:cNvSpPr>
            <a:spLocks noGrp="1"/>
          </p:cNvSpPr>
          <p:nvPr>
            <p:ph type="body" sz="quarter" idx="35" hasCustomPrompt="1"/>
          </p:nvPr>
        </p:nvSpPr>
        <p:spPr>
          <a:xfrm>
            <a:off x="4700906" y="2043680"/>
            <a:ext cx="2349182" cy="202076"/>
          </a:xfrm>
        </p:spPr>
        <p:txBody>
          <a:bodyPr vert="horz" wrap="square" lIns="0" tIns="0" rIns="0" bIns="0" rtlCol="0" anchor="t">
            <a:noAutofit/>
          </a:bodyPr>
          <a:lstStyle>
            <a:lvl1pPr marL="0" indent="0">
              <a:buNone/>
              <a:defRPr lang="en-US" sz="1200" b="1" kern="0" spc="-50" baseline="0" dirty="0">
                <a:solidFill>
                  <a:schemeClr val="accent2"/>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41" name="Text Placeholder 10"/>
          <p:cNvSpPr>
            <a:spLocks noGrp="1"/>
          </p:cNvSpPr>
          <p:nvPr>
            <p:ph type="body" sz="quarter" idx="36" hasCustomPrompt="1"/>
          </p:nvPr>
        </p:nvSpPr>
        <p:spPr>
          <a:xfrm>
            <a:off x="7479023" y="2246455"/>
            <a:ext cx="1118877" cy="258532"/>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2" name="Text Placeholder 6"/>
          <p:cNvSpPr>
            <a:spLocks noGrp="1"/>
          </p:cNvSpPr>
          <p:nvPr>
            <p:ph type="body" sz="quarter" idx="37" hasCustomPrompt="1"/>
          </p:nvPr>
        </p:nvSpPr>
        <p:spPr>
          <a:xfrm>
            <a:off x="7479023" y="2036883"/>
            <a:ext cx="1118877" cy="202076"/>
          </a:xfrm>
        </p:spPr>
        <p:txBody>
          <a:bodyPr vert="horz" wrap="square" lIns="0" tIns="0" rIns="0" bIns="0" rtlCol="0" anchor="t">
            <a:noAutofit/>
          </a:bodyPr>
          <a:lstStyle>
            <a:lvl1pPr marL="0" indent="0">
              <a:buNone/>
              <a:defRPr lang="en-US" sz="1200" b="1" kern="0" spc="-50" baseline="0" dirty="0">
                <a:solidFill>
                  <a:schemeClr val="accent2"/>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43" name="Text Placeholder 10"/>
          <p:cNvSpPr>
            <a:spLocks noGrp="1"/>
          </p:cNvSpPr>
          <p:nvPr>
            <p:ph type="body" sz="quarter" idx="38" hasCustomPrompt="1"/>
          </p:nvPr>
        </p:nvSpPr>
        <p:spPr>
          <a:xfrm>
            <a:off x="4700906" y="3372586"/>
            <a:ext cx="2349182" cy="409271"/>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4" name="Text Placeholder 6"/>
          <p:cNvSpPr>
            <a:spLocks noGrp="1"/>
          </p:cNvSpPr>
          <p:nvPr>
            <p:ph type="body" sz="quarter" idx="39" hasCustomPrompt="1"/>
          </p:nvPr>
        </p:nvSpPr>
        <p:spPr>
          <a:xfrm>
            <a:off x="4700906" y="3163015"/>
            <a:ext cx="2349182" cy="202076"/>
          </a:xfrm>
        </p:spPr>
        <p:txBody>
          <a:bodyPr vert="horz" wrap="square" lIns="0" tIns="0" rIns="0" bIns="0" rtlCol="0" anchor="t">
            <a:noAutofit/>
          </a:bodyPr>
          <a:lstStyle>
            <a:lvl1pPr marL="0" indent="0">
              <a:buNone/>
              <a:defRPr lang="en-US" sz="1200" b="1" kern="0" spc="-50" baseline="0" dirty="0">
                <a:solidFill>
                  <a:schemeClr val="accent2"/>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45" name="Text Placeholder 10"/>
          <p:cNvSpPr>
            <a:spLocks noGrp="1"/>
          </p:cNvSpPr>
          <p:nvPr>
            <p:ph type="body" sz="quarter" idx="40" hasCustomPrompt="1"/>
          </p:nvPr>
        </p:nvSpPr>
        <p:spPr>
          <a:xfrm>
            <a:off x="7479023" y="2858246"/>
            <a:ext cx="1118877" cy="258532"/>
          </a:xfrm>
        </p:spPr>
        <p:txBody>
          <a:bodyPr/>
          <a:lstStyle>
            <a:lvl1pPr marL="0" indent="0">
              <a:buFont typeface="Arial" panose="020B0604020202020204" pitchFamily="34" charset="0"/>
              <a:buNone/>
              <a:defRPr lang="en-US" sz="1400" kern="1200" baseline="30000" dirty="0">
                <a:solidFill>
                  <a:schemeClr val="accent5"/>
                </a:solidFill>
                <a:latin typeface="+mn-lt"/>
                <a:ea typeface="+mn-ea"/>
                <a:cs typeface="+mn-cs"/>
              </a:defRPr>
            </a:lvl1pPr>
          </a:lstStyle>
          <a:p>
            <a:pPr lvl="0"/>
            <a:r>
              <a:rPr lang="en-US" dirty="0"/>
              <a:t>Enter subtitle</a:t>
            </a:r>
          </a:p>
        </p:txBody>
      </p:sp>
      <p:sp>
        <p:nvSpPr>
          <p:cNvPr id="46" name="Text Placeholder 6"/>
          <p:cNvSpPr>
            <a:spLocks noGrp="1"/>
          </p:cNvSpPr>
          <p:nvPr>
            <p:ph type="body" sz="quarter" idx="41" hasCustomPrompt="1"/>
          </p:nvPr>
        </p:nvSpPr>
        <p:spPr>
          <a:xfrm>
            <a:off x="7479023" y="2648674"/>
            <a:ext cx="1118877" cy="202076"/>
          </a:xfrm>
        </p:spPr>
        <p:txBody>
          <a:bodyPr vert="horz" wrap="square" lIns="0" tIns="0" rIns="0" bIns="0" rtlCol="0" anchor="t">
            <a:noAutofit/>
          </a:bodyPr>
          <a:lstStyle>
            <a:lvl1pPr marL="0" indent="0">
              <a:buNone/>
              <a:defRPr lang="en-US" sz="1200" b="1" kern="0" spc="-50" baseline="0" dirty="0">
                <a:solidFill>
                  <a:schemeClr val="accent2"/>
                </a:solidFill>
                <a:latin typeface="+mj-lt"/>
                <a:ea typeface="Roboto Medium" panose="02000000000000000000" pitchFamily="2" charset="0"/>
              </a:defRPr>
            </a:lvl1pPr>
          </a:lstStyle>
          <a:p>
            <a:pPr marL="173038" lvl="0" indent="-173038">
              <a:lnSpc>
                <a:spcPct val="90000"/>
              </a:lnSpc>
              <a:spcBef>
                <a:spcPct val="0"/>
              </a:spcBef>
            </a:pPr>
            <a:r>
              <a:rPr lang="en-US" dirty="0"/>
              <a:t>Subhead</a:t>
            </a:r>
          </a:p>
        </p:txBody>
      </p:sp>
      <p:sp>
        <p:nvSpPr>
          <p:cNvPr id="3" name="Text Placeholder 2"/>
          <p:cNvSpPr>
            <a:spLocks noGrp="1"/>
          </p:cNvSpPr>
          <p:nvPr>
            <p:ph type="body" sz="quarter" idx="42" hasCustomPrompt="1"/>
          </p:nvPr>
        </p:nvSpPr>
        <p:spPr>
          <a:xfrm>
            <a:off x="4699000" y="670091"/>
            <a:ext cx="3898900" cy="1114259"/>
          </a:xfrm>
        </p:spPr>
        <p:txBody>
          <a:bodyPr/>
          <a:lstStyle>
            <a:lvl1pPr marL="0" indent="0">
              <a:buNone/>
              <a:defRPr sz="2000" baseline="0">
                <a:solidFill>
                  <a:schemeClr val="accent5"/>
                </a:solidFill>
              </a:defRPr>
            </a:lvl1pPr>
          </a:lstStyle>
          <a:p>
            <a:pPr lvl="0"/>
            <a:r>
              <a:rPr lang="en-US" dirty="0"/>
              <a:t>Here’s a place for your quote. We recommend to keep it short. Maybe about this long.”</a:t>
            </a:r>
            <a:endParaRPr lang="en-GB" dirty="0"/>
          </a:p>
        </p:txBody>
      </p:sp>
      <p:sp>
        <p:nvSpPr>
          <p:cNvPr id="4" name="TextBox 3"/>
          <p:cNvSpPr txBox="1"/>
          <p:nvPr userDrawn="1"/>
        </p:nvSpPr>
        <p:spPr>
          <a:xfrm>
            <a:off x="4483100" y="670091"/>
            <a:ext cx="431800" cy="406400"/>
          </a:xfrm>
          <a:prstGeom prst="rect">
            <a:avLst/>
          </a:prstGeom>
          <a:noFill/>
        </p:spPr>
        <p:txBody>
          <a:bodyPr wrap="square" rtlCol="0">
            <a:noAutofit/>
          </a:bodyPr>
          <a:lstStyle/>
          <a:p>
            <a:pPr>
              <a:spcBef>
                <a:spcPts val="750"/>
              </a:spcBef>
              <a:buClr>
                <a:schemeClr val="accent2"/>
              </a:buClr>
              <a:buSzPct val="100000"/>
            </a:pPr>
            <a:r>
              <a:rPr lang="en-US" sz="2000" dirty="0">
                <a:solidFill>
                  <a:schemeClr val="accent4"/>
                </a:solidFill>
                <a:latin typeface="Arial" panose="020B0604020202020204" pitchFamily="34" charset="0"/>
                <a:cs typeface="Arial" panose="020B0604020202020204" pitchFamily="34" charset="0"/>
              </a:rPr>
              <a:t>“</a:t>
            </a:r>
            <a:endParaRPr lang="en-GB" sz="2000" dirty="0" err="1">
              <a:solidFill>
                <a:schemeClr val="accent4"/>
              </a:solidFill>
              <a:latin typeface="Arial" panose="020B0604020202020204" pitchFamily="34" charset="0"/>
              <a:cs typeface="Arial" panose="020B0604020202020204" pitchFamily="34" charset="0"/>
            </a:endParaRPr>
          </a:p>
        </p:txBody>
      </p:sp>
      <p:sp>
        <p:nvSpPr>
          <p:cNvPr id="22" name="Text Placeholder 4"/>
          <p:cNvSpPr>
            <a:spLocks noGrp="1"/>
          </p:cNvSpPr>
          <p:nvPr>
            <p:ph type="body" sz="quarter" idx="33"/>
          </p:nvPr>
        </p:nvSpPr>
        <p:spPr>
          <a:xfrm>
            <a:off x="464494" y="1738594"/>
            <a:ext cx="3770956" cy="1704412"/>
          </a:xfrm>
        </p:spPr>
        <p:txBody>
          <a:bodyPr tIns="0"/>
          <a:lstStyle>
            <a:lvl1pPr marL="0" indent="0">
              <a:lnSpc>
                <a:spcPct val="120000"/>
              </a:lnSpc>
              <a:buNone/>
              <a:defRPr lang="en-US" sz="1100" kern="1200" spc="0" baseline="0" dirty="0" smtClean="0">
                <a:solidFill>
                  <a:schemeClr val="accent5"/>
                </a:solidFill>
                <a:latin typeface="Arial" panose="020B0604020202020204" pitchFamily="34" charset="0"/>
                <a:ea typeface="+mn-ea"/>
                <a:cs typeface="Arial" panose="020B0604020202020204" pitchFamily="34" charset="0"/>
              </a:defRPr>
            </a:lvl1pPr>
            <a:lvl2pPr marL="173037" indent="0">
              <a:buNone/>
              <a:defRPr/>
            </a:lvl2pPr>
            <a:lvl3pPr marL="323850" indent="0">
              <a:buNone/>
              <a:defRPr/>
            </a:lvl3pPr>
            <a:lvl4pPr marL="457200" indent="0">
              <a:buNone/>
              <a:defRPr/>
            </a:lvl4pPr>
            <a:lvl5pPr marL="593725" indent="0">
              <a:buNone/>
              <a:defRPr/>
            </a:lvl5pPr>
          </a:lstStyle>
          <a:p>
            <a:pPr marL="0" lvl="0" indent="0" algn="l" defTabSz="914400" rtl="0" eaLnBrk="1" latinLnBrk="0" hangingPunct="1">
              <a:lnSpc>
                <a:spcPct val="90000"/>
              </a:lnSpc>
              <a:spcBef>
                <a:spcPts val="1200"/>
              </a:spcBef>
              <a:buClr>
                <a:srgbClr val="0072C8"/>
              </a:buClr>
              <a:buSzPct val="110000"/>
              <a:buFont typeface="Wingdings" panose="05000000000000000000" pitchFamily="2" charset="2"/>
              <a:buNone/>
            </a:pPr>
            <a:r>
              <a:rPr lang="en-US" dirty="0"/>
              <a:t>Click to edit Master text styles</a:t>
            </a:r>
          </a:p>
        </p:txBody>
      </p:sp>
      <p:pic>
        <p:nvPicPr>
          <p:cNvPr id="5" name="Picture 4">
            <a:extLst>
              <a:ext uri="{FF2B5EF4-FFF2-40B4-BE49-F238E27FC236}">
                <a16:creationId xmlns:a16="http://schemas.microsoft.com/office/drawing/2014/main" id="{B2459320-E352-4CB6-4087-AAD6608215B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13163226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Logo Slide 1">
    <p:bg>
      <p:bgPr>
        <a:solidFill>
          <a:schemeClr val="bg2"/>
        </a:solidFill>
        <a:effectLst/>
      </p:bgPr>
    </p:bg>
    <p:spTree>
      <p:nvGrpSpPr>
        <p:cNvPr id="1" name=""/>
        <p:cNvGrpSpPr/>
        <p:nvPr/>
      </p:nvGrpSpPr>
      <p:grpSpPr>
        <a:xfrm>
          <a:off x="0" y="0"/>
          <a:ext cx="0" cy="0"/>
          <a:chOff x="0" y="0"/>
          <a:chExt cx="0" cy="0"/>
        </a:xfrm>
      </p:grpSpPr>
      <p:sp>
        <p:nvSpPr>
          <p:cNvPr id="7" name="Text Box 3"/>
          <p:cNvSpPr txBox="1">
            <a:spLocks noChangeArrowheads="1"/>
          </p:cNvSpPr>
          <p:nvPr userDrawn="1"/>
        </p:nvSpPr>
        <p:spPr bwMode="blackWhite">
          <a:xfrm>
            <a:off x="1831837" y="4525456"/>
            <a:ext cx="5480327" cy="255771"/>
          </a:xfrm>
          <a:prstGeom prst="rect">
            <a:avLst/>
          </a:prstGeom>
          <a:noFill/>
          <a:ln w="12700">
            <a:noFill/>
            <a:miter lim="800000"/>
            <a:headEnd type="none" w="sm" len="sm"/>
            <a:tailEnd type="none" w="sm" len="sm"/>
          </a:ln>
          <a:effectLst/>
        </p:spPr>
        <p:txBody>
          <a:bodyPr wrap="square" lIns="0" tIns="34285" rIns="0" bIns="137160" anchor="b" anchorCtr="0">
            <a:spAutoFit/>
          </a:bodyPr>
          <a:lstStyle/>
          <a:p>
            <a:pPr algn="ctr" defTabSz="685574" eaLnBrk="0" hangingPunct="0">
              <a:lnSpc>
                <a:spcPts val="675"/>
              </a:lnSpc>
              <a:defRPr/>
            </a:pPr>
            <a:r>
              <a:rPr lang="en-US" sz="525" dirty="0">
                <a:solidFill>
                  <a:schemeClr val="tx1"/>
                </a:solidFill>
                <a:latin typeface="Arial" panose="020B0604020202020204" pitchFamily="34" charset="0"/>
                <a:cs typeface="Arial" panose="020B0604020202020204" pitchFamily="34" charset="0"/>
              </a:rPr>
              <a:t>© 2026 INCOSE, LLC. All rights reserved. </a:t>
            </a:r>
          </a:p>
        </p:txBody>
      </p:sp>
      <p:pic>
        <p:nvPicPr>
          <p:cNvPr id="2" name="Picture 1">
            <a:extLst>
              <a:ext uri="{FF2B5EF4-FFF2-40B4-BE49-F238E27FC236}">
                <a16:creationId xmlns:a16="http://schemas.microsoft.com/office/drawing/2014/main" id="{2D6DE068-79E1-7DC5-7F7A-9A6E3C2012E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2463045" y="1414754"/>
            <a:ext cx="4217909" cy="2313991"/>
          </a:xfrm>
          <a:prstGeom prst="rect">
            <a:avLst/>
          </a:prstGeom>
        </p:spPr>
      </p:pic>
    </p:spTree>
    <p:extLst>
      <p:ext uri="{BB962C8B-B14F-4D97-AF65-F5344CB8AC3E}">
        <p14:creationId xmlns:p14="http://schemas.microsoft.com/office/powerpoint/2010/main" val="997395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Logo Slide 2">
    <p:bg>
      <p:bgRef idx="1001">
        <a:schemeClr val="bg1"/>
      </p:bgRef>
    </p:bg>
    <p:spTree>
      <p:nvGrpSpPr>
        <p:cNvPr id="1" name=""/>
        <p:cNvGrpSpPr/>
        <p:nvPr/>
      </p:nvGrpSpPr>
      <p:grpSpPr>
        <a:xfrm>
          <a:off x="0" y="0"/>
          <a:ext cx="0" cy="0"/>
          <a:chOff x="0" y="0"/>
          <a:chExt cx="0" cy="0"/>
        </a:xfrm>
      </p:grpSpPr>
      <p:sp>
        <p:nvSpPr>
          <p:cNvPr id="3" name="Text Box 3">
            <a:extLst>
              <a:ext uri="{FF2B5EF4-FFF2-40B4-BE49-F238E27FC236}">
                <a16:creationId xmlns:a16="http://schemas.microsoft.com/office/drawing/2014/main" id="{78F6BFEB-A9CC-5711-9FA1-A3C2014BA4F3}"/>
              </a:ext>
            </a:extLst>
          </p:cNvPr>
          <p:cNvSpPr txBox="1">
            <a:spLocks noChangeArrowheads="1"/>
          </p:cNvSpPr>
          <p:nvPr userDrawn="1"/>
        </p:nvSpPr>
        <p:spPr bwMode="blackWhite">
          <a:xfrm>
            <a:off x="1831837" y="4525456"/>
            <a:ext cx="5480327" cy="255771"/>
          </a:xfrm>
          <a:prstGeom prst="rect">
            <a:avLst/>
          </a:prstGeom>
          <a:noFill/>
          <a:ln w="12700">
            <a:noFill/>
            <a:miter lim="800000"/>
            <a:headEnd type="none" w="sm" len="sm"/>
            <a:tailEnd type="none" w="sm" len="sm"/>
          </a:ln>
          <a:effectLst/>
        </p:spPr>
        <p:txBody>
          <a:bodyPr wrap="square" lIns="0" tIns="34285" rIns="0" bIns="137160" anchor="b" anchorCtr="0">
            <a:spAutoFit/>
          </a:bodyPr>
          <a:lstStyle/>
          <a:p>
            <a:pPr algn="ctr" defTabSz="685574" eaLnBrk="0" hangingPunct="0">
              <a:lnSpc>
                <a:spcPts val="675"/>
              </a:lnSpc>
              <a:defRPr/>
            </a:pPr>
            <a:r>
              <a:rPr lang="en-US" sz="525" dirty="0">
                <a:solidFill>
                  <a:schemeClr val="tx1"/>
                </a:solidFill>
                <a:latin typeface="Arial" panose="020B0604020202020204" pitchFamily="34" charset="0"/>
                <a:cs typeface="Arial" panose="020B0604020202020204" pitchFamily="34" charset="0"/>
              </a:rPr>
              <a:t>© 2026 INCOSE, LLC. All rights reserved. </a:t>
            </a:r>
          </a:p>
        </p:txBody>
      </p:sp>
      <p:pic>
        <p:nvPicPr>
          <p:cNvPr id="5" name="Picture 4">
            <a:extLst>
              <a:ext uri="{FF2B5EF4-FFF2-40B4-BE49-F238E27FC236}">
                <a16:creationId xmlns:a16="http://schemas.microsoft.com/office/drawing/2014/main" id="{C676F67A-9A54-81F3-4FDA-FF65567139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2463045" y="1414754"/>
            <a:ext cx="4217909" cy="2313991"/>
          </a:xfrm>
          <a:prstGeom prst="rect">
            <a:avLst/>
          </a:prstGeom>
        </p:spPr>
      </p:pic>
    </p:spTree>
    <p:extLst>
      <p:ext uri="{BB962C8B-B14F-4D97-AF65-F5344CB8AC3E}">
        <p14:creationId xmlns:p14="http://schemas.microsoft.com/office/powerpoint/2010/main" val="161385644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ogo slide 3">
    <p:bg>
      <p:bgPr>
        <a:solidFill>
          <a:srgbClr val="11498B"/>
        </a:solidFill>
        <a:effectLst/>
      </p:bgPr>
    </p:bg>
    <p:spTree>
      <p:nvGrpSpPr>
        <p:cNvPr id="1" name=""/>
        <p:cNvGrpSpPr/>
        <p:nvPr/>
      </p:nvGrpSpPr>
      <p:grpSpPr>
        <a:xfrm>
          <a:off x="0" y="0"/>
          <a:ext cx="0" cy="0"/>
          <a:chOff x="0" y="0"/>
          <a:chExt cx="0" cy="0"/>
        </a:xfrm>
      </p:grpSpPr>
      <p:sp>
        <p:nvSpPr>
          <p:cNvPr id="4" name="Text Box 3"/>
          <p:cNvSpPr txBox="1">
            <a:spLocks noChangeArrowheads="1"/>
          </p:cNvSpPr>
          <p:nvPr userDrawn="1"/>
        </p:nvSpPr>
        <p:spPr bwMode="blackWhite">
          <a:xfrm>
            <a:off x="466894" y="1642997"/>
            <a:ext cx="2566929" cy="255771"/>
          </a:xfrm>
          <a:prstGeom prst="rect">
            <a:avLst/>
          </a:prstGeom>
          <a:noFill/>
          <a:ln w="12700">
            <a:noFill/>
            <a:miter lim="800000"/>
            <a:headEnd type="none" w="sm" len="sm"/>
            <a:tailEnd type="none" w="sm" len="sm"/>
          </a:ln>
          <a:effectLst/>
        </p:spPr>
        <p:txBody>
          <a:bodyPr wrap="square" lIns="0" tIns="34285" rIns="0" bIns="137160" anchor="b" anchorCtr="0">
            <a:spAutoFit/>
          </a:bodyPr>
          <a:lstStyle/>
          <a:p>
            <a:pPr defTabSz="685574" eaLnBrk="0" hangingPunct="0">
              <a:lnSpc>
                <a:spcPts val="675"/>
              </a:lnSpc>
              <a:defRPr/>
            </a:pPr>
            <a:r>
              <a:rPr lang="en-US" sz="525" dirty="0">
                <a:gradFill>
                  <a:gsLst>
                    <a:gs pos="5417">
                      <a:srgbClr val="FFFFFF"/>
                    </a:gs>
                    <a:gs pos="13333">
                      <a:srgbClr val="FFFFFF"/>
                    </a:gs>
                  </a:gsLst>
                  <a:lin ang="5400000" scaled="0"/>
                </a:gradFill>
                <a:latin typeface="Arial" panose="020B0604020202020204" pitchFamily="34" charset="0"/>
                <a:cs typeface="Arial" panose="020B0604020202020204" pitchFamily="34" charset="0"/>
              </a:rPr>
              <a:t>© 2026 INCOSE. All rights reserved. </a:t>
            </a:r>
          </a:p>
        </p:txBody>
      </p:sp>
      <p:sp>
        <p:nvSpPr>
          <p:cNvPr id="6" name="TextBox 5"/>
          <p:cNvSpPr txBox="1"/>
          <p:nvPr userDrawn="1"/>
        </p:nvSpPr>
        <p:spPr>
          <a:xfrm>
            <a:off x="463269" y="1926053"/>
            <a:ext cx="812082" cy="207749"/>
          </a:xfrm>
          <a:prstGeom prst="rect">
            <a:avLst/>
          </a:prstGeom>
          <a:noFill/>
        </p:spPr>
        <p:txBody>
          <a:bodyPr wrap="none" lIns="0" bIns="0" rtlCol="0" anchor="b" anchorCtr="0">
            <a:spAutoFit/>
          </a:bodyPr>
          <a:lstStyle/>
          <a:p>
            <a:pPr defTabSz="685755"/>
            <a:r>
              <a:rPr lang="en-AU" sz="1050" spc="75" dirty="0" err="1">
                <a:solidFill>
                  <a:schemeClr val="tx1"/>
                </a:solidFill>
                <a:latin typeface="Arial" panose="020B0604020202020204" pitchFamily="34" charset="0"/>
                <a:ea typeface="Roboto Light" panose="02000000000000000000" pitchFamily="2" charset="0"/>
                <a:cs typeface="Arial" panose="020B0604020202020204" pitchFamily="34" charset="0"/>
              </a:rPr>
              <a:t>incose.org</a:t>
            </a:r>
            <a:endParaRPr lang="en-AU" sz="1050" spc="75" dirty="0">
              <a:solidFill>
                <a:schemeClr val="tx1"/>
              </a:solidFill>
              <a:latin typeface="Arial" panose="020B0604020202020204" pitchFamily="34" charset="0"/>
              <a:ea typeface="Roboto Light" panose="02000000000000000000" pitchFamily="2" charset="0"/>
              <a:cs typeface="Arial" panose="020B0604020202020204" pitchFamily="34" charset="0"/>
            </a:endParaRPr>
          </a:p>
        </p:txBody>
      </p:sp>
      <p:pic>
        <p:nvPicPr>
          <p:cNvPr id="3" name="Picture 2">
            <a:extLst>
              <a:ext uri="{FF2B5EF4-FFF2-40B4-BE49-F238E27FC236}">
                <a16:creationId xmlns:a16="http://schemas.microsoft.com/office/drawing/2014/main" id="{47F328A9-15B3-0102-CE1E-E993D1F9E10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65920" y="466351"/>
            <a:ext cx="1741588" cy="955454"/>
          </a:xfrm>
          <a:prstGeom prst="rect">
            <a:avLst/>
          </a:prstGeom>
        </p:spPr>
      </p:pic>
    </p:spTree>
    <p:extLst>
      <p:ext uri="{BB962C8B-B14F-4D97-AF65-F5344CB8AC3E}">
        <p14:creationId xmlns:p14="http://schemas.microsoft.com/office/powerpoint/2010/main" val="2338813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4717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D9DD6903-31DD-5348-931E-827644FF87FE}"/>
              </a:ext>
            </a:extLst>
          </p:cNvPr>
          <p:cNvSpPr>
            <a:spLocks noGrp="1"/>
          </p:cNvSpPr>
          <p:nvPr>
            <p:ph type="pic" sz="quarter" idx="14"/>
          </p:nvPr>
        </p:nvSpPr>
        <p:spPr>
          <a:xfrm>
            <a:off x="-134764" y="-145473"/>
            <a:ext cx="9413527" cy="5434445"/>
          </a:xfrm>
          <a:prstGeom prst="rect">
            <a:avLst/>
          </a:prstGeom>
          <a:solidFill>
            <a:schemeClr val="bg1">
              <a:lumMod val="95000"/>
            </a:schemeClr>
          </a:solidFill>
        </p:spPr>
        <p:txBody>
          <a:bodyPr>
            <a:normAutofit/>
          </a:bodyPr>
          <a:lstStyle>
            <a:lvl1pPr>
              <a:defRPr sz="788"/>
            </a:lvl1pPr>
          </a:lstStyle>
          <a:p>
            <a:endParaRPr lang="en-US" dirty="0"/>
          </a:p>
        </p:txBody>
      </p:sp>
      <p:sp>
        <p:nvSpPr>
          <p:cNvPr id="3" name="TextBox 2">
            <a:extLst>
              <a:ext uri="{FF2B5EF4-FFF2-40B4-BE49-F238E27FC236}">
                <a16:creationId xmlns:a16="http://schemas.microsoft.com/office/drawing/2014/main" id="{D2664582-F807-9F45-5B95-3797C247152E}"/>
              </a:ext>
            </a:extLst>
          </p:cNvPr>
          <p:cNvSpPr txBox="1"/>
          <p:nvPr userDrawn="1"/>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accent3"/>
                </a:solidFill>
                <a:latin typeface="Arial" panose="020B0604020202020204" pitchFamily="34" charset="0"/>
                <a:cs typeface="Arial" panose="020B0604020202020204" pitchFamily="34" charset="0"/>
              </a:rPr>
              <a:t>incose.org</a:t>
            </a:r>
            <a:r>
              <a:rPr lang="en-GB" sz="800" spc="0" baseline="0" dirty="0">
                <a:solidFill>
                  <a:schemeClr val="accent3"/>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accent3"/>
                </a:solidFill>
                <a:latin typeface="Arial" panose="020B0604020202020204" pitchFamily="34" charset="0"/>
                <a:cs typeface="Arial" panose="020B0604020202020204" pitchFamily="34" charset="0"/>
              </a:rPr>
              <a:t>‹#›</a:t>
            </a:fld>
            <a:endParaRPr lang="en-GB" sz="800" spc="0" baseline="0" dirty="0">
              <a:solidFill>
                <a:schemeClr val="accent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19757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D82B7B8D-6BB8-472E-9EEB-31A92B1CFF60}" type="datetimeFigureOut">
              <a:rPr lang="en-AU" smtClean="0"/>
              <a:t>17/6/2026</a:t>
            </a:fld>
            <a:endParaRPr lang="en-AU"/>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8FBFD13-8854-4176-94F4-4E964DA7A854}" type="slidenum">
              <a:rPr lang="en-AU" smtClean="0"/>
              <a:t>‹#›</a:t>
            </a:fld>
            <a:endParaRPr lang="en-AU"/>
          </a:p>
        </p:txBody>
      </p:sp>
    </p:spTree>
    <p:extLst>
      <p:ext uri="{BB962C8B-B14F-4D97-AF65-F5344CB8AC3E}">
        <p14:creationId xmlns:p14="http://schemas.microsoft.com/office/powerpoint/2010/main" val="10972592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2B7B8D-6BB8-472E-9EEB-31A92B1CFF60}" type="datetimeFigureOut">
              <a:rPr lang="en-AU" smtClean="0"/>
              <a:t>17/6/2026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8FBFD13-8854-4176-94F4-4E964DA7A854}" type="slidenum">
              <a:rPr lang="en-AU" smtClean="0"/>
              <a:t>‹#›</a:t>
            </a:fld>
            <a:endParaRPr lang="en-AU"/>
          </a:p>
        </p:txBody>
      </p:sp>
    </p:spTree>
    <p:extLst>
      <p:ext uri="{BB962C8B-B14F-4D97-AF65-F5344CB8AC3E}">
        <p14:creationId xmlns:p14="http://schemas.microsoft.com/office/powerpoint/2010/main" val="6009519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6/18/26</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82678485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457200" y="435081"/>
            <a:ext cx="8069136" cy="264785"/>
          </a:xfrm>
          <a:prstGeom prst="rect">
            <a:avLst/>
          </a:prstGeom>
        </p:spPr>
        <p:txBody>
          <a:bodyPr vert="horz" wrap="square" lIns="0" tIns="0" rIns="0" bIns="0" rtlCol="0">
            <a:normAutofit/>
          </a:bodyPr>
          <a:lstStyle/>
          <a:p>
            <a:pPr marL="0" lvl="0" indent="0">
              <a:spcBef>
                <a:spcPts val="1200"/>
              </a:spcBef>
              <a:buClr>
                <a:srgbClr val="0072C8"/>
              </a:buClr>
              <a:buSzPct val="110000"/>
              <a:buFont typeface="Wingdings" panose="05000000000000000000" pitchFamily="2" charset="2"/>
            </a:pPr>
            <a:endParaRPr lang="en-US" dirty="0"/>
          </a:p>
        </p:txBody>
      </p:sp>
      <p:sp>
        <p:nvSpPr>
          <p:cNvPr id="7" name="Text Placeholder 6"/>
          <p:cNvSpPr>
            <a:spLocks noGrp="1"/>
          </p:cNvSpPr>
          <p:nvPr>
            <p:ph type="body" idx="1"/>
          </p:nvPr>
        </p:nvSpPr>
        <p:spPr>
          <a:xfrm>
            <a:off x="457200" y="1072134"/>
            <a:ext cx="8236324" cy="1059264"/>
          </a:xfrm>
          <a:prstGeom prst="rect">
            <a:avLst/>
          </a:prstGeom>
        </p:spPr>
        <p:txBody>
          <a:bodyPr vert="horz" wrap="square" lIns="0" tIns="45720" rIns="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Box 15"/>
          <p:cNvSpPr txBox="1"/>
          <p:nvPr userDrawn="1"/>
        </p:nvSpPr>
        <p:spPr>
          <a:xfrm>
            <a:off x="7662673" y="4560148"/>
            <a:ext cx="1030852"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a:solidFill>
                  <a:schemeClr val="accent3"/>
                </a:solidFill>
                <a:latin typeface="Arial" panose="020B0604020202020204" pitchFamily="34" charset="0"/>
                <a:cs typeface="Arial" panose="020B0604020202020204" pitchFamily="34" charset="0"/>
              </a:rPr>
              <a:t> </a:t>
            </a:r>
            <a:r>
              <a:rPr lang="en-GB" sz="800" spc="0" baseline="0" dirty="0" err="1">
                <a:solidFill>
                  <a:schemeClr val="accent3"/>
                </a:solidFill>
                <a:latin typeface="Arial" panose="020B0604020202020204" pitchFamily="34" charset="0"/>
                <a:cs typeface="Arial" panose="020B0604020202020204" pitchFamily="34" charset="0"/>
              </a:rPr>
              <a:t>incose.org</a:t>
            </a:r>
            <a:r>
              <a:rPr lang="en-GB" sz="800" spc="0" baseline="0" dirty="0">
                <a:solidFill>
                  <a:schemeClr val="accent3"/>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accent3"/>
                </a:solidFill>
                <a:latin typeface="Arial" panose="020B0604020202020204" pitchFamily="34" charset="0"/>
                <a:cs typeface="Arial" panose="020B0604020202020204" pitchFamily="34" charset="0"/>
              </a:rPr>
              <a:t>‹#›</a:t>
            </a:fld>
            <a:r>
              <a:rPr lang="en-GB" sz="800" spc="0" baseline="0" dirty="0">
                <a:solidFill>
                  <a:schemeClr val="accent3"/>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393987413"/>
      </p:ext>
    </p:extLst>
  </p:cSld>
  <p:clrMap bg1="lt1" tx1="dk1" bg2="lt2" tx2="dk2" accent1="accent1" accent2="accent2" accent3="accent3" accent4="accent4" accent5="accent5" accent6="accent6" hlink="hlink" folHlink="folHlink"/>
  <p:sldLayoutIdLst>
    <p:sldLayoutId id="2147483994" r:id="rId1"/>
    <p:sldLayoutId id="2147484071" r:id="rId2"/>
    <p:sldLayoutId id="2147484001" r:id="rId3"/>
    <p:sldLayoutId id="2147484067" r:id="rId4"/>
    <p:sldLayoutId id="2147484044" r:id="rId5"/>
    <p:sldLayoutId id="2147484068" r:id="rId6"/>
    <p:sldLayoutId id="2147484069" r:id="rId7"/>
    <p:sldLayoutId id="2147484016" r:id="rId8"/>
    <p:sldLayoutId id="2147484045" r:id="rId9"/>
    <p:sldLayoutId id="2147484054" r:id="rId10"/>
    <p:sldLayoutId id="2147484000" r:id="rId11"/>
    <p:sldLayoutId id="2147484038" r:id="rId12"/>
    <p:sldLayoutId id="2147484062" r:id="rId13"/>
    <p:sldLayoutId id="2147484063" r:id="rId14"/>
    <p:sldLayoutId id="2147483965" r:id="rId15"/>
    <p:sldLayoutId id="2147484035" r:id="rId16"/>
    <p:sldLayoutId id="2147484070" r:id="rId17"/>
    <p:sldLayoutId id="2147484051" r:id="rId18"/>
    <p:sldLayoutId id="2147484053" r:id="rId19"/>
    <p:sldLayoutId id="2147484052" r:id="rId20"/>
    <p:sldLayoutId id="2147484042" r:id="rId21"/>
    <p:sldLayoutId id="2147484043" r:id="rId22"/>
    <p:sldLayoutId id="2147484050" r:id="rId23"/>
    <p:sldLayoutId id="2147483967" r:id="rId24"/>
    <p:sldLayoutId id="2147483990" r:id="rId25"/>
    <p:sldLayoutId id="2147484058" r:id="rId26"/>
    <p:sldLayoutId id="2147484060" r:id="rId27"/>
    <p:sldLayoutId id="2147484046" r:id="rId28"/>
    <p:sldLayoutId id="2147484048" r:id="rId29"/>
    <p:sldLayoutId id="2147484064" r:id="rId30"/>
    <p:sldLayoutId id="2147484056" r:id="rId31"/>
    <p:sldLayoutId id="2147483986" r:id="rId32"/>
    <p:sldLayoutId id="2147484010" r:id="rId33"/>
    <p:sldLayoutId id="2147484059" r:id="rId34"/>
    <p:sldLayoutId id="2147484018" r:id="rId35"/>
    <p:sldLayoutId id="2147484030" r:id="rId36"/>
    <p:sldLayoutId id="2147484061" r:id="rId37"/>
    <p:sldLayoutId id="2147484065" r:id="rId38"/>
    <p:sldLayoutId id="2147484003" r:id="rId39"/>
    <p:sldLayoutId id="2147484023" r:id="rId40"/>
    <p:sldLayoutId id="2147484047" r:id="rId41"/>
    <p:sldLayoutId id="2147484072" r:id="rId42"/>
    <p:sldLayoutId id="2147484074" r:id="rId43"/>
    <p:sldLayoutId id="2147484076" r:id="rId44"/>
    <p:sldLayoutId id="2147484077" r:id="rId45"/>
    <p:sldLayoutId id="2147484078" r:id="rId46"/>
  </p:sldLayoutIdLst>
  <p:hf sldNum="0" hdr="0" dt="0"/>
  <p:txStyles>
    <p:titleStyle>
      <a:lvl1pPr algn="l" defTabSz="914400" rtl="0" eaLnBrk="1" latinLnBrk="0" hangingPunct="1">
        <a:lnSpc>
          <a:spcPct val="90000"/>
        </a:lnSpc>
        <a:spcBef>
          <a:spcPct val="0"/>
        </a:spcBef>
        <a:buNone/>
        <a:defRPr lang="en-US" sz="1800" b="1" kern="0" spc="-100" baseline="0" dirty="0">
          <a:solidFill>
            <a:schemeClr val="accent3"/>
          </a:solidFill>
          <a:latin typeface="Arial" panose="020B0604020202020204" pitchFamily="34" charset="0"/>
          <a:ea typeface="Roboto Medium" panose="02000000000000000000" pitchFamily="2" charset="0"/>
          <a:cs typeface="Arial" panose="020B0604020202020204" pitchFamily="34" charset="0"/>
        </a:defRPr>
      </a:lvl1pPr>
    </p:titleStyle>
    <p:bodyStyle>
      <a:lvl1pPr marL="173038" indent="-173038"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200" kern="1200" spc="0" baseline="0" dirty="0" smtClean="0">
          <a:solidFill>
            <a:schemeClr val="accent4"/>
          </a:solidFill>
          <a:latin typeface="Arial" panose="020B0604020202020204" pitchFamily="34" charset="0"/>
          <a:ea typeface="+mn-ea"/>
          <a:cs typeface="Arial" panose="020B0604020202020204" pitchFamily="34" charset="0"/>
        </a:defRPr>
      </a:lvl1pPr>
      <a:lvl2pPr marL="323850" indent="-150813"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100" kern="1200" spc="0" baseline="0" dirty="0" smtClean="0">
          <a:solidFill>
            <a:schemeClr val="accent4"/>
          </a:solidFill>
          <a:latin typeface="Arial" panose="020B0604020202020204" pitchFamily="34" charset="0"/>
          <a:ea typeface="+mn-ea"/>
          <a:cs typeface="Arial" panose="020B0604020202020204" pitchFamily="34" charset="0"/>
        </a:defRPr>
      </a:lvl2pPr>
      <a:lvl3pPr marL="457200" indent="-133350"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50" kern="1200" spc="0" baseline="0" dirty="0" smtClean="0">
          <a:solidFill>
            <a:schemeClr val="accent4"/>
          </a:solidFill>
          <a:latin typeface="Arial" panose="020B0604020202020204" pitchFamily="34" charset="0"/>
          <a:ea typeface="+mn-ea"/>
          <a:cs typeface="Arial" panose="020B0604020202020204" pitchFamily="34" charset="0"/>
        </a:defRPr>
      </a:lvl3pPr>
      <a:lvl4pPr marL="590550" indent="-133350"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00" kern="1200" spc="0" baseline="0" dirty="0" smtClean="0">
          <a:solidFill>
            <a:schemeClr val="accent4"/>
          </a:solidFill>
          <a:latin typeface="Arial" panose="020B0604020202020204" pitchFamily="34" charset="0"/>
          <a:ea typeface="+mn-ea"/>
          <a:cs typeface="Arial" panose="020B0604020202020204" pitchFamily="34" charset="0"/>
        </a:defRPr>
      </a:lvl4pPr>
      <a:lvl5pPr marL="704850" indent="-111125"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00" kern="1200" spc="0" baseline="0" dirty="0">
          <a:solidFill>
            <a:schemeClr val="accent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144">
          <p15:clr>
            <a:srgbClr val="F26B43"/>
          </p15:clr>
        </p15:guide>
        <p15:guide id="4" pos="288">
          <p15:clr>
            <a:srgbClr val="F26B43"/>
          </p15:clr>
        </p15:guide>
        <p15:guide id="5" pos="5472">
          <p15:clr>
            <a:srgbClr val="F26B43"/>
          </p15:clr>
        </p15:guide>
        <p15:guide id="6" pos="5616">
          <p15:clr>
            <a:srgbClr val="F26B43"/>
          </p15:clr>
        </p15:guide>
        <p15:guide id="7" orient="horz" pos="3084">
          <p15:clr>
            <a:srgbClr val="F26B43"/>
          </p15:clr>
        </p15:guide>
        <p15:guide id="8" orient="horz" pos="672">
          <p15:clr>
            <a:srgbClr val="F26B43"/>
          </p15:clr>
        </p15:guide>
        <p15:guide id="9" orient="horz" pos="276">
          <p15:clr>
            <a:srgbClr val="F26B43"/>
          </p15:clr>
        </p15:guide>
        <p15:guide id="10" orient="horz" pos="2964">
          <p15:clr>
            <a:srgbClr val="F26B43"/>
          </p15:clr>
        </p15:guide>
        <p15:guide id="11" orient="horz" pos="1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www.incose.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32.xml"/><Relationship Id="rId5" Type="http://schemas.openxmlformats.org/officeDocument/2006/relationships/image" Target="../media/image12.jfif"/><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5.xml"/><Relationship Id="rId1" Type="http://schemas.openxmlformats.org/officeDocument/2006/relationships/slideLayout" Target="../slideLayouts/slideLayout4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7.emf"/><Relationship Id="rId7" Type="http://schemas.openxmlformats.org/officeDocument/2006/relationships/diagramColors" Target="../diagrams/colors1.xml"/><Relationship Id="rId2" Type="http://schemas.openxmlformats.org/officeDocument/2006/relationships/image" Target="../media/image26.emf"/><Relationship Id="rId1" Type="http://schemas.openxmlformats.org/officeDocument/2006/relationships/slideLayout" Target="../slideLayouts/slideLayout4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3" Type="http://schemas.openxmlformats.org/officeDocument/2006/relationships/hyperlink" Target="https://miro.com/app/board/uXjVMj0x6cc=/" TargetMode="External"/><Relationship Id="rId2" Type="http://schemas.openxmlformats.org/officeDocument/2006/relationships/image" Target="../media/image30.jpeg"/><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46.xml"/><Relationship Id="rId5" Type="http://schemas.openxmlformats.org/officeDocument/2006/relationships/image" Target="../media/image39.jpe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46.xml"/><Relationship Id="rId1" Type="http://schemas.openxmlformats.org/officeDocument/2006/relationships/video" Target="https://web.microsoftstream.com/embed/video/cf616bb7-6a8c-435b-a1a3-f2b6513be1cf?autoplay=false&amp;showinfo=true&amp;app=powerpoint&amp;appPlatform=web&amp;hostCorrelationId=d6b29393-04c6-4aa4-a65b-a6ebac1dd74f"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jpeg"/><Relationship Id="rId7"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3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0.xml"/><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jpeg"/><Relationship Id="rId7" Type="http://schemas.openxmlformats.org/officeDocument/2006/relationships/image" Target="../media/image56.svg"/><Relationship Id="rId2" Type="http://schemas.openxmlformats.org/officeDocument/2006/relationships/notesSlide" Target="../notesSlides/notesSlide8.xml"/><Relationship Id="rId1" Type="http://schemas.openxmlformats.org/officeDocument/2006/relationships/slideLayout" Target="../slideLayouts/slideLayout34.xml"/><Relationship Id="rId6" Type="http://schemas.openxmlformats.org/officeDocument/2006/relationships/image" Target="../media/image55.svg"/><Relationship Id="rId5" Type="http://schemas.openxmlformats.org/officeDocument/2006/relationships/image" Target="../media/image54.jpe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g"/><Relationship Id="rId1" Type="http://schemas.openxmlformats.org/officeDocument/2006/relationships/slideLayout" Target="../slideLayouts/slideLayout35.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9.xml"/><Relationship Id="rId5" Type="http://schemas.openxmlformats.org/officeDocument/2006/relationships/image" Target="../media/image64.jpeg"/><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5.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880EF-5337-C7BF-57A2-78E75B967E6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8686177-9F3A-CEA2-263D-B6C964C06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4640"/>
            <a:ext cx="9144000" cy="5143500"/>
          </a:xfrm>
          <a:prstGeom prst="rect">
            <a:avLst/>
          </a:prstGeom>
        </p:spPr>
      </p:pic>
      <p:sp>
        <p:nvSpPr>
          <p:cNvPr id="5" name="Title 4">
            <a:extLst>
              <a:ext uri="{FF2B5EF4-FFF2-40B4-BE49-F238E27FC236}">
                <a16:creationId xmlns:a16="http://schemas.microsoft.com/office/drawing/2014/main" id="{CF63E373-E4A4-043A-1439-644E7A12BEC0}"/>
              </a:ext>
            </a:extLst>
          </p:cNvPr>
          <p:cNvSpPr>
            <a:spLocks noGrp="1"/>
          </p:cNvSpPr>
          <p:nvPr>
            <p:ph type="title"/>
          </p:nvPr>
        </p:nvSpPr>
        <p:spPr>
          <a:xfrm>
            <a:off x="183795" y="248454"/>
            <a:ext cx="6299014" cy="2413299"/>
          </a:xfrm>
        </p:spPr>
        <p:txBody>
          <a:bodyPr/>
          <a:lstStyle/>
          <a:p>
            <a:r>
              <a:rPr lang="en-US" sz="5200" spc="-150" dirty="0">
                <a:solidFill>
                  <a:srgbClr val="13498B"/>
                </a:solidFill>
              </a:rPr>
              <a:t>Human System Integration 101</a:t>
            </a:r>
          </a:p>
        </p:txBody>
      </p:sp>
      <p:sp>
        <p:nvSpPr>
          <p:cNvPr id="6" name="Text Placeholder 5">
            <a:extLst>
              <a:ext uri="{FF2B5EF4-FFF2-40B4-BE49-F238E27FC236}">
                <a16:creationId xmlns:a16="http://schemas.microsoft.com/office/drawing/2014/main" id="{3A99FCB8-9A13-9A52-2C84-D9AD59E741C0}"/>
              </a:ext>
            </a:extLst>
          </p:cNvPr>
          <p:cNvSpPr>
            <a:spLocks noGrp="1"/>
          </p:cNvSpPr>
          <p:nvPr>
            <p:ph type="body" sz="quarter" idx="15"/>
          </p:nvPr>
        </p:nvSpPr>
        <p:spPr>
          <a:xfrm>
            <a:off x="282812" y="2796390"/>
            <a:ext cx="4793970" cy="599529"/>
          </a:xfrm>
        </p:spPr>
        <p:txBody>
          <a:bodyPr/>
          <a:lstStyle/>
          <a:p>
            <a:r>
              <a:rPr lang="en-US" dirty="0">
                <a:solidFill>
                  <a:schemeClr val="accent5"/>
                </a:solidFill>
              </a:rPr>
              <a:t>Dr. Dimitri Masson</a:t>
            </a:r>
          </a:p>
        </p:txBody>
      </p:sp>
      <p:sp>
        <p:nvSpPr>
          <p:cNvPr id="7" name="Text Placeholder 6">
            <a:extLst>
              <a:ext uri="{FF2B5EF4-FFF2-40B4-BE49-F238E27FC236}">
                <a16:creationId xmlns:a16="http://schemas.microsoft.com/office/drawing/2014/main" id="{DCA7E66E-80AB-1C33-D113-EA6197064121}"/>
              </a:ext>
            </a:extLst>
          </p:cNvPr>
          <p:cNvSpPr>
            <a:spLocks noGrp="1"/>
          </p:cNvSpPr>
          <p:nvPr>
            <p:ph type="body" sz="quarter" idx="17"/>
          </p:nvPr>
        </p:nvSpPr>
        <p:spPr/>
        <p:txBody>
          <a:bodyPr/>
          <a:lstStyle/>
          <a:p>
            <a:r>
              <a:rPr lang="en-US" sz="1100" dirty="0" err="1">
                <a:solidFill>
                  <a:srgbClr val="0563C1"/>
                </a:solidFill>
                <a:hlinkClick r:id="rId4">
                  <a:extLst>
                    <a:ext uri="{A12FA001-AC4F-418D-AE19-62706E023703}">
                      <ahyp:hlinkClr xmlns:ahyp="http://schemas.microsoft.com/office/drawing/2018/hyperlinkcolor" val="tx"/>
                    </a:ext>
                  </a:extLst>
                </a:hlinkClick>
              </a:rPr>
              <a:t>i</a:t>
            </a:r>
            <a:r>
              <a:rPr lang="en-US" sz="1100" dirty="0" err="1">
                <a:solidFill>
                  <a:srgbClr val="2B6FAB"/>
                </a:solidFill>
                <a:hlinkClick r:id="rId4">
                  <a:extLst>
                    <a:ext uri="{A12FA001-AC4F-418D-AE19-62706E023703}">
                      <ahyp:hlinkClr xmlns:ahyp="http://schemas.microsoft.com/office/drawing/2018/hyperlinkcolor" val="tx"/>
                    </a:ext>
                  </a:extLst>
                </a:hlinkClick>
              </a:rPr>
              <a:t>ncose.org</a:t>
            </a:r>
            <a:endParaRPr lang="en-US" sz="1100" dirty="0">
              <a:solidFill>
                <a:srgbClr val="2B6FAB"/>
              </a:solidFill>
            </a:endParaRPr>
          </a:p>
        </p:txBody>
      </p:sp>
      <p:pic>
        <p:nvPicPr>
          <p:cNvPr id="9" name="Picture 8" descr="A blue and black logo&#10;&#10;AI-generated content may be incorrect.">
            <a:extLst>
              <a:ext uri="{FF2B5EF4-FFF2-40B4-BE49-F238E27FC236}">
                <a16:creationId xmlns:a16="http://schemas.microsoft.com/office/drawing/2014/main" id="{B930FFB6-8F9F-2EA8-DF82-60C1D8CB3003}"/>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42790" y="166024"/>
            <a:ext cx="1435553" cy="787640"/>
          </a:xfrm>
          <a:prstGeom prst="rect">
            <a:avLst/>
          </a:prstGeom>
        </p:spPr>
      </p:pic>
    </p:spTree>
    <p:extLst>
      <p:ext uri="{BB962C8B-B14F-4D97-AF65-F5344CB8AC3E}">
        <p14:creationId xmlns:p14="http://schemas.microsoft.com/office/powerpoint/2010/main" val="98772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3BDFF-AC1C-1366-C550-36A018256239}"/>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AC4A5164-0E9D-DA8B-EF79-8C809E4F4783}"/>
              </a:ext>
            </a:extLst>
          </p:cNvPr>
          <p:cNvSpPr>
            <a:spLocks noGrp="1"/>
          </p:cNvSpPr>
          <p:nvPr>
            <p:ph type="body" sz="quarter" idx="16"/>
          </p:nvPr>
        </p:nvSpPr>
        <p:spPr/>
        <p:txBody>
          <a:bodyPr/>
          <a:lstStyle/>
          <a:p>
            <a:r>
              <a:rPr lang="en-GB" dirty="0"/>
              <a:t>A brief introduction to HSI </a:t>
            </a:r>
          </a:p>
        </p:txBody>
      </p:sp>
      <p:sp>
        <p:nvSpPr>
          <p:cNvPr id="2" name="Text Placeholder 1">
            <a:extLst>
              <a:ext uri="{FF2B5EF4-FFF2-40B4-BE49-F238E27FC236}">
                <a16:creationId xmlns:a16="http://schemas.microsoft.com/office/drawing/2014/main" id="{E1B7CD50-CF68-AD07-A4F5-B97A5E0B55DE}"/>
              </a:ext>
            </a:extLst>
          </p:cNvPr>
          <p:cNvSpPr>
            <a:spLocks noGrp="1"/>
          </p:cNvSpPr>
          <p:nvPr>
            <p:ph type="body" sz="quarter" idx="11"/>
          </p:nvPr>
        </p:nvSpPr>
        <p:spPr/>
        <p:txBody>
          <a:bodyPr/>
          <a:lstStyle/>
          <a:p>
            <a:r>
              <a:rPr lang="en-GB" sz="6000" dirty="0">
                <a:solidFill>
                  <a:srgbClr val="11498B"/>
                </a:solidFill>
              </a:rPr>
              <a:t>HSI 101.</a:t>
            </a:r>
          </a:p>
        </p:txBody>
      </p:sp>
      <p:sp>
        <p:nvSpPr>
          <p:cNvPr id="13" name="Text Placeholder 12">
            <a:extLst>
              <a:ext uri="{FF2B5EF4-FFF2-40B4-BE49-F238E27FC236}">
                <a16:creationId xmlns:a16="http://schemas.microsoft.com/office/drawing/2014/main" id="{135E1C86-4E94-6B0D-4CF1-0A50E89C8EDE}"/>
              </a:ext>
            </a:extLst>
          </p:cNvPr>
          <p:cNvSpPr>
            <a:spLocks noGrp="1"/>
          </p:cNvSpPr>
          <p:nvPr>
            <p:ph type="body" sz="quarter" idx="19"/>
          </p:nvPr>
        </p:nvSpPr>
        <p:spPr/>
        <p:txBody>
          <a:bodyPr/>
          <a:lstStyle/>
          <a:p>
            <a:r>
              <a:rPr lang="en-US" dirty="0"/>
              <a:t>Dimitri Masson</a:t>
            </a:r>
            <a:endParaRPr lang="en-GB" dirty="0"/>
          </a:p>
        </p:txBody>
      </p:sp>
      <p:sp>
        <p:nvSpPr>
          <p:cNvPr id="14" name="Text Placeholder 13">
            <a:extLst>
              <a:ext uri="{FF2B5EF4-FFF2-40B4-BE49-F238E27FC236}">
                <a16:creationId xmlns:a16="http://schemas.microsoft.com/office/drawing/2014/main" id="{644C081F-FA25-0AC6-1E0D-341B72FEC7EA}"/>
              </a:ext>
            </a:extLst>
          </p:cNvPr>
          <p:cNvSpPr>
            <a:spLocks noGrp="1"/>
          </p:cNvSpPr>
          <p:nvPr>
            <p:ph type="body" sz="quarter" idx="20"/>
          </p:nvPr>
        </p:nvSpPr>
        <p:spPr/>
        <p:txBody>
          <a:bodyPr/>
          <a:lstStyle/>
          <a:p>
            <a:r>
              <a:rPr lang="en-US" dirty="0">
                <a:solidFill>
                  <a:schemeClr val="accent1"/>
                </a:solidFill>
              </a:rPr>
              <a:t>Co-chair – Sector 2</a:t>
            </a:r>
          </a:p>
        </p:txBody>
      </p:sp>
      <p:sp>
        <p:nvSpPr>
          <p:cNvPr id="15" name="Text Placeholder 14">
            <a:extLst>
              <a:ext uri="{FF2B5EF4-FFF2-40B4-BE49-F238E27FC236}">
                <a16:creationId xmlns:a16="http://schemas.microsoft.com/office/drawing/2014/main" id="{D5070E04-D438-C3FB-9ED3-66E338815F77}"/>
              </a:ext>
            </a:extLst>
          </p:cNvPr>
          <p:cNvSpPr>
            <a:spLocks noGrp="1"/>
          </p:cNvSpPr>
          <p:nvPr>
            <p:ph type="body" sz="quarter" idx="21"/>
          </p:nvPr>
        </p:nvSpPr>
        <p:spPr/>
        <p:txBody>
          <a:bodyPr/>
          <a:lstStyle/>
          <a:p>
            <a:r>
              <a:rPr lang="en-US" dirty="0"/>
              <a:t>Assistant Professor in HSI</a:t>
            </a:r>
            <a:br>
              <a:rPr lang="en-GB" dirty="0"/>
            </a:br>
            <a:r>
              <a:rPr lang="en-US" dirty="0" err="1"/>
              <a:t>Incose</a:t>
            </a:r>
            <a:r>
              <a:rPr lang="en-US" dirty="0"/>
              <a:t> TLI cohort 8</a:t>
            </a:r>
          </a:p>
          <a:p>
            <a:endParaRPr lang="en-US" dirty="0"/>
          </a:p>
        </p:txBody>
      </p:sp>
      <p:sp>
        <p:nvSpPr>
          <p:cNvPr id="16" name="Text Placeholder 15">
            <a:extLst>
              <a:ext uri="{FF2B5EF4-FFF2-40B4-BE49-F238E27FC236}">
                <a16:creationId xmlns:a16="http://schemas.microsoft.com/office/drawing/2014/main" id="{8D015E49-8866-8E3A-EEB6-FC61E809068B}"/>
              </a:ext>
            </a:extLst>
          </p:cNvPr>
          <p:cNvSpPr>
            <a:spLocks noGrp="1"/>
          </p:cNvSpPr>
          <p:nvPr>
            <p:ph type="body" sz="quarter" idx="22"/>
          </p:nvPr>
        </p:nvSpPr>
        <p:spPr/>
        <p:txBody>
          <a:bodyPr/>
          <a:lstStyle/>
          <a:p>
            <a:r>
              <a:rPr lang="en-US" dirty="0"/>
              <a:t>Grace Kennedy</a:t>
            </a:r>
            <a:endParaRPr lang="en-GB" dirty="0"/>
          </a:p>
        </p:txBody>
      </p:sp>
      <p:sp>
        <p:nvSpPr>
          <p:cNvPr id="17" name="Text Placeholder 16">
            <a:extLst>
              <a:ext uri="{FF2B5EF4-FFF2-40B4-BE49-F238E27FC236}">
                <a16:creationId xmlns:a16="http://schemas.microsoft.com/office/drawing/2014/main" id="{4187D407-FC3C-EEBE-949B-9713046E8104}"/>
              </a:ext>
            </a:extLst>
          </p:cNvPr>
          <p:cNvSpPr>
            <a:spLocks noGrp="1"/>
          </p:cNvSpPr>
          <p:nvPr>
            <p:ph type="body" sz="quarter" idx="23"/>
          </p:nvPr>
        </p:nvSpPr>
        <p:spPr/>
        <p:txBody>
          <a:bodyPr/>
          <a:lstStyle/>
          <a:p>
            <a:r>
              <a:rPr lang="en-US" dirty="0">
                <a:solidFill>
                  <a:schemeClr val="accent1"/>
                </a:solidFill>
              </a:rPr>
              <a:t>Chair – Sector 4</a:t>
            </a:r>
          </a:p>
          <a:p>
            <a:endParaRPr lang="en-US" dirty="0">
              <a:solidFill>
                <a:schemeClr val="accent1"/>
              </a:solidFill>
            </a:endParaRPr>
          </a:p>
          <a:p>
            <a:endParaRPr lang="en-GB" dirty="0"/>
          </a:p>
        </p:txBody>
      </p:sp>
      <p:sp>
        <p:nvSpPr>
          <p:cNvPr id="18" name="Text Placeholder 17">
            <a:extLst>
              <a:ext uri="{FF2B5EF4-FFF2-40B4-BE49-F238E27FC236}">
                <a16:creationId xmlns:a16="http://schemas.microsoft.com/office/drawing/2014/main" id="{62A9EBC1-8ED1-4DA1-7274-EFB602DDD28E}"/>
              </a:ext>
            </a:extLst>
          </p:cNvPr>
          <p:cNvSpPr>
            <a:spLocks noGrp="1"/>
          </p:cNvSpPr>
          <p:nvPr>
            <p:ph type="body" sz="quarter" idx="24"/>
          </p:nvPr>
        </p:nvSpPr>
        <p:spPr/>
        <p:txBody>
          <a:bodyPr/>
          <a:lstStyle/>
          <a:p>
            <a:r>
              <a:rPr lang="en-US" dirty="0"/>
              <a:t>Principal Consultant HF &amp; SE @ </a:t>
            </a:r>
            <a:r>
              <a:rPr lang="en-US" dirty="0" err="1"/>
              <a:t>Acmena</a:t>
            </a:r>
            <a:endParaRPr lang="en-US" dirty="0"/>
          </a:p>
          <a:p>
            <a:endParaRPr lang="en-US" dirty="0"/>
          </a:p>
          <a:p>
            <a:endParaRPr lang="en-US" dirty="0"/>
          </a:p>
        </p:txBody>
      </p:sp>
      <p:sp>
        <p:nvSpPr>
          <p:cNvPr id="41" name="Freeform 5">
            <a:extLst>
              <a:ext uri="{FF2B5EF4-FFF2-40B4-BE49-F238E27FC236}">
                <a16:creationId xmlns:a16="http://schemas.microsoft.com/office/drawing/2014/main" id="{51BFB0A8-E3FF-C330-0A5D-DC2D00E469D7}"/>
              </a:ext>
            </a:extLst>
          </p:cNvPr>
          <p:cNvSpPr>
            <a:spLocks noChangeAspect="1"/>
          </p:cNvSpPr>
          <p:nvPr/>
        </p:nvSpPr>
        <p:spPr bwMode="auto">
          <a:xfrm rot="10800000" flipH="1" flipV="1">
            <a:off x="0" y="2247899"/>
            <a:ext cx="2895600" cy="2895600"/>
          </a:xfrm>
          <a:custGeom>
            <a:avLst/>
            <a:gdLst>
              <a:gd name="T0" fmla="*/ 0 w 3894"/>
              <a:gd name="T1" fmla="*/ 3894 h 3894"/>
              <a:gd name="T2" fmla="*/ 3894 w 3894"/>
              <a:gd name="T3" fmla="*/ 3894 h 3894"/>
              <a:gd name="T4" fmla="*/ 3694 w 3894"/>
              <a:gd name="T5" fmla="*/ 3890 h 3894"/>
              <a:gd name="T6" fmla="*/ 3496 w 3894"/>
              <a:gd name="T7" fmla="*/ 3874 h 3894"/>
              <a:gd name="T8" fmla="*/ 3302 w 3894"/>
              <a:gd name="T9" fmla="*/ 3850 h 3894"/>
              <a:gd name="T10" fmla="*/ 3110 w 3894"/>
              <a:gd name="T11" fmla="*/ 3816 h 3894"/>
              <a:gd name="T12" fmla="*/ 2922 w 3894"/>
              <a:gd name="T13" fmla="*/ 3772 h 3894"/>
              <a:gd name="T14" fmla="*/ 2736 w 3894"/>
              <a:gd name="T15" fmla="*/ 3720 h 3894"/>
              <a:gd name="T16" fmla="*/ 2556 w 3894"/>
              <a:gd name="T17" fmla="*/ 3658 h 3894"/>
              <a:gd name="T18" fmla="*/ 2378 w 3894"/>
              <a:gd name="T19" fmla="*/ 3588 h 3894"/>
              <a:gd name="T20" fmla="*/ 2206 w 3894"/>
              <a:gd name="T21" fmla="*/ 3510 h 3894"/>
              <a:gd name="T22" fmla="*/ 2038 w 3894"/>
              <a:gd name="T23" fmla="*/ 3424 h 3894"/>
              <a:gd name="T24" fmla="*/ 1876 w 3894"/>
              <a:gd name="T25" fmla="*/ 3330 h 3894"/>
              <a:gd name="T26" fmla="*/ 1718 w 3894"/>
              <a:gd name="T27" fmla="*/ 3230 h 3894"/>
              <a:gd name="T28" fmla="*/ 1564 w 3894"/>
              <a:gd name="T29" fmla="*/ 3122 h 3894"/>
              <a:gd name="T30" fmla="*/ 1418 w 3894"/>
              <a:gd name="T31" fmla="*/ 3006 h 3894"/>
              <a:gd name="T32" fmla="*/ 1276 w 3894"/>
              <a:gd name="T33" fmla="*/ 2884 h 3894"/>
              <a:gd name="T34" fmla="*/ 1142 w 3894"/>
              <a:gd name="T35" fmla="*/ 2754 h 3894"/>
              <a:gd name="T36" fmla="*/ 1012 w 3894"/>
              <a:gd name="T37" fmla="*/ 2618 h 3894"/>
              <a:gd name="T38" fmla="*/ 890 w 3894"/>
              <a:gd name="T39" fmla="*/ 2478 h 3894"/>
              <a:gd name="T40" fmla="*/ 774 w 3894"/>
              <a:gd name="T41" fmla="*/ 2330 h 3894"/>
              <a:gd name="T42" fmla="*/ 666 w 3894"/>
              <a:gd name="T43" fmla="*/ 2178 h 3894"/>
              <a:gd name="T44" fmla="*/ 564 w 3894"/>
              <a:gd name="T45" fmla="*/ 2020 h 3894"/>
              <a:gd name="T46" fmla="*/ 470 w 3894"/>
              <a:gd name="T47" fmla="*/ 1856 h 3894"/>
              <a:gd name="T48" fmla="*/ 384 w 3894"/>
              <a:gd name="T49" fmla="*/ 1688 h 3894"/>
              <a:gd name="T50" fmla="*/ 306 w 3894"/>
              <a:gd name="T51" fmla="*/ 1516 h 3894"/>
              <a:gd name="T52" fmla="*/ 238 w 3894"/>
              <a:gd name="T53" fmla="*/ 1340 h 3894"/>
              <a:gd name="T54" fmla="*/ 176 w 3894"/>
              <a:gd name="T55" fmla="*/ 1158 h 3894"/>
              <a:gd name="T56" fmla="*/ 124 w 3894"/>
              <a:gd name="T57" fmla="*/ 974 h 3894"/>
              <a:gd name="T58" fmla="*/ 80 w 3894"/>
              <a:gd name="T59" fmla="*/ 786 h 3894"/>
              <a:gd name="T60" fmla="*/ 46 w 3894"/>
              <a:gd name="T61" fmla="*/ 594 h 3894"/>
              <a:gd name="T62" fmla="*/ 20 w 3894"/>
              <a:gd name="T63" fmla="*/ 398 h 3894"/>
              <a:gd name="T64" fmla="*/ 6 w 3894"/>
              <a:gd name="T65" fmla="*/ 202 h 3894"/>
              <a:gd name="T66" fmla="*/ 0 w 3894"/>
              <a:gd name="T67" fmla="*/ 0 h 3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94" h="3894">
                <a:moveTo>
                  <a:pt x="0" y="0"/>
                </a:moveTo>
                <a:lnTo>
                  <a:pt x="0" y="3894"/>
                </a:lnTo>
                <a:lnTo>
                  <a:pt x="3894" y="3894"/>
                </a:lnTo>
                <a:lnTo>
                  <a:pt x="3894" y="3894"/>
                </a:lnTo>
                <a:lnTo>
                  <a:pt x="3794" y="3894"/>
                </a:lnTo>
                <a:lnTo>
                  <a:pt x="3694" y="3890"/>
                </a:lnTo>
                <a:lnTo>
                  <a:pt x="3594" y="3884"/>
                </a:lnTo>
                <a:lnTo>
                  <a:pt x="3496" y="3874"/>
                </a:lnTo>
                <a:lnTo>
                  <a:pt x="3398" y="3864"/>
                </a:lnTo>
                <a:lnTo>
                  <a:pt x="3302" y="3850"/>
                </a:lnTo>
                <a:lnTo>
                  <a:pt x="3206" y="3834"/>
                </a:lnTo>
                <a:lnTo>
                  <a:pt x="3110" y="3816"/>
                </a:lnTo>
                <a:lnTo>
                  <a:pt x="3016" y="3794"/>
                </a:lnTo>
                <a:lnTo>
                  <a:pt x="2922" y="3772"/>
                </a:lnTo>
                <a:lnTo>
                  <a:pt x="2828" y="3746"/>
                </a:lnTo>
                <a:lnTo>
                  <a:pt x="2736" y="3720"/>
                </a:lnTo>
                <a:lnTo>
                  <a:pt x="2646" y="3690"/>
                </a:lnTo>
                <a:lnTo>
                  <a:pt x="2556" y="3658"/>
                </a:lnTo>
                <a:lnTo>
                  <a:pt x="2466" y="3624"/>
                </a:lnTo>
                <a:lnTo>
                  <a:pt x="2378" y="3588"/>
                </a:lnTo>
                <a:lnTo>
                  <a:pt x="2292" y="3550"/>
                </a:lnTo>
                <a:lnTo>
                  <a:pt x="2206" y="3510"/>
                </a:lnTo>
                <a:lnTo>
                  <a:pt x="2122" y="3468"/>
                </a:lnTo>
                <a:lnTo>
                  <a:pt x="2038" y="3424"/>
                </a:lnTo>
                <a:lnTo>
                  <a:pt x="1956" y="3378"/>
                </a:lnTo>
                <a:lnTo>
                  <a:pt x="1876" y="3330"/>
                </a:lnTo>
                <a:lnTo>
                  <a:pt x="1796" y="3282"/>
                </a:lnTo>
                <a:lnTo>
                  <a:pt x="1718" y="3230"/>
                </a:lnTo>
                <a:lnTo>
                  <a:pt x="1640" y="3176"/>
                </a:lnTo>
                <a:lnTo>
                  <a:pt x="1564" y="3122"/>
                </a:lnTo>
                <a:lnTo>
                  <a:pt x="1490" y="3064"/>
                </a:lnTo>
                <a:lnTo>
                  <a:pt x="1418" y="3006"/>
                </a:lnTo>
                <a:lnTo>
                  <a:pt x="1346" y="2946"/>
                </a:lnTo>
                <a:lnTo>
                  <a:pt x="1276" y="2884"/>
                </a:lnTo>
                <a:lnTo>
                  <a:pt x="1208" y="2820"/>
                </a:lnTo>
                <a:lnTo>
                  <a:pt x="1142" y="2754"/>
                </a:lnTo>
                <a:lnTo>
                  <a:pt x="1076" y="2688"/>
                </a:lnTo>
                <a:lnTo>
                  <a:pt x="1012" y="2618"/>
                </a:lnTo>
                <a:lnTo>
                  <a:pt x="950" y="2550"/>
                </a:lnTo>
                <a:lnTo>
                  <a:pt x="890" y="2478"/>
                </a:lnTo>
                <a:lnTo>
                  <a:pt x="832" y="2404"/>
                </a:lnTo>
                <a:lnTo>
                  <a:pt x="774" y="2330"/>
                </a:lnTo>
                <a:lnTo>
                  <a:pt x="720" y="2254"/>
                </a:lnTo>
                <a:lnTo>
                  <a:pt x="666" y="2178"/>
                </a:lnTo>
                <a:lnTo>
                  <a:pt x="614" y="2100"/>
                </a:lnTo>
                <a:lnTo>
                  <a:pt x="564" y="2020"/>
                </a:lnTo>
                <a:lnTo>
                  <a:pt x="516" y="1940"/>
                </a:lnTo>
                <a:lnTo>
                  <a:pt x="470" y="1856"/>
                </a:lnTo>
                <a:lnTo>
                  <a:pt x="426" y="1774"/>
                </a:lnTo>
                <a:lnTo>
                  <a:pt x="384" y="1688"/>
                </a:lnTo>
                <a:lnTo>
                  <a:pt x="344" y="1604"/>
                </a:lnTo>
                <a:lnTo>
                  <a:pt x="306" y="1516"/>
                </a:lnTo>
                <a:lnTo>
                  <a:pt x="270" y="1428"/>
                </a:lnTo>
                <a:lnTo>
                  <a:pt x="238" y="1340"/>
                </a:lnTo>
                <a:lnTo>
                  <a:pt x="206" y="1250"/>
                </a:lnTo>
                <a:lnTo>
                  <a:pt x="176" y="1158"/>
                </a:lnTo>
                <a:lnTo>
                  <a:pt x="148" y="1066"/>
                </a:lnTo>
                <a:lnTo>
                  <a:pt x="124" y="974"/>
                </a:lnTo>
                <a:lnTo>
                  <a:pt x="100" y="880"/>
                </a:lnTo>
                <a:lnTo>
                  <a:pt x="80" y="786"/>
                </a:lnTo>
                <a:lnTo>
                  <a:pt x="62" y="690"/>
                </a:lnTo>
                <a:lnTo>
                  <a:pt x="46" y="594"/>
                </a:lnTo>
                <a:lnTo>
                  <a:pt x="32" y="496"/>
                </a:lnTo>
                <a:lnTo>
                  <a:pt x="20" y="398"/>
                </a:lnTo>
                <a:lnTo>
                  <a:pt x="12" y="300"/>
                </a:lnTo>
                <a:lnTo>
                  <a:pt x="6" y="202"/>
                </a:lnTo>
                <a:lnTo>
                  <a:pt x="2" y="102"/>
                </a:lnTo>
                <a:lnTo>
                  <a:pt x="0" y="0"/>
                </a:lnTo>
                <a:close/>
              </a:path>
            </a:pathLst>
          </a:custGeom>
          <a:solidFill>
            <a:schemeClr val="bg2"/>
          </a:solidFill>
          <a:ln>
            <a:noFill/>
          </a:ln>
        </p:spPr>
        <p:txBody>
          <a:bodyPr vert="horz" wrap="square" lIns="68580" tIns="34290" rIns="68580" bIns="34290" numCol="1" anchor="t" anchorCtr="0" compatLnSpc="1">
            <a:prstTxWarp prst="textNoShape">
              <a:avLst/>
            </a:prstTxWarp>
          </a:bodyPr>
          <a:lstStyle/>
          <a:p>
            <a:endParaRPr lang="en-US" sz="1350"/>
          </a:p>
        </p:txBody>
      </p:sp>
      <p:sp>
        <p:nvSpPr>
          <p:cNvPr id="32" name="Picture Placeholder 31">
            <a:extLst>
              <a:ext uri="{FF2B5EF4-FFF2-40B4-BE49-F238E27FC236}">
                <a16:creationId xmlns:a16="http://schemas.microsoft.com/office/drawing/2014/main" id="{8D95B630-28F4-5D25-D3CA-B9CF31087673}"/>
              </a:ext>
            </a:extLst>
          </p:cNvPr>
          <p:cNvSpPr>
            <a:spLocks noGrp="1"/>
          </p:cNvSpPr>
          <p:nvPr>
            <p:ph type="pic" sz="quarter" idx="17"/>
          </p:nvPr>
        </p:nvSpPr>
        <p:spPr>
          <a:prstGeom prst="ellipse">
            <a:avLst/>
          </a:prstGeom>
          <a:blipFill dpi="0" rotWithShape="1">
            <a:blip r:embed="rId2">
              <a:extLst>
                <a:ext uri="{28A0092B-C50C-407E-A947-70E740481C1C}">
                  <a14:useLocalDpi xmlns:a14="http://schemas.microsoft.com/office/drawing/2010/main" val="0"/>
                </a:ext>
              </a:extLst>
            </a:blip>
            <a:srcRect/>
            <a:stretch>
              <a:fillRect/>
            </a:stretch>
          </a:blip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100" dirty="0"/>
          </a:p>
        </p:txBody>
      </p:sp>
      <p:sp>
        <p:nvSpPr>
          <p:cNvPr id="39" name="Picture Placeholder 38">
            <a:extLst>
              <a:ext uri="{FF2B5EF4-FFF2-40B4-BE49-F238E27FC236}">
                <a16:creationId xmlns:a16="http://schemas.microsoft.com/office/drawing/2014/main" id="{CE9C9E8F-47CD-5856-D251-D6BB1634741E}"/>
              </a:ext>
            </a:extLst>
          </p:cNvPr>
          <p:cNvSpPr>
            <a:spLocks noGrp="1"/>
          </p:cNvSpPr>
          <p:nvPr>
            <p:ph type="pic" sz="quarter" idx="18"/>
          </p:nvPr>
        </p:nvSpPr>
        <p:spPr>
          <a:prstGeom prst="ellipse">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100"/>
          </a:p>
        </p:txBody>
      </p:sp>
    </p:spTree>
    <p:extLst>
      <p:ext uri="{BB962C8B-B14F-4D97-AF65-F5344CB8AC3E}">
        <p14:creationId xmlns:p14="http://schemas.microsoft.com/office/powerpoint/2010/main" val="653976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8CDAE-153D-42FF-7290-B50D539F8A4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15F03074-987C-FDA6-FAEF-C9C303AACF16}"/>
              </a:ext>
            </a:extLst>
          </p:cNvPr>
          <p:cNvSpPr>
            <a:spLocks noGrp="1"/>
          </p:cNvSpPr>
          <p:nvPr>
            <p:ph type="body" sz="quarter" idx="21"/>
          </p:nvPr>
        </p:nvSpPr>
        <p:spPr/>
        <p:txBody>
          <a:bodyPr/>
          <a:lstStyle/>
          <a:p>
            <a:r>
              <a:rPr lang="en-US"/>
              <a:t>Firstname Lastname</a:t>
            </a:r>
            <a:endParaRPr lang="en-GB" dirty="0"/>
          </a:p>
        </p:txBody>
      </p:sp>
      <p:sp>
        <p:nvSpPr>
          <p:cNvPr id="8" name="Text Placeholder 7">
            <a:extLst>
              <a:ext uri="{FF2B5EF4-FFF2-40B4-BE49-F238E27FC236}">
                <a16:creationId xmlns:a16="http://schemas.microsoft.com/office/drawing/2014/main" id="{474A7788-5D11-9E42-6A2C-078DF4EBB9DB}"/>
              </a:ext>
            </a:extLst>
          </p:cNvPr>
          <p:cNvSpPr>
            <a:spLocks noGrp="1"/>
          </p:cNvSpPr>
          <p:nvPr>
            <p:ph type="body" sz="quarter" idx="22"/>
          </p:nvPr>
        </p:nvSpPr>
        <p:spPr>
          <a:xfrm>
            <a:off x="478382" y="2945323"/>
            <a:ext cx="1575714" cy="669415"/>
          </a:xfrm>
        </p:spPr>
        <p:txBody>
          <a:bodyPr/>
          <a:lstStyle/>
          <a:p>
            <a:r>
              <a:rPr lang="en-US" dirty="0">
                <a:solidFill>
                  <a:schemeClr val="accent1"/>
                </a:solidFill>
              </a:rPr>
              <a:t>Co Chair – Sector 1</a:t>
            </a:r>
          </a:p>
          <a:p>
            <a:pPr>
              <a:lnSpc>
                <a:spcPct val="150000"/>
              </a:lnSpc>
            </a:pPr>
            <a:r>
              <a:rPr lang="en-US" dirty="0">
                <a:solidFill>
                  <a:schemeClr val="tx1"/>
                </a:solidFill>
              </a:rPr>
              <a:t>Chief Technologist Autonomous Systems </a:t>
            </a:r>
            <a:br>
              <a:rPr lang="en-US" dirty="0">
                <a:solidFill>
                  <a:schemeClr val="tx1"/>
                </a:solidFill>
              </a:rPr>
            </a:br>
            <a:r>
              <a:rPr lang="en-US" dirty="0">
                <a:solidFill>
                  <a:schemeClr val="tx1"/>
                </a:solidFill>
              </a:rPr>
              <a:t>@ Collins Aerospace</a:t>
            </a:r>
          </a:p>
          <a:p>
            <a:pPr>
              <a:lnSpc>
                <a:spcPct val="150000"/>
              </a:lnSpc>
            </a:pPr>
            <a:endParaRPr lang="en-US" dirty="0">
              <a:solidFill>
                <a:schemeClr val="tx1"/>
              </a:solidFill>
            </a:endParaRPr>
          </a:p>
        </p:txBody>
      </p:sp>
      <p:sp>
        <p:nvSpPr>
          <p:cNvPr id="9" name="Text Placeholder 8">
            <a:extLst>
              <a:ext uri="{FF2B5EF4-FFF2-40B4-BE49-F238E27FC236}">
                <a16:creationId xmlns:a16="http://schemas.microsoft.com/office/drawing/2014/main" id="{FACEEE8A-DCD9-8BA4-AE54-F32F99FDBEB7}"/>
              </a:ext>
            </a:extLst>
          </p:cNvPr>
          <p:cNvSpPr>
            <a:spLocks noGrp="1"/>
          </p:cNvSpPr>
          <p:nvPr>
            <p:ph type="body" sz="quarter" idx="23"/>
          </p:nvPr>
        </p:nvSpPr>
        <p:spPr/>
        <p:txBody>
          <a:bodyPr/>
          <a:lstStyle/>
          <a:p>
            <a:r>
              <a:rPr lang="en-US"/>
              <a:t>Firstname Lastname</a:t>
            </a:r>
            <a:endParaRPr lang="en-GB" dirty="0"/>
          </a:p>
        </p:txBody>
      </p:sp>
      <p:sp>
        <p:nvSpPr>
          <p:cNvPr id="10" name="Text Placeholder 9">
            <a:extLst>
              <a:ext uri="{FF2B5EF4-FFF2-40B4-BE49-F238E27FC236}">
                <a16:creationId xmlns:a16="http://schemas.microsoft.com/office/drawing/2014/main" id="{A1D7D467-3927-F1A4-D420-005FBF39F759}"/>
              </a:ext>
            </a:extLst>
          </p:cNvPr>
          <p:cNvSpPr>
            <a:spLocks noGrp="1"/>
          </p:cNvSpPr>
          <p:nvPr>
            <p:ph type="body" sz="quarter" idx="24"/>
          </p:nvPr>
        </p:nvSpPr>
        <p:spPr/>
        <p:txBody>
          <a:bodyPr/>
          <a:lstStyle/>
          <a:p>
            <a:r>
              <a:rPr lang="en-US" dirty="0">
                <a:solidFill>
                  <a:schemeClr val="accent1"/>
                </a:solidFill>
              </a:rPr>
              <a:t>Co-chair – Sector 1</a:t>
            </a:r>
          </a:p>
          <a:p>
            <a:r>
              <a:rPr lang="en-US" dirty="0">
                <a:solidFill>
                  <a:schemeClr val="tx1"/>
                </a:solidFill>
              </a:rPr>
              <a:t>Flight Deck Lead Engineer  </a:t>
            </a:r>
            <a:br>
              <a:rPr lang="en-US" dirty="0">
                <a:solidFill>
                  <a:schemeClr val="tx1"/>
                </a:solidFill>
              </a:rPr>
            </a:br>
            <a:r>
              <a:rPr lang="en-US" dirty="0">
                <a:solidFill>
                  <a:schemeClr val="tx1"/>
                </a:solidFill>
              </a:rPr>
              <a:t>@ Boeing </a:t>
            </a:r>
          </a:p>
          <a:p>
            <a:endParaRPr lang="en-US" dirty="0">
              <a:solidFill>
                <a:schemeClr val="tx1"/>
              </a:solidFill>
            </a:endParaRPr>
          </a:p>
        </p:txBody>
      </p:sp>
      <p:sp>
        <p:nvSpPr>
          <p:cNvPr id="11" name="Text Placeholder 10">
            <a:extLst>
              <a:ext uri="{FF2B5EF4-FFF2-40B4-BE49-F238E27FC236}">
                <a16:creationId xmlns:a16="http://schemas.microsoft.com/office/drawing/2014/main" id="{034E5B30-4E77-7F97-7D5D-56D28531DEE4}"/>
              </a:ext>
            </a:extLst>
          </p:cNvPr>
          <p:cNvSpPr>
            <a:spLocks noGrp="1"/>
          </p:cNvSpPr>
          <p:nvPr>
            <p:ph type="body" sz="quarter" idx="25"/>
          </p:nvPr>
        </p:nvSpPr>
        <p:spPr/>
        <p:txBody>
          <a:bodyPr/>
          <a:lstStyle/>
          <a:p>
            <a:r>
              <a:rPr lang="en-US"/>
              <a:t>Firstname Lastname</a:t>
            </a:r>
            <a:endParaRPr lang="en-GB" dirty="0"/>
          </a:p>
        </p:txBody>
      </p:sp>
      <p:sp>
        <p:nvSpPr>
          <p:cNvPr id="12" name="Text Placeholder 11">
            <a:extLst>
              <a:ext uri="{FF2B5EF4-FFF2-40B4-BE49-F238E27FC236}">
                <a16:creationId xmlns:a16="http://schemas.microsoft.com/office/drawing/2014/main" id="{CC03261A-530C-B285-1078-78067D31DCE1}"/>
              </a:ext>
            </a:extLst>
          </p:cNvPr>
          <p:cNvSpPr>
            <a:spLocks noGrp="1"/>
          </p:cNvSpPr>
          <p:nvPr>
            <p:ph type="body" sz="quarter" idx="26"/>
          </p:nvPr>
        </p:nvSpPr>
        <p:spPr/>
        <p:txBody>
          <a:bodyPr/>
          <a:lstStyle/>
          <a:p>
            <a:r>
              <a:rPr lang="en-US" dirty="0">
                <a:solidFill>
                  <a:schemeClr val="accent1"/>
                </a:solidFill>
              </a:rPr>
              <a:t>Co-chair – Sector 2</a:t>
            </a:r>
          </a:p>
          <a:p>
            <a:pPr>
              <a:lnSpc>
                <a:spcPct val="150000"/>
              </a:lnSpc>
            </a:pPr>
            <a:r>
              <a:rPr lang="en-US" dirty="0">
                <a:solidFill>
                  <a:schemeClr val="tx1"/>
                </a:solidFill>
              </a:rPr>
              <a:t>CEO, @ end to end Systems</a:t>
            </a:r>
          </a:p>
          <a:p>
            <a:pPr>
              <a:lnSpc>
                <a:spcPct val="150000"/>
              </a:lnSpc>
            </a:pPr>
            <a:endParaRPr lang="en-US" dirty="0">
              <a:solidFill>
                <a:schemeClr val="tx1"/>
              </a:solidFill>
            </a:endParaRPr>
          </a:p>
        </p:txBody>
      </p:sp>
      <p:sp>
        <p:nvSpPr>
          <p:cNvPr id="13" name="Text Placeholder 12">
            <a:extLst>
              <a:ext uri="{FF2B5EF4-FFF2-40B4-BE49-F238E27FC236}">
                <a16:creationId xmlns:a16="http://schemas.microsoft.com/office/drawing/2014/main" id="{FBCE885C-C3EC-BCBC-60DD-33BCCE0EBC88}"/>
              </a:ext>
            </a:extLst>
          </p:cNvPr>
          <p:cNvSpPr>
            <a:spLocks noGrp="1"/>
          </p:cNvSpPr>
          <p:nvPr>
            <p:ph type="body" sz="quarter" idx="27"/>
          </p:nvPr>
        </p:nvSpPr>
        <p:spPr>
          <a:xfrm>
            <a:off x="6705600" y="2712043"/>
            <a:ext cx="1575711" cy="215359"/>
          </a:xfrm>
        </p:spPr>
        <p:txBody>
          <a:bodyPr/>
          <a:lstStyle/>
          <a:p>
            <a:r>
              <a:rPr lang="en-US"/>
              <a:t>Firstname Lastname</a:t>
            </a:r>
            <a:endParaRPr lang="en-GB" dirty="0"/>
          </a:p>
        </p:txBody>
      </p:sp>
      <p:sp>
        <p:nvSpPr>
          <p:cNvPr id="14" name="Text Placeholder 13">
            <a:extLst>
              <a:ext uri="{FF2B5EF4-FFF2-40B4-BE49-F238E27FC236}">
                <a16:creationId xmlns:a16="http://schemas.microsoft.com/office/drawing/2014/main" id="{81E0FAC1-5022-91DC-BC2B-778145560748}"/>
              </a:ext>
            </a:extLst>
          </p:cNvPr>
          <p:cNvSpPr>
            <a:spLocks noGrp="1"/>
          </p:cNvSpPr>
          <p:nvPr>
            <p:ph type="body" sz="quarter" idx="28"/>
          </p:nvPr>
        </p:nvSpPr>
        <p:spPr>
          <a:xfrm>
            <a:off x="6705600" y="2945323"/>
            <a:ext cx="1575714" cy="205131"/>
          </a:xfrm>
        </p:spPr>
        <p:txBody>
          <a:bodyPr/>
          <a:lstStyle/>
          <a:p>
            <a:r>
              <a:rPr lang="en-US" dirty="0">
                <a:solidFill>
                  <a:schemeClr val="accent1"/>
                </a:solidFill>
              </a:rPr>
              <a:t>Co-chair – Sector 3 Asia-Oceania)</a:t>
            </a:r>
          </a:p>
          <a:p>
            <a:pPr>
              <a:lnSpc>
                <a:spcPct val="150000"/>
              </a:lnSpc>
            </a:pPr>
            <a:r>
              <a:rPr lang="en-US" dirty="0">
                <a:solidFill>
                  <a:schemeClr val="tx1"/>
                </a:solidFill>
              </a:rPr>
              <a:t>COULD THIS BE YOU?</a:t>
            </a:r>
          </a:p>
        </p:txBody>
      </p:sp>
      <p:sp>
        <p:nvSpPr>
          <p:cNvPr id="2" name="Text Placeholder 1">
            <a:extLst>
              <a:ext uri="{FF2B5EF4-FFF2-40B4-BE49-F238E27FC236}">
                <a16:creationId xmlns:a16="http://schemas.microsoft.com/office/drawing/2014/main" id="{AE12D67D-D485-0D29-A835-9D64AF65E88E}"/>
              </a:ext>
            </a:extLst>
          </p:cNvPr>
          <p:cNvSpPr>
            <a:spLocks noGrp="1"/>
          </p:cNvSpPr>
          <p:nvPr>
            <p:ph type="body" sz="quarter" idx="14"/>
          </p:nvPr>
        </p:nvSpPr>
        <p:spPr/>
        <p:txBody>
          <a:bodyPr/>
          <a:lstStyle/>
          <a:p>
            <a:r>
              <a:rPr lang="en-US" dirty="0">
                <a:solidFill>
                  <a:srgbClr val="11498B"/>
                </a:solidFill>
              </a:rPr>
              <a:t>INCOSE HSI </a:t>
            </a:r>
            <a:r>
              <a:rPr lang="en-US" dirty="0" err="1">
                <a:solidFill>
                  <a:srgbClr val="11498B"/>
                </a:solidFill>
              </a:rPr>
              <a:t>Wg</a:t>
            </a:r>
            <a:endParaRPr lang="en-GB" dirty="0">
              <a:solidFill>
                <a:srgbClr val="11498B"/>
              </a:solidFill>
            </a:endParaRPr>
          </a:p>
        </p:txBody>
      </p:sp>
      <p:pic>
        <p:nvPicPr>
          <p:cNvPr id="58" name="Picture Placeholder 57" descr="Head outline and magnifying glass">
            <a:extLst>
              <a:ext uri="{FF2B5EF4-FFF2-40B4-BE49-F238E27FC236}">
                <a16:creationId xmlns:a16="http://schemas.microsoft.com/office/drawing/2014/main" id="{1C98095B-6C5F-F413-1EA2-6F56362E7B72}"/>
              </a:ext>
            </a:extLst>
          </p:cNvPr>
          <p:cNvPicPr>
            <a:picLocks noGrp="1" noChangeAspect="1"/>
          </p:cNvPicPr>
          <p:nvPr>
            <p:ph type="pic" sz="quarter" idx="20"/>
          </p:nvPr>
        </p:nvPicPr>
        <p:blipFill>
          <a:blip r:embed="rId2">
            <a:extLst>
              <a:ext uri="{28A0092B-C50C-407E-A947-70E740481C1C}">
                <a14:useLocalDpi xmlns:a14="http://schemas.microsoft.com/office/drawing/2010/main" val="0"/>
              </a:ext>
            </a:extLst>
          </a:blip>
          <a:srcRect l="16667" r="16667"/>
          <a:stretch>
            <a:fillRect/>
          </a:stretch>
        </p:blipFill>
        <p:spPr/>
      </p:pic>
      <p:sp>
        <p:nvSpPr>
          <p:cNvPr id="54" name="Picture Placeholder 53">
            <a:extLst>
              <a:ext uri="{FF2B5EF4-FFF2-40B4-BE49-F238E27FC236}">
                <a16:creationId xmlns:a16="http://schemas.microsoft.com/office/drawing/2014/main" id="{B135488F-57FD-AE4A-F7CD-5130BFF44C11}"/>
              </a:ext>
            </a:extLst>
          </p:cNvPr>
          <p:cNvSpPr>
            <a:spLocks noGrp="1"/>
          </p:cNvSpPr>
          <p:nvPr>
            <p:ph type="pic" sz="quarter" idx="17"/>
          </p:nvPr>
        </p:nvSpPr>
        <p:spPr>
          <a:prstGeom prst="ellipse">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100"/>
          </a:p>
        </p:txBody>
      </p:sp>
      <p:sp>
        <p:nvSpPr>
          <p:cNvPr id="55" name="Picture Placeholder 54">
            <a:extLst>
              <a:ext uri="{FF2B5EF4-FFF2-40B4-BE49-F238E27FC236}">
                <a16:creationId xmlns:a16="http://schemas.microsoft.com/office/drawing/2014/main" id="{03952A5A-7011-2941-EDF1-87B5A805D083}"/>
              </a:ext>
            </a:extLst>
          </p:cNvPr>
          <p:cNvSpPr>
            <a:spLocks noGrp="1"/>
          </p:cNvSpPr>
          <p:nvPr>
            <p:ph type="pic" sz="quarter" idx="18"/>
          </p:nvPr>
        </p:nvSpPr>
        <p:spPr>
          <a:prstGeom prst="ellipse">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100"/>
          </a:p>
        </p:txBody>
      </p:sp>
      <p:sp>
        <p:nvSpPr>
          <p:cNvPr id="56" name="Picture Placeholder 55">
            <a:extLst>
              <a:ext uri="{FF2B5EF4-FFF2-40B4-BE49-F238E27FC236}">
                <a16:creationId xmlns:a16="http://schemas.microsoft.com/office/drawing/2014/main" id="{C60D9106-8156-DE8D-461F-D01001C6C022}"/>
              </a:ext>
            </a:extLst>
          </p:cNvPr>
          <p:cNvSpPr>
            <a:spLocks noGrp="1"/>
          </p:cNvSpPr>
          <p:nvPr>
            <p:ph type="pic" sz="quarter" idx="19"/>
          </p:nvPr>
        </p:nvSpPr>
        <p:spPr>
          <a:prstGeom prst="ellipse">
            <a:avLst/>
          </a:prstGeom>
          <a:blipFill dpi="0" rotWithShape="1">
            <a:blip r:embed="rId5">
              <a:extLst>
                <a:ext uri="{28A0092B-C50C-407E-A947-70E740481C1C}">
                  <a14:useLocalDpi xmlns:a14="http://schemas.microsoft.com/office/drawing/2010/main" val="0"/>
                </a:ext>
              </a:extLst>
            </a:blip>
            <a:srcRect/>
            <a:stretch>
              <a:fillRect/>
            </a:stretch>
          </a:blip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100"/>
          </a:p>
        </p:txBody>
      </p:sp>
    </p:spTree>
    <p:extLst>
      <p:ext uri="{BB962C8B-B14F-4D97-AF65-F5344CB8AC3E}">
        <p14:creationId xmlns:p14="http://schemas.microsoft.com/office/powerpoint/2010/main" val="2976696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1FA1DEC8-D4AE-EFFF-D382-C5BC8C5E854C}"/>
              </a:ext>
            </a:extLst>
          </p:cNvPr>
          <p:cNvSpPr>
            <a:spLocks noGrp="1"/>
          </p:cNvSpPr>
          <p:nvPr>
            <p:ph type="body" sz="quarter" idx="16"/>
          </p:nvPr>
        </p:nvSpPr>
        <p:spPr/>
        <p:txBody>
          <a:bodyPr/>
          <a:lstStyle/>
          <a:p>
            <a:endParaRPr lang="en-US"/>
          </a:p>
        </p:txBody>
      </p:sp>
      <p:sp>
        <p:nvSpPr>
          <p:cNvPr id="17" name="Text Placeholder 16">
            <a:extLst>
              <a:ext uri="{FF2B5EF4-FFF2-40B4-BE49-F238E27FC236}">
                <a16:creationId xmlns:a16="http://schemas.microsoft.com/office/drawing/2014/main" id="{9DADE43C-9734-A1F4-4E26-6695EE9BE72E}"/>
              </a:ext>
            </a:extLst>
          </p:cNvPr>
          <p:cNvSpPr>
            <a:spLocks noGrp="1"/>
          </p:cNvSpPr>
          <p:nvPr>
            <p:ph type="body" sz="quarter" idx="17"/>
          </p:nvPr>
        </p:nvSpPr>
        <p:spPr/>
        <p:txBody>
          <a:bodyPr/>
          <a:lstStyle/>
          <a:p>
            <a:r>
              <a:rPr lang="en-US" dirty="0"/>
              <a:t>HSI Relevance</a:t>
            </a:r>
          </a:p>
        </p:txBody>
      </p:sp>
      <p:sp>
        <p:nvSpPr>
          <p:cNvPr id="18" name="Text Placeholder 17">
            <a:extLst>
              <a:ext uri="{FF2B5EF4-FFF2-40B4-BE49-F238E27FC236}">
                <a16:creationId xmlns:a16="http://schemas.microsoft.com/office/drawing/2014/main" id="{1A6B9DD4-10DE-BABF-F154-AE013ACB8D90}"/>
              </a:ext>
            </a:extLst>
          </p:cNvPr>
          <p:cNvSpPr>
            <a:spLocks noGrp="1"/>
          </p:cNvSpPr>
          <p:nvPr>
            <p:ph type="body" sz="quarter" idx="18"/>
          </p:nvPr>
        </p:nvSpPr>
        <p:spPr/>
        <p:txBody>
          <a:bodyPr/>
          <a:lstStyle/>
          <a:p>
            <a:endParaRPr lang="en-US"/>
          </a:p>
        </p:txBody>
      </p:sp>
      <p:sp>
        <p:nvSpPr>
          <p:cNvPr id="19" name="Text Placeholder 18">
            <a:extLst>
              <a:ext uri="{FF2B5EF4-FFF2-40B4-BE49-F238E27FC236}">
                <a16:creationId xmlns:a16="http://schemas.microsoft.com/office/drawing/2014/main" id="{A4F25248-8A9D-37D9-E6AC-F6462E7B7350}"/>
              </a:ext>
            </a:extLst>
          </p:cNvPr>
          <p:cNvSpPr>
            <a:spLocks noGrp="1"/>
          </p:cNvSpPr>
          <p:nvPr>
            <p:ph type="body" sz="quarter" idx="19"/>
          </p:nvPr>
        </p:nvSpPr>
        <p:spPr/>
        <p:txBody>
          <a:bodyPr/>
          <a:lstStyle/>
          <a:p>
            <a:r>
              <a:rPr lang="en-US" dirty="0"/>
              <a:t>Vision 2035</a:t>
            </a:r>
          </a:p>
          <a:p>
            <a:pPr lvl="1"/>
            <a:r>
              <a:rPr lang="en-US" dirty="0"/>
              <a:t>“Approaching 2035, socio-technical systems will be increasingly </a:t>
            </a:r>
            <a:r>
              <a:rPr lang="en-US" b="1" dirty="0"/>
              <a:t>autonomous, incorporating more AI, will be massively interconnected</a:t>
            </a:r>
            <a:r>
              <a:rPr lang="en-US" dirty="0"/>
              <a:t>, and must be collaborative, safe, secure and trusted. </a:t>
            </a:r>
          </a:p>
          <a:p>
            <a:pPr lvl="1"/>
            <a:r>
              <a:rPr lang="en-US" dirty="0"/>
              <a:t>Analyzing and predicting system behavior will become more challenging, but systems engineers will be expected to </a:t>
            </a:r>
            <a:r>
              <a:rPr lang="en-US" b="1" dirty="0"/>
              <a:t>analyze, design, and evaluate these systems with human and natural principles in mind</a:t>
            </a:r>
            <a:r>
              <a:rPr lang="en-US" dirty="0"/>
              <a:t>. Systems engineering practice </a:t>
            </a:r>
            <a:r>
              <a:rPr lang="en-US" b="1" dirty="0"/>
              <a:t>will include HSI methods for evaluating human factors and usability, identifying emergent behaviors, and detecting and managing unanticipated behaviors</a:t>
            </a:r>
            <a:r>
              <a:rPr lang="en-US" dirty="0"/>
              <a:t>. </a:t>
            </a:r>
          </a:p>
          <a:p>
            <a:pPr lvl="1"/>
            <a:r>
              <a:rPr lang="en-US" dirty="0"/>
              <a:t>Improvements in HSI methods, </a:t>
            </a:r>
            <a:r>
              <a:rPr lang="en-US" b="1" dirty="0"/>
              <a:t>human behavioral simulation </a:t>
            </a:r>
            <a:r>
              <a:rPr lang="en-US" dirty="0"/>
              <a:t>and </a:t>
            </a:r>
            <a:r>
              <a:rPr lang="en-US" b="1" dirty="0"/>
              <a:t>human-in-the-loop simulation </a:t>
            </a:r>
            <a:r>
              <a:rPr lang="en-US" dirty="0"/>
              <a:t>capabilities will help power the next generation of systems engineering practices and tools, allowing the systems engineer to better understand possible non-deterministic outcomes and cope with uncertainty. </a:t>
            </a:r>
          </a:p>
          <a:p>
            <a:pPr lvl="1"/>
            <a:r>
              <a:rPr lang="en-US" b="1" dirty="0"/>
              <a:t>Research in HSI will be infused into systems engineering practice and become a core competency of the systems engineer.”</a:t>
            </a:r>
            <a:endParaRPr lang="en-US" dirty="0"/>
          </a:p>
          <a:p>
            <a:r>
              <a:rPr lang="en-US" dirty="0"/>
              <a:t>IS2026</a:t>
            </a:r>
          </a:p>
          <a:p>
            <a:pPr lvl="1"/>
            <a:r>
              <a:rPr lang="en-US" dirty="0"/>
              <a:t>Best Paper : </a:t>
            </a:r>
            <a:r>
              <a:rPr lang="en-US" b="1" dirty="0"/>
              <a:t>246 - Human-in-the-Loop Safety for ADAS: Blending Kansei, HSI, and AI to Reduce False-Positive Interventions</a:t>
            </a:r>
          </a:p>
        </p:txBody>
      </p:sp>
    </p:spTree>
    <p:extLst>
      <p:ext uri="{BB962C8B-B14F-4D97-AF65-F5344CB8AC3E}">
        <p14:creationId xmlns:p14="http://schemas.microsoft.com/office/powerpoint/2010/main" val="141570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7FC79-39C6-A183-7456-4B5387D4FF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29D801-C0B3-EFB8-78C4-4F0C0FB5F2E9}"/>
              </a:ext>
            </a:extLst>
          </p:cNvPr>
          <p:cNvSpPr>
            <a:spLocks noGrp="1"/>
          </p:cNvSpPr>
          <p:nvPr>
            <p:ph type="body" sz="quarter" idx="12"/>
          </p:nvPr>
        </p:nvSpPr>
        <p:spPr>
          <a:xfrm>
            <a:off x="4582478" y="438150"/>
            <a:ext cx="3550304" cy="3503613"/>
          </a:xfrm>
        </p:spPr>
        <p:txBody>
          <a:bodyPr>
            <a:normAutofit fontScale="77500" lnSpcReduction="20000"/>
          </a:bodyPr>
          <a:lstStyle/>
          <a:p>
            <a:pPr algn="ctr"/>
            <a:r>
              <a:rPr lang="en-AU" sz="3900" dirty="0"/>
              <a:t>Q1. What does HSI stand for?</a:t>
            </a:r>
          </a:p>
          <a:p>
            <a:pPr algn="ctr"/>
            <a:endParaRPr lang="en-AU" sz="3000" dirty="0"/>
          </a:p>
          <a:p>
            <a:r>
              <a:rPr lang="en-AU" sz="2625" dirty="0"/>
              <a:t>A. Human Systems International</a:t>
            </a:r>
          </a:p>
          <a:p>
            <a:r>
              <a:rPr lang="en-AU" sz="2625" dirty="0"/>
              <a:t>B. Human Systems Interaction</a:t>
            </a:r>
          </a:p>
          <a:p>
            <a:r>
              <a:rPr lang="en-AU" sz="2625" dirty="0"/>
              <a:t>C. Human Systems Integration</a:t>
            </a:r>
          </a:p>
          <a:p>
            <a:r>
              <a:rPr lang="en-AU" sz="2625" dirty="0"/>
              <a:t>D. Human Systems Intersection</a:t>
            </a:r>
          </a:p>
          <a:p>
            <a:endParaRPr lang="en-AU" sz="3000" dirty="0"/>
          </a:p>
        </p:txBody>
      </p:sp>
      <p:sp>
        <p:nvSpPr>
          <p:cNvPr id="4" name="Text Placeholder 3">
            <a:extLst>
              <a:ext uri="{FF2B5EF4-FFF2-40B4-BE49-F238E27FC236}">
                <a16:creationId xmlns:a16="http://schemas.microsoft.com/office/drawing/2014/main" id="{8013F278-7BA0-D94B-EAC1-F8630ACC79D5}"/>
              </a:ext>
            </a:extLst>
          </p:cNvPr>
          <p:cNvSpPr>
            <a:spLocks noGrp="1"/>
          </p:cNvSpPr>
          <p:nvPr>
            <p:ph type="body" sz="quarter" idx="11"/>
          </p:nvPr>
        </p:nvSpPr>
        <p:spPr/>
        <p:txBody>
          <a:bodyPr>
            <a:normAutofit/>
          </a:bodyPr>
          <a:lstStyle/>
          <a:p>
            <a:pPr algn="ctr"/>
            <a:endParaRPr lang="en-AU" sz="3300" dirty="0"/>
          </a:p>
          <a:p>
            <a:pPr algn="ctr"/>
            <a:r>
              <a:rPr lang="en-AU" sz="3300" dirty="0"/>
              <a:t>Starter for 10…</a:t>
            </a:r>
          </a:p>
        </p:txBody>
      </p:sp>
      <p:sp>
        <p:nvSpPr>
          <p:cNvPr id="5" name="Text Placeholder 4">
            <a:extLst>
              <a:ext uri="{FF2B5EF4-FFF2-40B4-BE49-F238E27FC236}">
                <a16:creationId xmlns:a16="http://schemas.microsoft.com/office/drawing/2014/main" id="{513B6C9C-6CF7-DBC4-192A-A123D142A2B8}"/>
              </a:ext>
            </a:extLst>
          </p:cNvPr>
          <p:cNvSpPr>
            <a:spLocks noGrp="1"/>
          </p:cNvSpPr>
          <p:nvPr>
            <p:ph type="body" sz="quarter" idx="17"/>
          </p:nvPr>
        </p:nvSpPr>
        <p:spPr/>
        <p:txBody>
          <a:bodyPr/>
          <a:lstStyle/>
          <a:p>
            <a:endParaRPr lang="en-US"/>
          </a:p>
        </p:txBody>
      </p:sp>
      <p:sp>
        <p:nvSpPr>
          <p:cNvPr id="6" name="TextBox 5">
            <a:extLst>
              <a:ext uri="{FF2B5EF4-FFF2-40B4-BE49-F238E27FC236}">
                <a16:creationId xmlns:a16="http://schemas.microsoft.com/office/drawing/2014/main" id="{5C18D8F7-ECDE-9BD9-E8B1-B953A12DD4CA}"/>
              </a:ext>
            </a:extLst>
          </p:cNvPr>
          <p:cNvSpPr txBox="1"/>
          <p:nvPr/>
        </p:nvSpPr>
        <p:spPr>
          <a:xfrm>
            <a:off x="4264819" y="4479964"/>
            <a:ext cx="4573098" cy="300082"/>
          </a:xfrm>
          <a:prstGeom prst="rect">
            <a:avLst/>
          </a:prstGeom>
          <a:noFill/>
        </p:spPr>
        <p:txBody>
          <a:bodyPr wrap="square">
            <a:spAutoFit/>
          </a:bodyPr>
          <a:lstStyle/>
          <a:p>
            <a:pPr algn="r"/>
            <a:r>
              <a:rPr lang="en-AU" sz="1350" dirty="0"/>
              <a:t> You can type your answer in the chat</a:t>
            </a:r>
          </a:p>
        </p:txBody>
      </p:sp>
    </p:spTree>
    <p:extLst>
      <p:ext uri="{BB962C8B-B14F-4D97-AF65-F5344CB8AC3E}">
        <p14:creationId xmlns:p14="http://schemas.microsoft.com/office/powerpoint/2010/main" val="3970728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1049B-B182-33B1-8287-FC56FD8D70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7C5EE3-E7A8-0D0B-6353-31B828F8DFAE}"/>
              </a:ext>
            </a:extLst>
          </p:cNvPr>
          <p:cNvSpPr>
            <a:spLocks noGrp="1"/>
          </p:cNvSpPr>
          <p:nvPr>
            <p:ph type="body" sz="quarter" idx="12"/>
          </p:nvPr>
        </p:nvSpPr>
        <p:spPr/>
        <p:txBody>
          <a:bodyPr>
            <a:normAutofit fontScale="70000" lnSpcReduction="20000"/>
          </a:bodyPr>
          <a:lstStyle/>
          <a:p>
            <a:pPr algn="ctr"/>
            <a:r>
              <a:rPr lang="en-AU" sz="3900" dirty="0"/>
              <a:t>A. What does HSI stand for?</a:t>
            </a:r>
          </a:p>
          <a:p>
            <a:pPr algn="ctr"/>
            <a:endParaRPr lang="en-AU" sz="3000" dirty="0"/>
          </a:p>
          <a:p>
            <a:r>
              <a:rPr lang="en-AU" sz="2625" dirty="0"/>
              <a:t>A. Human Systems International</a:t>
            </a:r>
          </a:p>
          <a:p>
            <a:r>
              <a:rPr lang="en-AU" sz="2625" dirty="0"/>
              <a:t>B. Human Systems Interaction</a:t>
            </a:r>
          </a:p>
          <a:p>
            <a:r>
              <a:rPr lang="en-AU" sz="2625" dirty="0">
                <a:highlight>
                  <a:srgbClr val="62A1D7"/>
                </a:highlight>
              </a:rPr>
              <a:t>C. Human Systems Integration</a:t>
            </a:r>
          </a:p>
          <a:p>
            <a:r>
              <a:rPr lang="en-AU" sz="2625" dirty="0"/>
              <a:t>D. Human Systems Intersection</a:t>
            </a:r>
          </a:p>
          <a:p>
            <a:endParaRPr lang="en-AU" sz="3000" dirty="0"/>
          </a:p>
        </p:txBody>
      </p:sp>
      <p:sp>
        <p:nvSpPr>
          <p:cNvPr id="4" name="Text Placeholder 3">
            <a:extLst>
              <a:ext uri="{FF2B5EF4-FFF2-40B4-BE49-F238E27FC236}">
                <a16:creationId xmlns:a16="http://schemas.microsoft.com/office/drawing/2014/main" id="{80F7CE8B-675F-BE5E-8366-77D83BCE8E85}"/>
              </a:ext>
            </a:extLst>
          </p:cNvPr>
          <p:cNvSpPr>
            <a:spLocks noGrp="1"/>
          </p:cNvSpPr>
          <p:nvPr>
            <p:ph type="body" sz="quarter" idx="11"/>
          </p:nvPr>
        </p:nvSpPr>
        <p:spPr/>
        <p:txBody>
          <a:bodyPr>
            <a:normAutofit/>
          </a:bodyPr>
          <a:lstStyle/>
          <a:p>
            <a:pPr algn="ctr"/>
            <a:endParaRPr lang="en-AU" sz="3300" dirty="0"/>
          </a:p>
          <a:p>
            <a:pPr algn="ctr"/>
            <a:r>
              <a:rPr lang="en-AU" sz="3300" dirty="0"/>
              <a:t>Starter for 10…</a:t>
            </a:r>
          </a:p>
        </p:txBody>
      </p:sp>
      <p:sp>
        <p:nvSpPr>
          <p:cNvPr id="6" name="Text Placeholder 5">
            <a:extLst>
              <a:ext uri="{FF2B5EF4-FFF2-40B4-BE49-F238E27FC236}">
                <a16:creationId xmlns:a16="http://schemas.microsoft.com/office/drawing/2014/main" id="{438C6D97-2E61-3880-674F-777CB0EE0A34}"/>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290039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FD3B9-80C0-893D-1FF2-CE27FC0D4E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0BDAD-AB88-1A5C-6F15-84A88D210656}"/>
              </a:ext>
            </a:extLst>
          </p:cNvPr>
          <p:cNvSpPr>
            <a:spLocks noGrp="1"/>
          </p:cNvSpPr>
          <p:nvPr>
            <p:ph type="body" sz="quarter" idx="12"/>
          </p:nvPr>
        </p:nvSpPr>
        <p:spPr/>
        <p:txBody>
          <a:bodyPr>
            <a:normAutofit fontScale="70000" lnSpcReduction="20000"/>
          </a:bodyPr>
          <a:lstStyle/>
          <a:p>
            <a:pPr algn="ctr"/>
            <a:r>
              <a:rPr lang="en-AU" sz="3900" dirty="0"/>
              <a:t>Q2. Who does HSI?</a:t>
            </a:r>
          </a:p>
          <a:p>
            <a:pPr algn="ctr"/>
            <a:endParaRPr lang="en-AU" sz="3000" dirty="0"/>
          </a:p>
          <a:p>
            <a:r>
              <a:rPr lang="en-AU" sz="2625" dirty="0"/>
              <a:t>A. Systems Engineering People</a:t>
            </a:r>
          </a:p>
          <a:p>
            <a:r>
              <a:rPr lang="en-AU" sz="2625" dirty="0"/>
              <a:t>B. Human Factors Practitioners People</a:t>
            </a:r>
          </a:p>
          <a:p>
            <a:r>
              <a:rPr lang="en-AU" sz="2625" dirty="0"/>
              <a:t>C. Human Computer Interaction People</a:t>
            </a:r>
          </a:p>
          <a:p>
            <a:r>
              <a:rPr lang="en-AU" sz="2625" dirty="0"/>
              <a:t>D. Operational Research People</a:t>
            </a:r>
          </a:p>
          <a:p>
            <a:endParaRPr lang="en-AU" sz="3000" dirty="0"/>
          </a:p>
        </p:txBody>
      </p:sp>
      <p:sp>
        <p:nvSpPr>
          <p:cNvPr id="4" name="Text Placeholder 3">
            <a:extLst>
              <a:ext uri="{FF2B5EF4-FFF2-40B4-BE49-F238E27FC236}">
                <a16:creationId xmlns:a16="http://schemas.microsoft.com/office/drawing/2014/main" id="{692ED654-5C32-C9F8-4D6D-9E4228FFE83B}"/>
              </a:ext>
            </a:extLst>
          </p:cNvPr>
          <p:cNvSpPr>
            <a:spLocks noGrp="1"/>
          </p:cNvSpPr>
          <p:nvPr>
            <p:ph type="body" sz="quarter" idx="11"/>
          </p:nvPr>
        </p:nvSpPr>
        <p:spPr/>
        <p:txBody>
          <a:bodyPr>
            <a:normAutofit/>
          </a:bodyPr>
          <a:lstStyle/>
          <a:p>
            <a:pPr algn="ctr"/>
            <a:endParaRPr lang="en-AU" sz="3300" dirty="0"/>
          </a:p>
          <a:p>
            <a:pPr algn="ctr"/>
            <a:r>
              <a:rPr lang="en-AU" sz="3300" dirty="0"/>
              <a:t>For 500 points</a:t>
            </a:r>
          </a:p>
        </p:txBody>
      </p:sp>
      <p:sp>
        <p:nvSpPr>
          <p:cNvPr id="5" name="Text Placeholder 4">
            <a:extLst>
              <a:ext uri="{FF2B5EF4-FFF2-40B4-BE49-F238E27FC236}">
                <a16:creationId xmlns:a16="http://schemas.microsoft.com/office/drawing/2014/main" id="{DD182A0D-C83D-3874-B3E3-BCD2F7F4A822}"/>
              </a:ext>
            </a:extLst>
          </p:cNvPr>
          <p:cNvSpPr>
            <a:spLocks noGrp="1"/>
          </p:cNvSpPr>
          <p:nvPr>
            <p:ph type="body" sz="quarter" idx="17"/>
          </p:nvPr>
        </p:nvSpPr>
        <p:spPr/>
        <p:txBody>
          <a:bodyPr/>
          <a:lstStyle/>
          <a:p>
            <a:endParaRPr lang="en-US"/>
          </a:p>
        </p:txBody>
      </p:sp>
      <p:sp>
        <p:nvSpPr>
          <p:cNvPr id="7" name="TextBox 6">
            <a:extLst>
              <a:ext uri="{FF2B5EF4-FFF2-40B4-BE49-F238E27FC236}">
                <a16:creationId xmlns:a16="http://schemas.microsoft.com/office/drawing/2014/main" id="{5933361F-1957-5DA9-F2AB-55A590984D61}"/>
              </a:ext>
            </a:extLst>
          </p:cNvPr>
          <p:cNvSpPr txBox="1"/>
          <p:nvPr/>
        </p:nvSpPr>
        <p:spPr>
          <a:xfrm>
            <a:off x="4264819" y="4479964"/>
            <a:ext cx="4573098" cy="300082"/>
          </a:xfrm>
          <a:prstGeom prst="rect">
            <a:avLst/>
          </a:prstGeom>
          <a:noFill/>
        </p:spPr>
        <p:txBody>
          <a:bodyPr wrap="square">
            <a:spAutoFit/>
          </a:bodyPr>
          <a:lstStyle/>
          <a:p>
            <a:pPr algn="r"/>
            <a:r>
              <a:rPr lang="en-AU" sz="1350" dirty="0"/>
              <a:t> You can type your answer in the chat</a:t>
            </a:r>
          </a:p>
        </p:txBody>
      </p:sp>
    </p:spTree>
    <p:extLst>
      <p:ext uri="{BB962C8B-B14F-4D97-AF65-F5344CB8AC3E}">
        <p14:creationId xmlns:p14="http://schemas.microsoft.com/office/powerpoint/2010/main" val="476282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37CE0-DD5B-D9CA-7FCD-10D74B370A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9D212E-748B-A175-FD6C-FEF62DFB88E7}"/>
              </a:ext>
            </a:extLst>
          </p:cNvPr>
          <p:cNvSpPr>
            <a:spLocks noGrp="1"/>
          </p:cNvSpPr>
          <p:nvPr>
            <p:ph type="body" sz="quarter" idx="12"/>
          </p:nvPr>
        </p:nvSpPr>
        <p:spPr/>
        <p:txBody>
          <a:bodyPr>
            <a:normAutofit fontScale="77500" lnSpcReduction="20000"/>
          </a:bodyPr>
          <a:lstStyle/>
          <a:p>
            <a:pPr algn="ctr"/>
            <a:r>
              <a:rPr lang="en-AU" sz="3900" dirty="0"/>
              <a:t>A. Who does HSI?</a:t>
            </a:r>
          </a:p>
          <a:p>
            <a:r>
              <a:rPr lang="en-AU" sz="2625" dirty="0">
                <a:highlight>
                  <a:srgbClr val="62A1D7"/>
                </a:highlight>
              </a:rPr>
              <a:t>A. Systems Engineering People</a:t>
            </a:r>
          </a:p>
          <a:p>
            <a:r>
              <a:rPr lang="en-AU" sz="2625" dirty="0">
                <a:highlight>
                  <a:srgbClr val="62A1D7"/>
                </a:highlight>
              </a:rPr>
              <a:t>B. Human Factors People</a:t>
            </a:r>
          </a:p>
          <a:p>
            <a:r>
              <a:rPr lang="en-AU" sz="2625" dirty="0">
                <a:highlight>
                  <a:srgbClr val="62A1D7"/>
                </a:highlight>
              </a:rPr>
              <a:t>C. Human Computer Interaction People</a:t>
            </a:r>
          </a:p>
          <a:p>
            <a:r>
              <a:rPr lang="en-AU" sz="2625" dirty="0">
                <a:highlight>
                  <a:srgbClr val="62A1D7"/>
                </a:highlight>
              </a:rPr>
              <a:t>D. Operational Research People</a:t>
            </a:r>
          </a:p>
          <a:p>
            <a:endParaRPr lang="en-AU" sz="3000" dirty="0"/>
          </a:p>
        </p:txBody>
      </p:sp>
      <p:sp>
        <p:nvSpPr>
          <p:cNvPr id="4" name="Text Placeholder 3">
            <a:extLst>
              <a:ext uri="{FF2B5EF4-FFF2-40B4-BE49-F238E27FC236}">
                <a16:creationId xmlns:a16="http://schemas.microsoft.com/office/drawing/2014/main" id="{D5E0769D-0422-9DBA-5E43-8AD772D040E3}"/>
              </a:ext>
            </a:extLst>
          </p:cNvPr>
          <p:cNvSpPr>
            <a:spLocks noGrp="1"/>
          </p:cNvSpPr>
          <p:nvPr>
            <p:ph type="body" sz="quarter" idx="11"/>
          </p:nvPr>
        </p:nvSpPr>
        <p:spPr/>
        <p:txBody>
          <a:bodyPr>
            <a:normAutofit/>
          </a:bodyPr>
          <a:lstStyle/>
          <a:p>
            <a:pPr algn="ctr"/>
            <a:endParaRPr lang="en-AU" sz="3300" dirty="0"/>
          </a:p>
          <a:p>
            <a:pPr algn="ctr"/>
            <a:r>
              <a:rPr lang="en-AU" sz="3300" dirty="0"/>
              <a:t>For 500 points</a:t>
            </a:r>
          </a:p>
        </p:txBody>
      </p:sp>
      <p:sp>
        <p:nvSpPr>
          <p:cNvPr id="5" name="Text Placeholder 4">
            <a:extLst>
              <a:ext uri="{FF2B5EF4-FFF2-40B4-BE49-F238E27FC236}">
                <a16:creationId xmlns:a16="http://schemas.microsoft.com/office/drawing/2014/main" id="{43D8CB7F-09B7-F45E-8F6F-2CA966577C12}"/>
              </a:ext>
            </a:extLst>
          </p:cNvPr>
          <p:cNvSpPr>
            <a:spLocks noGrp="1"/>
          </p:cNvSpPr>
          <p:nvPr>
            <p:ph type="body" sz="quarter" idx="17"/>
          </p:nvPr>
        </p:nvSpPr>
        <p:spPr/>
        <p:txBody>
          <a:bodyPr/>
          <a:lstStyle/>
          <a:p>
            <a:endParaRPr lang="en-US"/>
          </a:p>
        </p:txBody>
      </p:sp>
      <p:sp>
        <p:nvSpPr>
          <p:cNvPr id="6" name="TextBox 5">
            <a:extLst>
              <a:ext uri="{FF2B5EF4-FFF2-40B4-BE49-F238E27FC236}">
                <a16:creationId xmlns:a16="http://schemas.microsoft.com/office/drawing/2014/main" id="{0DCF4125-B30C-9F55-4257-82EE2CEFE6CB}"/>
              </a:ext>
            </a:extLst>
          </p:cNvPr>
          <p:cNvSpPr txBox="1"/>
          <p:nvPr/>
        </p:nvSpPr>
        <p:spPr>
          <a:xfrm>
            <a:off x="4561523" y="3537065"/>
            <a:ext cx="2591132" cy="1061829"/>
          </a:xfrm>
          <a:prstGeom prst="rect">
            <a:avLst/>
          </a:prstGeom>
          <a:noFill/>
        </p:spPr>
        <p:txBody>
          <a:bodyPr wrap="square">
            <a:spAutoFit/>
          </a:bodyPr>
          <a:lstStyle/>
          <a:p>
            <a:pPr algn="ctr"/>
            <a:r>
              <a:rPr lang="en-AU" sz="2100" dirty="0"/>
              <a:t>TRICK QUESTION!</a:t>
            </a:r>
          </a:p>
          <a:p>
            <a:pPr algn="ctr"/>
            <a:endParaRPr lang="en-AU" sz="2100" dirty="0"/>
          </a:p>
          <a:p>
            <a:pPr algn="ctr"/>
            <a:r>
              <a:rPr lang="en-AU" sz="2100" dirty="0"/>
              <a:t>It’s all of the above. </a:t>
            </a:r>
          </a:p>
        </p:txBody>
      </p:sp>
    </p:spTree>
    <p:extLst>
      <p:ext uri="{BB962C8B-B14F-4D97-AF65-F5344CB8AC3E}">
        <p14:creationId xmlns:p14="http://schemas.microsoft.com/office/powerpoint/2010/main" val="2424657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D3DAF-7BC2-2063-0378-E9AD77788D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2E85A9-C37B-48D8-C853-5C91FAA9DCD4}"/>
              </a:ext>
            </a:extLst>
          </p:cNvPr>
          <p:cNvSpPr>
            <a:spLocks noGrp="1"/>
          </p:cNvSpPr>
          <p:nvPr>
            <p:ph type="body" sz="quarter" idx="12"/>
          </p:nvPr>
        </p:nvSpPr>
        <p:spPr/>
        <p:txBody>
          <a:bodyPr>
            <a:normAutofit fontScale="77500" lnSpcReduction="20000"/>
          </a:bodyPr>
          <a:lstStyle/>
          <a:p>
            <a:pPr algn="ctr"/>
            <a:r>
              <a:rPr lang="en-AU" sz="3900" dirty="0"/>
              <a:t>Q3. What is being integrated?</a:t>
            </a:r>
          </a:p>
          <a:p>
            <a:pPr algn="ctr"/>
            <a:endParaRPr lang="en-AU" sz="3000" dirty="0"/>
          </a:p>
          <a:p>
            <a:r>
              <a:rPr lang="en-AU" sz="2625" dirty="0"/>
              <a:t>A. Humans and Technological Systems</a:t>
            </a:r>
          </a:p>
          <a:p>
            <a:r>
              <a:rPr lang="en-AU" sz="2625" dirty="0"/>
              <a:t>B. Humans into Systems Design</a:t>
            </a:r>
          </a:p>
          <a:p>
            <a:r>
              <a:rPr lang="en-AU" sz="2625" dirty="0"/>
              <a:t>C. HF and SE Approaches</a:t>
            </a:r>
          </a:p>
          <a:p>
            <a:r>
              <a:rPr lang="en-AU" sz="2625" dirty="0"/>
              <a:t>D. Teams of HF and SE</a:t>
            </a:r>
          </a:p>
          <a:p>
            <a:endParaRPr lang="en-AU" sz="3000" dirty="0"/>
          </a:p>
        </p:txBody>
      </p:sp>
      <p:sp>
        <p:nvSpPr>
          <p:cNvPr id="4" name="Text Placeholder 3">
            <a:extLst>
              <a:ext uri="{FF2B5EF4-FFF2-40B4-BE49-F238E27FC236}">
                <a16:creationId xmlns:a16="http://schemas.microsoft.com/office/drawing/2014/main" id="{14FF0ABD-EBEF-D137-41D8-E814A1E0AF4F}"/>
              </a:ext>
            </a:extLst>
          </p:cNvPr>
          <p:cNvSpPr>
            <a:spLocks noGrp="1"/>
          </p:cNvSpPr>
          <p:nvPr>
            <p:ph type="body" sz="quarter" idx="11"/>
          </p:nvPr>
        </p:nvSpPr>
        <p:spPr/>
        <p:txBody>
          <a:bodyPr>
            <a:normAutofit/>
          </a:bodyPr>
          <a:lstStyle/>
          <a:p>
            <a:pPr algn="ctr"/>
            <a:endParaRPr lang="en-AU" sz="3300" dirty="0"/>
          </a:p>
          <a:p>
            <a:pPr algn="ctr"/>
            <a:r>
              <a:rPr lang="en-AU" sz="3300" dirty="0"/>
              <a:t>The Finale… for 1000 points</a:t>
            </a:r>
          </a:p>
        </p:txBody>
      </p:sp>
      <p:sp>
        <p:nvSpPr>
          <p:cNvPr id="5" name="Text Placeholder 4">
            <a:extLst>
              <a:ext uri="{FF2B5EF4-FFF2-40B4-BE49-F238E27FC236}">
                <a16:creationId xmlns:a16="http://schemas.microsoft.com/office/drawing/2014/main" id="{3AB2051F-2F7F-1B08-1087-FC63FD5FC6B5}"/>
              </a:ext>
            </a:extLst>
          </p:cNvPr>
          <p:cNvSpPr>
            <a:spLocks noGrp="1"/>
          </p:cNvSpPr>
          <p:nvPr>
            <p:ph type="body" sz="quarter" idx="17"/>
          </p:nvPr>
        </p:nvSpPr>
        <p:spPr/>
        <p:txBody>
          <a:bodyPr/>
          <a:lstStyle/>
          <a:p>
            <a:endParaRPr lang="en-US"/>
          </a:p>
        </p:txBody>
      </p:sp>
      <p:sp>
        <p:nvSpPr>
          <p:cNvPr id="6" name="TextBox 5">
            <a:extLst>
              <a:ext uri="{FF2B5EF4-FFF2-40B4-BE49-F238E27FC236}">
                <a16:creationId xmlns:a16="http://schemas.microsoft.com/office/drawing/2014/main" id="{30C45425-137F-2EEF-7A2C-8EEE69D6C082}"/>
              </a:ext>
            </a:extLst>
          </p:cNvPr>
          <p:cNvSpPr txBox="1"/>
          <p:nvPr/>
        </p:nvSpPr>
        <p:spPr>
          <a:xfrm>
            <a:off x="4264819" y="4479964"/>
            <a:ext cx="4573098" cy="300082"/>
          </a:xfrm>
          <a:prstGeom prst="rect">
            <a:avLst/>
          </a:prstGeom>
          <a:noFill/>
        </p:spPr>
        <p:txBody>
          <a:bodyPr wrap="square">
            <a:spAutoFit/>
          </a:bodyPr>
          <a:lstStyle/>
          <a:p>
            <a:pPr algn="r"/>
            <a:r>
              <a:rPr lang="en-AU" sz="1350" dirty="0"/>
              <a:t> You can type your answer in the chat</a:t>
            </a:r>
          </a:p>
        </p:txBody>
      </p:sp>
    </p:spTree>
    <p:extLst>
      <p:ext uri="{BB962C8B-B14F-4D97-AF65-F5344CB8AC3E}">
        <p14:creationId xmlns:p14="http://schemas.microsoft.com/office/powerpoint/2010/main" val="427871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anim calcmode="lin" valueType="num">
                                      <p:cBhvr>
                                        <p:cTn id="8" dur="2000" fill="hold"/>
                                        <p:tgtEl>
                                          <p:spTgt spid="4">
                                            <p:txEl>
                                              <p:pRg st="1" end="1"/>
                                            </p:txEl>
                                          </p:spTgt>
                                        </p:tgtEl>
                                        <p:attrNameLst>
                                          <p:attrName>ppt_w</p:attrName>
                                        </p:attrNameLst>
                                      </p:cBhvr>
                                      <p:tavLst>
                                        <p:tav tm="0" fmla="#ppt_w*sin(2.5*pi*$)">
                                          <p:val>
                                            <p:fltVal val="0"/>
                                          </p:val>
                                        </p:tav>
                                        <p:tav tm="100000">
                                          <p:val>
                                            <p:fltVal val="1"/>
                                          </p:val>
                                        </p:tav>
                                      </p:tavLst>
                                    </p:anim>
                                    <p:anim calcmode="lin" valueType="num">
                                      <p:cBhvr>
                                        <p:cTn id="9" dur="2000" fill="hold"/>
                                        <p:tgtEl>
                                          <p:spTgt spid="4">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211D-43DC-84C2-B24B-877E209682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BEEB99-A014-88EF-4CB2-7666CD9EDCAD}"/>
              </a:ext>
            </a:extLst>
          </p:cNvPr>
          <p:cNvSpPr>
            <a:spLocks noGrp="1"/>
          </p:cNvSpPr>
          <p:nvPr>
            <p:ph type="body" sz="quarter" idx="12"/>
          </p:nvPr>
        </p:nvSpPr>
        <p:spPr>
          <a:xfrm>
            <a:off x="4582478" y="438150"/>
            <a:ext cx="3647122" cy="3503613"/>
          </a:xfrm>
        </p:spPr>
        <p:txBody>
          <a:bodyPr>
            <a:normAutofit/>
          </a:bodyPr>
          <a:lstStyle/>
          <a:p>
            <a:pPr algn="ctr"/>
            <a:r>
              <a:rPr lang="en-AU" sz="2400" dirty="0"/>
              <a:t>A. What is being integrated?</a:t>
            </a:r>
          </a:p>
          <a:p>
            <a:pPr algn="ctr"/>
            <a:endParaRPr lang="en-AU" sz="1800" dirty="0"/>
          </a:p>
          <a:p>
            <a:r>
              <a:rPr lang="en-AU" dirty="0">
                <a:highlight>
                  <a:srgbClr val="62A1D7"/>
                </a:highlight>
              </a:rPr>
              <a:t>A. Humans into Technological Systems</a:t>
            </a:r>
          </a:p>
          <a:p>
            <a:r>
              <a:rPr lang="en-AU" dirty="0">
                <a:highlight>
                  <a:srgbClr val="62A1D7"/>
                </a:highlight>
              </a:rPr>
              <a:t>B. Humans into Systems Design</a:t>
            </a:r>
          </a:p>
          <a:p>
            <a:r>
              <a:rPr lang="en-AU" dirty="0">
                <a:highlight>
                  <a:srgbClr val="62A1D7"/>
                </a:highlight>
              </a:rPr>
              <a:t>C. HF and SE Approaches</a:t>
            </a:r>
          </a:p>
          <a:p>
            <a:r>
              <a:rPr lang="en-AU" dirty="0">
                <a:highlight>
                  <a:srgbClr val="62A1D7"/>
                </a:highlight>
              </a:rPr>
              <a:t>D. Teams of HF and SE</a:t>
            </a:r>
          </a:p>
          <a:p>
            <a:endParaRPr lang="en-AU" sz="1800" dirty="0"/>
          </a:p>
        </p:txBody>
      </p:sp>
      <p:sp>
        <p:nvSpPr>
          <p:cNvPr id="4" name="Text Placeholder 3">
            <a:extLst>
              <a:ext uri="{FF2B5EF4-FFF2-40B4-BE49-F238E27FC236}">
                <a16:creationId xmlns:a16="http://schemas.microsoft.com/office/drawing/2014/main" id="{28479841-89DC-6742-A8B5-AD759A0CC7B8}"/>
              </a:ext>
            </a:extLst>
          </p:cNvPr>
          <p:cNvSpPr>
            <a:spLocks noGrp="1"/>
          </p:cNvSpPr>
          <p:nvPr>
            <p:ph type="body" sz="quarter" idx="11"/>
          </p:nvPr>
        </p:nvSpPr>
        <p:spPr/>
        <p:txBody>
          <a:bodyPr>
            <a:normAutofit/>
          </a:bodyPr>
          <a:lstStyle/>
          <a:p>
            <a:pPr algn="ctr"/>
            <a:endParaRPr lang="en-AU" sz="3300" dirty="0"/>
          </a:p>
          <a:p>
            <a:pPr algn="ctr"/>
            <a:r>
              <a:rPr lang="en-AU" sz="3300" dirty="0"/>
              <a:t>The Finale… for 1000 points</a:t>
            </a:r>
          </a:p>
        </p:txBody>
      </p:sp>
      <p:sp>
        <p:nvSpPr>
          <p:cNvPr id="8" name="Text Placeholder 7">
            <a:extLst>
              <a:ext uri="{FF2B5EF4-FFF2-40B4-BE49-F238E27FC236}">
                <a16:creationId xmlns:a16="http://schemas.microsoft.com/office/drawing/2014/main" id="{641F9CA6-7CFE-6010-4069-0B89FCDDF8D1}"/>
              </a:ext>
            </a:extLst>
          </p:cNvPr>
          <p:cNvSpPr>
            <a:spLocks noGrp="1"/>
          </p:cNvSpPr>
          <p:nvPr>
            <p:ph type="body" sz="quarter" idx="17"/>
          </p:nvPr>
        </p:nvSpPr>
        <p:spPr/>
        <p:txBody>
          <a:bodyPr/>
          <a:lstStyle/>
          <a:p>
            <a:endParaRPr lang="en-US"/>
          </a:p>
        </p:txBody>
      </p:sp>
      <p:sp>
        <p:nvSpPr>
          <p:cNvPr id="6" name="TextBox 5">
            <a:extLst>
              <a:ext uri="{FF2B5EF4-FFF2-40B4-BE49-F238E27FC236}">
                <a16:creationId xmlns:a16="http://schemas.microsoft.com/office/drawing/2014/main" id="{2CA100F4-AA47-92FE-A8A7-E791DAC2E2B6}"/>
              </a:ext>
            </a:extLst>
          </p:cNvPr>
          <p:cNvSpPr txBox="1"/>
          <p:nvPr/>
        </p:nvSpPr>
        <p:spPr>
          <a:xfrm>
            <a:off x="4342844" y="3588650"/>
            <a:ext cx="4573098" cy="1107996"/>
          </a:xfrm>
          <a:prstGeom prst="rect">
            <a:avLst/>
          </a:prstGeom>
          <a:noFill/>
        </p:spPr>
        <p:txBody>
          <a:bodyPr wrap="square">
            <a:spAutoFit/>
          </a:bodyPr>
          <a:lstStyle/>
          <a:p>
            <a:pPr algn="r"/>
            <a:r>
              <a:rPr lang="en-AU" sz="3300" b="1" dirty="0"/>
              <a:t> IT DEPENDS ON YOUR PERSPECTIVE</a:t>
            </a:r>
          </a:p>
        </p:txBody>
      </p:sp>
    </p:spTree>
    <p:extLst>
      <p:ext uri="{BB962C8B-B14F-4D97-AF65-F5344CB8AC3E}">
        <p14:creationId xmlns:p14="http://schemas.microsoft.com/office/powerpoint/2010/main" val="414047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5FF06-D871-C08B-8A1A-77B67E3757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FB5D2C-B944-1C7C-46D6-74EBBD81F526}"/>
              </a:ext>
            </a:extLst>
          </p:cNvPr>
          <p:cNvSpPr txBox="1">
            <a:spLocks/>
          </p:cNvSpPr>
          <p:nvPr/>
        </p:nvSpPr>
        <p:spPr>
          <a:xfrm>
            <a:off x="135731" y="1"/>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450"/>
              </a:spcAft>
            </a:pPr>
            <a:r>
              <a:rPr lang="en-US" sz="3300" b="1" dirty="0"/>
              <a:t>What is Human Systems Integration?</a:t>
            </a:r>
            <a:br>
              <a:rPr lang="en-US" sz="3300" b="1" dirty="0"/>
            </a:br>
            <a:r>
              <a:rPr lang="en-US" sz="1500" b="1" dirty="0"/>
              <a:t>Also known as Human Factors Integration</a:t>
            </a:r>
          </a:p>
        </p:txBody>
      </p:sp>
      <p:sp>
        <p:nvSpPr>
          <p:cNvPr id="10" name="TextBox 9">
            <a:extLst>
              <a:ext uri="{FF2B5EF4-FFF2-40B4-BE49-F238E27FC236}">
                <a16:creationId xmlns:a16="http://schemas.microsoft.com/office/drawing/2014/main" id="{29090634-5EEB-3107-9F0D-288588040F7F}"/>
              </a:ext>
            </a:extLst>
          </p:cNvPr>
          <p:cNvSpPr txBox="1"/>
          <p:nvPr/>
        </p:nvSpPr>
        <p:spPr>
          <a:xfrm>
            <a:off x="388739" y="893506"/>
            <a:ext cx="8366522" cy="751552"/>
          </a:xfrm>
          <a:prstGeom prst="rect">
            <a:avLst/>
          </a:prstGeom>
          <a:noFill/>
        </p:spPr>
        <p:txBody>
          <a:bodyPr wrap="square">
            <a:spAutoFit/>
          </a:bodyPr>
          <a:lstStyle/>
          <a:p>
            <a:pPr marL="411480" marR="411480">
              <a:lnSpc>
                <a:spcPct val="150000"/>
              </a:lnSpc>
              <a:spcBef>
                <a:spcPts val="1350"/>
              </a:spcBef>
              <a:spcAft>
                <a:spcPts val="1350"/>
              </a:spcAft>
            </a:pPr>
            <a:r>
              <a:rPr lang="en-AU" sz="1500" i="1" dirty="0">
                <a:solidFill>
                  <a:srgbClr val="094988"/>
                </a:solidFill>
                <a:latin typeface="Aptos" panose="020B0004020202020204" pitchFamily="34" charset="0"/>
                <a:ea typeface="Arial Unicode MS"/>
                <a:cs typeface="Times New Roman" panose="02020603050405020304" pitchFamily="18" charset="0"/>
              </a:rPr>
              <a:t>Short Definition: “Human Systems Integration (HSI) is defined as an approach of systems engineering (SE) that integrates technology, organizations and people effectively.”</a:t>
            </a:r>
            <a:endParaRPr lang="en-AU" sz="1350" i="1" dirty="0">
              <a:solidFill>
                <a:srgbClr val="094988"/>
              </a:solidFill>
              <a:latin typeface="Aptos" panose="020B0004020202020204" pitchFamily="34" charset="0"/>
              <a:ea typeface="Arial Unicode MS"/>
              <a:cs typeface="Times New Roman" panose="02020603050405020304" pitchFamily="18" charset="0"/>
            </a:endParaRPr>
          </a:p>
        </p:txBody>
      </p:sp>
      <p:sp>
        <p:nvSpPr>
          <p:cNvPr id="4" name="Subtitle 2">
            <a:extLst>
              <a:ext uri="{FF2B5EF4-FFF2-40B4-BE49-F238E27FC236}">
                <a16:creationId xmlns:a16="http://schemas.microsoft.com/office/drawing/2014/main" id="{613E9CC2-2CC9-D17B-F600-E957351EA443}"/>
              </a:ext>
            </a:extLst>
          </p:cNvPr>
          <p:cNvSpPr txBox="1">
            <a:spLocks/>
          </p:cNvSpPr>
          <p:nvPr/>
        </p:nvSpPr>
        <p:spPr>
          <a:xfrm>
            <a:off x="742949" y="2103143"/>
            <a:ext cx="7658100" cy="2449652"/>
          </a:xfrm>
          <a:prstGeom prst="rect">
            <a:avLst/>
          </a:prstGeom>
        </p:spPr>
        <p:txBody>
          <a:bodyPr vert="horz" lIns="0" tIns="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spcBef>
                <a:spcPts val="1000"/>
              </a:spcBef>
            </a:pP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“HSI is the </a:t>
            </a:r>
            <a:r>
              <a:rPr lang="en-US" sz="2000" b="1" dirty="0">
                <a:solidFill>
                  <a:srgbClr val="FF0000"/>
                </a:solidFill>
                <a:latin typeface="Calibri" panose="020F0502020204030204" pitchFamily="34" charset="0"/>
                <a:ea typeface="Calibri" panose="020F0502020204030204" pitchFamily="34" charset="0"/>
                <a:cs typeface="Arial" panose="020B0604020202020204" pitchFamily="34" charset="0"/>
              </a:rPr>
              <a:t>transdisciplinary</a:t>
            </a:r>
            <a:r>
              <a:rPr lang="en-US" sz="2000" b="1" dirty="0">
                <a:solidFill>
                  <a:schemeClr val="tx1"/>
                </a:solidFill>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Calibri" panose="020F0502020204030204" pitchFamily="34" charset="0"/>
                <a:ea typeface="Calibri" panose="020F0502020204030204" pitchFamily="34" charset="0"/>
                <a:cs typeface="Arial" panose="020B0604020202020204" pitchFamily="34" charset="0"/>
              </a:rPr>
              <a:t>sociotechnical and management PROCESS </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used to ensure that the </a:t>
            </a:r>
            <a:r>
              <a:rPr lang="en-US" sz="2000" b="1" dirty="0">
                <a:solidFill>
                  <a:srgbClr val="7030A0"/>
                </a:solidFill>
                <a:latin typeface="Calibri" panose="020F0502020204030204" pitchFamily="34" charset="0"/>
                <a:ea typeface="Calibri" panose="020F0502020204030204" pitchFamily="34" charset="0"/>
                <a:cs typeface="Arial" panose="020B0604020202020204" pitchFamily="34" charset="0"/>
              </a:rPr>
              <a:t>human elements </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of a system are </a:t>
            </a:r>
            <a:r>
              <a:rPr lang="en-US" sz="2000" b="1" dirty="0">
                <a:solidFill>
                  <a:srgbClr val="00B050"/>
                </a:solidFill>
                <a:latin typeface="Calibri" panose="020F0502020204030204" pitchFamily="34" charset="0"/>
                <a:ea typeface="Calibri" panose="020F0502020204030204" pitchFamily="34" charset="0"/>
                <a:cs typeface="Arial" panose="020B0604020202020204" pitchFamily="34" charset="0"/>
              </a:rPr>
              <a:t>appropriately</a:t>
            </a:r>
            <a:r>
              <a:rPr lang="en-US" sz="2000" b="1" dirty="0">
                <a:solidFill>
                  <a:schemeClr val="tx1"/>
                </a:solidFill>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00B050"/>
                </a:solidFill>
                <a:latin typeface="Calibri" panose="020F0502020204030204" pitchFamily="34" charset="0"/>
                <a:ea typeface="Calibri" panose="020F0502020204030204" pitchFamily="34" charset="0"/>
                <a:cs typeface="Arial" panose="020B0604020202020204" pitchFamily="34" charset="0"/>
              </a:rPr>
              <a:t>addressed </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and </a:t>
            </a:r>
            <a:r>
              <a:rPr lang="en-US" sz="2000" b="1" dirty="0">
                <a:solidFill>
                  <a:srgbClr val="00B050"/>
                </a:solidFill>
                <a:latin typeface="Calibri" panose="020F0502020204030204" pitchFamily="34" charset="0"/>
                <a:ea typeface="Calibri" panose="020F0502020204030204" pitchFamily="34" charset="0"/>
                <a:cs typeface="Arial" panose="020B0604020202020204" pitchFamily="34" charset="0"/>
              </a:rPr>
              <a:t>integrated </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within the wider </a:t>
            </a:r>
            <a:r>
              <a:rPr lang="en-US" sz="2000" b="1" dirty="0">
                <a:solidFill>
                  <a:srgbClr val="00B0F0"/>
                </a:solidFill>
                <a:latin typeface="Calibri" panose="020F0502020204030204" pitchFamily="34" charset="0"/>
                <a:ea typeface="Calibri" panose="020F0502020204030204" pitchFamily="34" charset="0"/>
                <a:cs typeface="Arial" panose="020B0604020202020204" pitchFamily="34" charset="0"/>
              </a:rPr>
              <a:t>systems engineering lifecycle </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and </a:t>
            </a:r>
            <a:r>
              <a:rPr lang="en-US" sz="2000" b="1" dirty="0">
                <a:solidFill>
                  <a:srgbClr val="00B0F0"/>
                </a:solidFill>
                <a:latin typeface="Calibri" panose="020F0502020204030204" pitchFamily="34" charset="0"/>
                <a:ea typeface="Calibri" panose="020F0502020204030204" pitchFamily="34" charset="0"/>
                <a:cs typeface="Arial" panose="020B0604020202020204" pitchFamily="34" charset="0"/>
              </a:rPr>
              <a:t>management approach </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to a project. HSI involves </a:t>
            </a:r>
            <a:r>
              <a:rPr lang="en-US" sz="2000" b="1" dirty="0">
                <a:solidFill>
                  <a:srgbClr val="00B050"/>
                </a:solidFill>
                <a:latin typeface="Calibri" panose="020F0502020204030204" pitchFamily="34" charset="0"/>
                <a:ea typeface="Calibri" panose="020F0502020204030204" pitchFamily="34" charset="0"/>
                <a:cs typeface="Arial" panose="020B0604020202020204" pitchFamily="34" charset="0"/>
              </a:rPr>
              <a:t>analyzing, designing and evaluating</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7030A0"/>
                </a:solidFill>
                <a:latin typeface="Calibri" panose="020F0502020204030204" pitchFamily="34" charset="0"/>
                <a:ea typeface="Calibri" panose="020F0502020204030204" pitchFamily="34" charset="0"/>
                <a:cs typeface="Arial" panose="020B0604020202020204" pitchFamily="34" charset="0"/>
              </a:rPr>
              <a:t>technological, organizational and human systems</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 “ INCOSE SE Handbook (5</a:t>
            </a:r>
            <a:r>
              <a:rPr lang="en-US" sz="2000" baseline="30000" dirty="0">
                <a:solidFill>
                  <a:schemeClr val="tx1"/>
                </a:solidFill>
                <a:latin typeface="Calibri" panose="020F0502020204030204" pitchFamily="34" charset="0"/>
                <a:ea typeface="Calibri" panose="020F0502020204030204" pitchFamily="34" charset="0"/>
                <a:cs typeface="Arial" panose="020B0604020202020204" pitchFamily="34" charset="0"/>
              </a:rPr>
              <a:t>th</a:t>
            </a:r>
            <a:r>
              <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rPr>
              <a:t> Edition, 2023)</a:t>
            </a:r>
            <a:endParaRPr lang="en-AU" sz="2000" dirty="0">
              <a:solidFill>
                <a:schemeClr val="tx1"/>
              </a:solidFill>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6701E58B-9DF5-8CEA-5FAD-71165E9E13FE}"/>
              </a:ext>
            </a:extLst>
          </p:cNvPr>
          <p:cNvSpPr txBox="1"/>
          <p:nvPr/>
        </p:nvSpPr>
        <p:spPr>
          <a:xfrm>
            <a:off x="6289248" y="1678696"/>
            <a:ext cx="845710" cy="507831"/>
          </a:xfrm>
          <a:prstGeom prst="rect">
            <a:avLst/>
          </a:prstGeom>
          <a:solidFill>
            <a:srgbClr val="FF0000"/>
          </a:solidFill>
        </p:spPr>
        <p:txBody>
          <a:bodyPr wrap="square">
            <a:spAutoFit/>
          </a:bodyPr>
          <a:lstStyle/>
          <a:p>
            <a:r>
              <a:rPr lang="en-AU" sz="1350" b="1" dirty="0">
                <a:solidFill>
                  <a:schemeClr val="bg1"/>
                </a:solidFill>
              </a:rPr>
              <a:t>What it is</a:t>
            </a:r>
          </a:p>
        </p:txBody>
      </p:sp>
      <p:sp>
        <p:nvSpPr>
          <p:cNvPr id="7" name="TextBox 6">
            <a:extLst>
              <a:ext uri="{FF2B5EF4-FFF2-40B4-BE49-F238E27FC236}">
                <a16:creationId xmlns:a16="http://schemas.microsoft.com/office/drawing/2014/main" id="{EB3E30FB-F887-14D3-1C63-1E29184B836D}"/>
              </a:ext>
            </a:extLst>
          </p:cNvPr>
          <p:cNvSpPr txBox="1"/>
          <p:nvPr/>
        </p:nvSpPr>
        <p:spPr>
          <a:xfrm>
            <a:off x="201674" y="3861532"/>
            <a:ext cx="1235869" cy="715581"/>
          </a:xfrm>
          <a:prstGeom prst="rect">
            <a:avLst/>
          </a:prstGeom>
          <a:solidFill>
            <a:srgbClr val="00B050"/>
          </a:solidFill>
        </p:spPr>
        <p:txBody>
          <a:bodyPr wrap="square">
            <a:spAutoFit/>
          </a:bodyPr>
          <a:lstStyle/>
          <a:p>
            <a:pPr algn="ctr"/>
            <a:r>
              <a:rPr lang="en-AU" sz="1350" b="1" dirty="0">
                <a:solidFill>
                  <a:schemeClr val="bg1"/>
                </a:solidFill>
              </a:rPr>
              <a:t>What activities are being done?</a:t>
            </a:r>
          </a:p>
        </p:txBody>
      </p:sp>
      <p:sp>
        <p:nvSpPr>
          <p:cNvPr id="8" name="TextBox 7">
            <a:extLst>
              <a:ext uri="{FF2B5EF4-FFF2-40B4-BE49-F238E27FC236}">
                <a16:creationId xmlns:a16="http://schemas.microsoft.com/office/drawing/2014/main" id="{4EE442AF-79C7-F5A5-C454-EA2EA49C8F16}"/>
              </a:ext>
            </a:extLst>
          </p:cNvPr>
          <p:cNvSpPr txBox="1"/>
          <p:nvPr/>
        </p:nvSpPr>
        <p:spPr>
          <a:xfrm>
            <a:off x="8388006" y="3113137"/>
            <a:ext cx="593191" cy="507831"/>
          </a:xfrm>
          <a:prstGeom prst="rect">
            <a:avLst/>
          </a:prstGeom>
          <a:solidFill>
            <a:srgbClr val="00B0F0"/>
          </a:solidFill>
        </p:spPr>
        <p:txBody>
          <a:bodyPr wrap="square">
            <a:spAutoFit/>
          </a:bodyPr>
          <a:lstStyle/>
          <a:p>
            <a:r>
              <a:rPr lang="en-AU" sz="1350" b="1" dirty="0">
                <a:solidFill>
                  <a:schemeClr val="bg1"/>
                </a:solidFill>
              </a:rPr>
              <a:t>When</a:t>
            </a:r>
          </a:p>
        </p:txBody>
      </p:sp>
      <p:sp>
        <p:nvSpPr>
          <p:cNvPr id="9" name="TextBox 8">
            <a:extLst>
              <a:ext uri="{FF2B5EF4-FFF2-40B4-BE49-F238E27FC236}">
                <a16:creationId xmlns:a16="http://schemas.microsoft.com/office/drawing/2014/main" id="{BF979230-6990-58CA-9CC6-0EA56D5B5BCA}"/>
              </a:ext>
            </a:extLst>
          </p:cNvPr>
          <p:cNvSpPr txBox="1"/>
          <p:nvPr/>
        </p:nvSpPr>
        <p:spPr>
          <a:xfrm>
            <a:off x="7345714" y="3925987"/>
            <a:ext cx="1127873" cy="507831"/>
          </a:xfrm>
          <a:prstGeom prst="rect">
            <a:avLst/>
          </a:prstGeom>
          <a:solidFill>
            <a:srgbClr val="7030A0"/>
          </a:solidFill>
        </p:spPr>
        <p:txBody>
          <a:bodyPr wrap="square">
            <a:spAutoFit/>
          </a:bodyPr>
          <a:lstStyle/>
          <a:p>
            <a:pPr algn="ctr"/>
            <a:r>
              <a:rPr lang="en-AU" sz="1350" b="1" dirty="0">
                <a:solidFill>
                  <a:schemeClr val="bg1"/>
                </a:solidFill>
              </a:rPr>
              <a:t>Involving what?</a:t>
            </a:r>
          </a:p>
        </p:txBody>
      </p:sp>
      <p:cxnSp>
        <p:nvCxnSpPr>
          <p:cNvPr id="12" name="Straight Arrow Connector 11">
            <a:extLst>
              <a:ext uri="{FF2B5EF4-FFF2-40B4-BE49-F238E27FC236}">
                <a16:creationId xmlns:a16="http://schemas.microsoft.com/office/drawing/2014/main" id="{2D4B59B8-C771-2F1D-72F1-5683D08BFB2C}"/>
              </a:ext>
            </a:extLst>
          </p:cNvPr>
          <p:cNvCxnSpPr>
            <a:stCxn id="7" idx="0"/>
          </p:cNvCxnSpPr>
          <p:nvPr/>
        </p:nvCxnSpPr>
        <p:spPr>
          <a:xfrm flipV="1">
            <a:off x="819609" y="3613639"/>
            <a:ext cx="344071" cy="24789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45042DE-53E8-0632-51CC-A369F6148B2F}"/>
              </a:ext>
            </a:extLst>
          </p:cNvPr>
          <p:cNvCxnSpPr>
            <a:cxnSpLocks/>
          </p:cNvCxnSpPr>
          <p:nvPr/>
        </p:nvCxnSpPr>
        <p:spPr>
          <a:xfrm flipH="1" flipV="1">
            <a:off x="7504235" y="3613639"/>
            <a:ext cx="405416" cy="31234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52115E1-5A42-C228-B7DA-C094C9DD4211}"/>
              </a:ext>
            </a:extLst>
          </p:cNvPr>
          <p:cNvCxnSpPr>
            <a:cxnSpLocks/>
            <a:stCxn id="8" idx="0"/>
          </p:cNvCxnSpPr>
          <p:nvPr/>
        </p:nvCxnSpPr>
        <p:spPr>
          <a:xfrm flipH="1" flipV="1">
            <a:off x="8328514" y="2881679"/>
            <a:ext cx="356088" cy="23145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46BF3DA-6DA6-32BB-3F20-64A0EEACA1C7}"/>
              </a:ext>
            </a:extLst>
          </p:cNvPr>
          <p:cNvCxnSpPr>
            <a:cxnSpLocks/>
            <a:stCxn id="6" idx="2"/>
          </p:cNvCxnSpPr>
          <p:nvPr/>
        </p:nvCxnSpPr>
        <p:spPr>
          <a:xfrm flipV="1">
            <a:off x="6712103" y="2101909"/>
            <a:ext cx="574523" cy="846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4232139A-D0BB-103C-1F7E-C385899BDA69}"/>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232050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29DB-3092-F347-E85D-3D244B7C955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16DE77D-3D36-66EB-0B2D-0DA9D86B5B56}"/>
              </a:ext>
            </a:extLst>
          </p:cNvPr>
          <p:cNvSpPr txBox="1">
            <a:spLocks/>
          </p:cNvSpPr>
          <p:nvPr/>
        </p:nvSpPr>
        <p:spPr>
          <a:xfrm>
            <a:off x="171450" y="54883"/>
            <a:ext cx="8229600" cy="442368"/>
          </a:xfrm>
          <a:prstGeom prst="rect">
            <a:avLst/>
          </a:prstGeom>
        </p:spPr>
        <p:txBody>
          <a:bodyPr vert="horz" lIns="0" tIns="0" rIns="91440" bIns="45720" rtlCol="0" anchor="t"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300" b="1" dirty="0"/>
              <a:t>Value Proposition for HSI</a:t>
            </a:r>
            <a:br>
              <a:rPr lang="en-US" sz="4800" spc="100" dirty="0">
                <a:solidFill>
                  <a:srgbClr val="FF0600"/>
                </a:solidFill>
                <a:latin typeface="Montserrat"/>
                <a:cs typeface="Montserrat"/>
              </a:rPr>
            </a:br>
            <a:endParaRPr lang="en-US" sz="4500" spc="100" dirty="0">
              <a:solidFill>
                <a:schemeClr val="bg1"/>
              </a:solidFill>
              <a:latin typeface="Times New Roman"/>
              <a:cs typeface="Times New Roman"/>
            </a:endParaRPr>
          </a:p>
        </p:txBody>
      </p:sp>
      <p:sp>
        <p:nvSpPr>
          <p:cNvPr id="2" name="TextBox 1">
            <a:extLst>
              <a:ext uri="{FF2B5EF4-FFF2-40B4-BE49-F238E27FC236}">
                <a16:creationId xmlns:a16="http://schemas.microsoft.com/office/drawing/2014/main" id="{BA3457C6-F9E5-DD20-AC91-6AAF16E6F66D}"/>
              </a:ext>
            </a:extLst>
          </p:cNvPr>
          <p:cNvSpPr txBox="1"/>
          <p:nvPr/>
        </p:nvSpPr>
        <p:spPr>
          <a:xfrm>
            <a:off x="485775" y="772754"/>
            <a:ext cx="3800475" cy="1754326"/>
          </a:xfrm>
          <a:prstGeom prst="rect">
            <a:avLst/>
          </a:prstGeom>
          <a:solidFill>
            <a:schemeClr val="accent5">
              <a:lumMod val="60000"/>
              <a:lumOff val="40000"/>
            </a:schemeClr>
          </a:solidFill>
        </p:spPr>
        <p:txBody>
          <a:bodyPr wrap="square" rtlCol="0">
            <a:spAutoFit/>
          </a:bodyPr>
          <a:lstStyle/>
          <a:p>
            <a:pPr algn="ctr"/>
            <a:r>
              <a:rPr lang="en-AU" sz="1350" b="1" u="sng" dirty="0"/>
              <a:t>Performance</a:t>
            </a:r>
          </a:p>
          <a:p>
            <a:r>
              <a:rPr lang="en-AU" sz="1350" dirty="0"/>
              <a:t>HSI activities support the development of systems to ensure:</a:t>
            </a:r>
          </a:p>
          <a:p>
            <a:pPr marL="214313" indent="-214313">
              <a:buFontTx/>
              <a:buChar char="-"/>
            </a:pPr>
            <a:r>
              <a:rPr lang="en-AU" sz="1350" dirty="0"/>
              <a:t>Meet the required capability</a:t>
            </a:r>
          </a:p>
          <a:p>
            <a:pPr marL="214313" indent="-214313">
              <a:buFontTx/>
              <a:buChar char="-"/>
            </a:pPr>
            <a:r>
              <a:rPr lang="en-AU" sz="1350" dirty="0"/>
              <a:t>Consider human possibilities, limitations and necessities</a:t>
            </a:r>
          </a:p>
          <a:p>
            <a:pPr marL="214313" indent="-214313">
              <a:buFontTx/>
              <a:buChar char="-"/>
            </a:pPr>
            <a:r>
              <a:rPr lang="en-AU" sz="1350" dirty="0"/>
              <a:t>Optimise the sociotechnical system performance</a:t>
            </a:r>
          </a:p>
        </p:txBody>
      </p:sp>
      <p:sp>
        <p:nvSpPr>
          <p:cNvPr id="12" name="TextBox 11">
            <a:extLst>
              <a:ext uri="{FF2B5EF4-FFF2-40B4-BE49-F238E27FC236}">
                <a16:creationId xmlns:a16="http://schemas.microsoft.com/office/drawing/2014/main" id="{5BBC006B-D577-B915-D80F-83D8E087F78E}"/>
              </a:ext>
            </a:extLst>
          </p:cNvPr>
          <p:cNvSpPr txBox="1"/>
          <p:nvPr/>
        </p:nvSpPr>
        <p:spPr>
          <a:xfrm>
            <a:off x="485775" y="2577442"/>
            <a:ext cx="3800475" cy="1962076"/>
          </a:xfrm>
          <a:prstGeom prst="rect">
            <a:avLst/>
          </a:prstGeom>
          <a:solidFill>
            <a:srgbClr val="FFC000"/>
          </a:solidFill>
        </p:spPr>
        <p:txBody>
          <a:bodyPr wrap="square" rtlCol="0">
            <a:spAutoFit/>
          </a:bodyPr>
          <a:lstStyle/>
          <a:p>
            <a:pPr algn="ctr"/>
            <a:r>
              <a:rPr lang="en-AU" sz="1350" b="1" u="sng" dirty="0"/>
              <a:t>Risk</a:t>
            </a:r>
          </a:p>
          <a:p>
            <a:r>
              <a:rPr lang="en-AU" sz="1350" dirty="0"/>
              <a:t>Manage program risk:</a:t>
            </a:r>
          </a:p>
          <a:p>
            <a:pPr marL="214313" indent="-214313">
              <a:buFontTx/>
              <a:buChar char="-"/>
            </a:pPr>
            <a:r>
              <a:rPr lang="en-AU" sz="1350" dirty="0"/>
              <a:t>Earlier in the lifecycle</a:t>
            </a:r>
          </a:p>
          <a:p>
            <a:pPr marL="214313" indent="-214313">
              <a:buFontTx/>
              <a:buChar char="-"/>
            </a:pPr>
            <a:r>
              <a:rPr lang="en-AU" sz="1350" dirty="0"/>
              <a:t>Reducing costs to rectify defects if they were discovered later</a:t>
            </a:r>
          </a:p>
          <a:p>
            <a:r>
              <a:rPr lang="en-AU" sz="1350" dirty="0"/>
              <a:t>Control risks throughout the lifecycle:</a:t>
            </a:r>
          </a:p>
          <a:p>
            <a:pPr marL="214313" indent="-214313">
              <a:buFontTx/>
              <a:buChar char="-"/>
            </a:pPr>
            <a:r>
              <a:rPr lang="en-AU" sz="1350" dirty="0"/>
              <a:t>Safety during operations and maintenance</a:t>
            </a:r>
          </a:p>
          <a:p>
            <a:pPr marL="214313" indent="-214313">
              <a:buFontTx/>
              <a:buChar char="-"/>
            </a:pPr>
            <a:r>
              <a:rPr lang="en-AU" sz="1350" dirty="0"/>
              <a:t>Long term damage to health or wellbeing</a:t>
            </a:r>
          </a:p>
          <a:p>
            <a:pPr marL="214313" indent="-214313">
              <a:buFontTx/>
              <a:buChar char="-"/>
            </a:pPr>
            <a:r>
              <a:rPr lang="en-AU" sz="1350" dirty="0"/>
              <a:t>Loss of life</a:t>
            </a:r>
          </a:p>
        </p:txBody>
      </p:sp>
      <p:sp>
        <p:nvSpPr>
          <p:cNvPr id="14" name="TextBox 13">
            <a:extLst>
              <a:ext uri="{FF2B5EF4-FFF2-40B4-BE49-F238E27FC236}">
                <a16:creationId xmlns:a16="http://schemas.microsoft.com/office/drawing/2014/main" id="{D3F34E12-EAB3-FAB2-3E2C-16C611691469}"/>
              </a:ext>
            </a:extLst>
          </p:cNvPr>
          <p:cNvSpPr txBox="1"/>
          <p:nvPr/>
        </p:nvSpPr>
        <p:spPr>
          <a:xfrm>
            <a:off x="4950620" y="772753"/>
            <a:ext cx="3800475" cy="923330"/>
          </a:xfrm>
          <a:prstGeom prst="rect">
            <a:avLst/>
          </a:prstGeom>
          <a:solidFill>
            <a:srgbClr val="C198E0"/>
          </a:solidFill>
        </p:spPr>
        <p:txBody>
          <a:bodyPr wrap="square" rtlCol="0">
            <a:spAutoFit/>
          </a:bodyPr>
          <a:lstStyle/>
          <a:p>
            <a:pPr algn="ctr"/>
            <a:r>
              <a:rPr lang="en-AU" sz="1350" b="1" u="sng" dirty="0"/>
              <a:t>Cost</a:t>
            </a:r>
          </a:p>
          <a:p>
            <a:pPr marL="214313" indent="-214313">
              <a:buFontTx/>
              <a:buChar char="-"/>
            </a:pPr>
            <a:r>
              <a:rPr lang="en-AU" sz="1350" dirty="0"/>
              <a:t>Reduce program costs (see program risk)</a:t>
            </a:r>
          </a:p>
          <a:p>
            <a:pPr marL="214313" indent="-214313">
              <a:buFontTx/>
              <a:buChar char="-"/>
            </a:pPr>
            <a:r>
              <a:rPr lang="en-AU" sz="1350" dirty="0"/>
              <a:t>Reduce and optimise project costs over the whole systems lifecycle.</a:t>
            </a:r>
          </a:p>
        </p:txBody>
      </p:sp>
      <p:sp>
        <p:nvSpPr>
          <p:cNvPr id="15" name="TextBox 14">
            <a:extLst>
              <a:ext uri="{FF2B5EF4-FFF2-40B4-BE49-F238E27FC236}">
                <a16:creationId xmlns:a16="http://schemas.microsoft.com/office/drawing/2014/main" id="{DFFC6239-93CD-FE4D-DE4D-D786A72CA9A5}"/>
              </a:ext>
            </a:extLst>
          </p:cNvPr>
          <p:cNvSpPr txBox="1"/>
          <p:nvPr/>
        </p:nvSpPr>
        <p:spPr>
          <a:xfrm>
            <a:off x="4950620" y="2127320"/>
            <a:ext cx="3800475" cy="923330"/>
          </a:xfrm>
          <a:prstGeom prst="rect">
            <a:avLst/>
          </a:prstGeom>
          <a:solidFill>
            <a:schemeClr val="bg2">
              <a:lumMod val="90000"/>
            </a:schemeClr>
          </a:solidFill>
        </p:spPr>
        <p:txBody>
          <a:bodyPr wrap="square" rtlCol="0">
            <a:spAutoFit/>
          </a:bodyPr>
          <a:lstStyle/>
          <a:p>
            <a:pPr algn="ctr"/>
            <a:r>
              <a:rPr lang="en-AU" sz="1350" b="1" u="sng" dirty="0"/>
              <a:t>Time</a:t>
            </a:r>
          </a:p>
          <a:p>
            <a:pPr marL="214313" indent="-214313">
              <a:buFontTx/>
              <a:buChar char="-"/>
            </a:pPr>
            <a:r>
              <a:rPr lang="en-AU" sz="1350" dirty="0"/>
              <a:t>Reduce risk of programmatic time overruns</a:t>
            </a:r>
          </a:p>
          <a:p>
            <a:pPr marL="214313" indent="-214313">
              <a:buFontTx/>
              <a:buChar char="-"/>
            </a:pPr>
            <a:r>
              <a:rPr lang="en-AU" sz="1350" dirty="0"/>
              <a:t>Improve efficiency of effort and reduction of rework</a:t>
            </a:r>
          </a:p>
        </p:txBody>
      </p:sp>
      <p:sp>
        <p:nvSpPr>
          <p:cNvPr id="16" name="TextBox 15">
            <a:extLst>
              <a:ext uri="{FF2B5EF4-FFF2-40B4-BE49-F238E27FC236}">
                <a16:creationId xmlns:a16="http://schemas.microsoft.com/office/drawing/2014/main" id="{A4E4C160-25C3-6240-CA6D-764AE42783C3}"/>
              </a:ext>
            </a:extLst>
          </p:cNvPr>
          <p:cNvSpPr txBox="1"/>
          <p:nvPr/>
        </p:nvSpPr>
        <p:spPr>
          <a:xfrm>
            <a:off x="4950620" y="3408439"/>
            <a:ext cx="3800475" cy="1338828"/>
          </a:xfrm>
          <a:prstGeom prst="rect">
            <a:avLst/>
          </a:prstGeom>
          <a:solidFill>
            <a:srgbClr val="C7E6A4"/>
          </a:solidFill>
        </p:spPr>
        <p:txBody>
          <a:bodyPr wrap="square" rtlCol="0">
            <a:spAutoFit/>
          </a:bodyPr>
          <a:lstStyle/>
          <a:p>
            <a:pPr algn="ctr"/>
            <a:r>
              <a:rPr lang="en-AU" sz="1350" b="1" u="sng" dirty="0"/>
              <a:t>Organisation </a:t>
            </a:r>
          </a:p>
          <a:p>
            <a:pPr marL="214313" indent="-214313">
              <a:buFontTx/>
              <a:buChar char="-"/>
            </a:pPr>
            <a:r>
              <a:rPr lang="en-AU" sz="1350" dirty="0"/>
              <a:t>Improve integration during projects, reducing silos</a:t>
            </a:r>
          </a:p>
          <a:p>
            <a:pPr marL="214313" indent="-214313">
              <a:buFontTx/>
              <a:buChar char="-"/>
            </a:pPr>
            <a:r>
              <a:rPr lang="en-AU" sz="1350" dirty="0"/>
              <a:t>Develops the skills of the SE and HF workforce</a:t>
            </a:r>
          </a:p>
          <a:p>
            <a:pPr marL="214313" indent="-214313">
              <a:buFontTx/>
              <a:buChar char="-"/>
            </a:pPr>
            <a:r>
              <a:rPr lang="en-AU" sz="1350" dirty="0"/>
              <a:t>Used across project portfolios</a:t>
            </a:r>
          </a:p>
        </p:txBody>
      </p:sp>
      <p:sp>
        <p:nvSpPr>
          <p:cNvPr id="3" name="Text Placeholder 2">
            <a:extLst>
              <a:ext uri="{FF2B5EF4-FFF2-40B4-BE49-F238E27FC236}">
                <a16:creationId xmlns:a16="http://schemas.microsoft.com/office/drawing/2014/main" id="{4D31ADF7-C44D-7A9D-763D-2EA985181A2D}"/>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655082776"/>
      </p:ext>
    </p:extLst>
  </p:cSld>
  <p:clrMapOvr>
    <a:masterClrMapping/>
  </p:clrMapOvr>
  <mc:AlternateContent xmlns:mc="http://schemas.openxmlformats.org/markup-compatibility/2006" xmlns:p14="http://schemas.microsoft.com/office/powerpoint/2010/main">
    <mc:Choice Requires="p14">
      <p:transition spd="slow" p14:dur="2000" advTm="51140"/>
    </mc:Choice>
    <mc:Fallback xmlns="">
      <p:transition spd="slow" advTm="5114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0C415C97-C21C-4C43-B280-176F3F2A8C48}"/>
              </a:ext>
            </a:extLst>
          </p:cNvPr>
          <p:cNvPicPr/>
          <p:nvPr/>
        </p:nvPicPr>
        <p:blipFill>
          <a:blip r:embed="rId3" cstate="hqprint">
            <a:extLst>
              <a:ext uri="{28A0092B-C50C-407E-A947-70E740481C1C}">
                <a14:useLocalDpi xmlns:a14="http://schemas.microsoft.com/office/drawing/2010/main" val="0"/>
              </a:ext>
            </a:extLst>
          </a:blip>
          <a:stretch>
            <a:fillRect/>
          </a:stretch>
        </p:blipFill>
        <p:spPr>
          <a:xfrm>
            <a:off x="1150144" y="742950"/>
            <a:ext cx="6684472" cy="3417138"/>
          </a:xfrm>
          <a:prstGeom prst="rect">
            <a:avLst/>
          </a:prstGeom>
        </p:spPr>
      </p:pic>
      <p:sp>
        <p:nvSpPr>
          <p:cNvPr id="6" name="Title 1">
            <a:extLst>
              <a:ext uri="{FF2B5EF4-FFF2-40B4-BE49-F238E27FC236}">
                <a16:creationId xmlns:a16="http://schemas.microsoft.com/office/drawing/2014/main" id="{79062213-6C2C-4CA1-BF1A-55B6D971076B}"/>
              </a:ext>
            </a:extLst>
          </p:cNvPr>
          <p:cNvSpPr txBox="1">
            <a:spLocks/>
          </p:cNvSpPr>
          <p:nvPr/>
        </p:nvSpPr>
        <p:spPr>
          <a:xfrm>
            <a:off x="171450" y="54883"/>
            <a:ext cx="8229600" cy="442368"/>
          </a:xfrm>
          <a:prstGeom prst="rect">
            <a:avLst/>
          </a:prstGeom>
        </p:spPr>
        <p:txBody>
          <a:bodyPr vert="horz" lIns="0" tIns="0" rIns="91440" bIns="45720" rtlCol="0" anchor="t"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AU" sz="3300" dirty="0"/>
              <a:t>History of HSI</a:t>
            </a:r>
            <a:endParaRPr lang="en-US" sz="4500" spc="100" dirty="0">
              <a:solidFill>
                <a:schemeClr val="bg1"/>
              </a:solidFill>
              <a:latin typeface="Times New Roman"/>
              <a:cs typeface="Times New Roman"/>
            </a:endParaRPr>
          </a:p>
        </p:txBody>
      </p:sp>
      <p:sp>
        <p:nvSpPr>
          <p:cNvPr id="8" name="TextBox 7">
            <a:extLst>
              <a:ext uri="{FF2B5EF4-FFF2-40B4-BE49-F238E27FC236}">
                <a16:creationId xmlns:a16="http://schemas.microsoft.com/office/drawing/2014/main" id="{F097553D-2A71-4B74-A7EF-3E1683169834}"/>
              </a:ext>
            </a:extLst>
          </p:cNvPr>
          <p:cNvSpPr txBox="1"/>
          <p:nvPr/>
        </p:nvSpPr>
        <p:spPr>
          <a:xfrm>
            <a:off x="457200" y="4266589"/>
            <a:ext cx="7879702" cy="276999"/>
          </a:xfrm>
          <a:prstGeom prst="rect">
            <a:avLst/>
          </a:prstGeom>
          <a:noFill/>
        </p:spPr>
        <p:txBody>
          <a:bodyPr wrap="square" rtlCol="0">
            <a:spAutoFit/>
          </a:bodyPr>
          <a:lstStyle/>
          <a:p>
            <a:pPr algn="ctr"/>
            <a:r>
              <a:rPr lang="en-AU" sz="1200" i="1" dirty="0"/>
              <a:t>From Guy Andre Boy (2020).  Human-Systems Integration: From Virtual to Tangible.</a:t>
            </a:r>
          </a:p>
        </p:txBody>
      </p:sp>
      <p:sp>
        <p:nvSpPr>
          <p:cNvPr id="2" name="Text Placeholder 1">
            <a:extLst>
              <a:ext uri="{FF2B5EF4-FFF2-40B4-BE49-F238E27FC236}">
                <a16:creationId xmlns:a16="http://schemas.microsoft.com/office/drawing/2014/main" id="{382A2558-7DF6-5A3A-6061-F2C1AC6C2DF0}"/>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763421091"/>
      </p:ext>
    </p:extLst>
  </p:cSld>
  <p:clrMapOvr>
    <a:masterClrMapping/>
  </p:clrMapOvr>
  <mc:AlternateContent xmlns:mc="http://schemas.openxmlformats.org/markup-compatibility/2006" xmlns:p14="http://schemas.microsoft.com/office/powerpoint/2010/main">
    <mc:Choice Requires="p14">
      <p:transition spd="slow" p14:dur="2000" advTm="51140"/>
    </mc:Choice>
    <mc:Fallback xmlns="">
      <p:transition spd="slow" advTm="5114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FD871063-82B1-7A94-4FE4-6506D66934C3}"/>
              </a:ext>
            </a:extLst>
          </p:cNvPr>
          <p:cNvSpPr>
            <a:spLocks noGrp="1"/>
          </p:cNvSpPr>
          <p:nvPr>
            <p:ph type="body" sz="quarter" idx="17"/>
          </p:nvPr>
        </p:nvSpPr>
        <p:spPr/>
        <p:txBody>
          <a:bodyPr/>
          <a:lstStyle/>
          <a:p>
            <a:endParaRPr lang="en-US"/>
          </a:p>
        </p:txBody>
      </p:sp>
      <p:sp>
        <p:nvSpPr>
          <p:cNvPr id="2" name="Title 1">
            <a:extLst>
              <a:ext uri="{FF2B5EF4-FFF2-40B4-BE49-F238E27FC236}">
                <a16:creationId xmlns:a16="http://schemas.microsoft.com/office/drawing/2014/main" id="{EB69DF0B-F5BD-D8A9-1DE1-028C7F59D996}"/>
              </a:ext>
            </a:extLst>
          </p:cNvPr>
          <p:cNvSpPr>
            <a:spLocks noGrp="1"/>
          </p:cNvSpPr>
          <p:nvPr>
            <p:ph type="title" idx="4294967295"/>
          </p:nvPr>
        </p:nvSpPr>
        <p:spPr>
          <a:xfrm>
            <a:off x="0" y="98425"/>
            <a:ext cx="7543800" cy="560388"/>
          </a:xfrm>
        </p:spPr>
        <p:txBody>
          <a:bodyPr>
            <a:normAutofit/>
          </a:bodyPr>
          <a:lstStyle/>
          <a:p>
            <a:r>
              <a:rPr lang="en-AU" sz="3300" dirty="0"/>
              <a:t>History of HSI</a:t>
            </a:r>
          </a:p>
        </p:txBody>
      </p:sp>
      <p:sp>
        <p:nvSpPr>
          <p:cNvPr id="5" name="Rectangle 4">
            <a:extLst>
              <a:ext uri="{FF2B5EF4-FFF2-40B4-BE49-F238E27FC236}">
                <a16:creationId xmlns:a16="http://schemas.microsoft.com/office/drawing/2014/main" id="{6F38BC4F-DD88-C3D4-5FE7-551723A9B966}"/>
              </a:ext>
            </a:extLst>
          </p:cNvPr>
          <p:cNvSpPr/>
          <p:nvPr/>
        </p:nvSpPr>
        <p:spPr>
          <a:xfrm>
            <a:off x="316363" y="1023460"/>
            <a:ext cx="2006030" cy="34838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6" name="Content Placeholder 2">
            <a:extLst>
              <a:ext uri="{FF2B5EF4-FFF2-40B4-BE49-F238E27FC236}">
                <a16:creationId xmlns:a16="http://schemas.microsoft.com/office/drawing/2014/main" id="{81080C39-38F3-EBCC-A0C6-15D3C62B423A}"/>
              </a:ext>
            </a:extLst>
          </p:cNvPr>
          <p:cNvSpPr txBox="1">
            <a:spLocks/>
          </p:cNvSpPr>
          <p:nvPr/>
        </p:nvSpPr>
        <p:spPr>
          <a:xfrm>
            <a:off x="346343" y="1075897"/>
            <a:ext cx="1833321" cy="3327704"/>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r>
              <a:rPr lang="en-AU" sz="1400" dirty="0">
                <a:solidFill>
                  <a:srgbClr val="353535"/>
                </a:solidFill>
              </a:rPr>
              <a:t>From…</a:t>
            </a:r>
          </a:p>
          <a:p>
            <a:r>
              <a:rPr lang="en-AU" sz="1400" dirty="0">
                <a:solidFill>
                  <a:srgbClr val="353535"/>
                </a:solidFill>
              </a:rPr>
              <a:t>Technology-centred product design and development </a:t>
            </a:r>
          </a:p>
          <a:p>
            <a:r>
              <a:rPr lang="en-AU" sz="1400" dirty="0">
                <a:solidFill>
                  <a:srgbClr val="353535"/>
                </a:solidFill>
              </a:rPr>
              <a:t>Focussed on training of personnel once the system development was almost complete.</a:t>
            </a:r>
          </a:p>
        </p:txBody>
      </p:sp>
      <p:sp>
        <p:nvSpPr>
          <p:cNvPr id="7" name="Rectangle 6">
            <a:extLst>
              <a:ext uri="{FF2B5EF4-FFF2-40B4-BE49-F238E27FC236}">
                <a16:creationId xmlns:a16="http://schemas.microsoft.com/office/drawing/2014/main" id="{27149199-22B4-1ECB-713D-7FEC52E6986C}"/>
              </a:ext>
            </a:extLst>
          </p:cNvPr>
          <p:cNvSpPr/>
          <p:nvPr/>
        </p:nvSpPr>
        <p:spPr>
          <a:xfrm>
            <a:off x="2908283" y="1023990"/>
            <a:ext cx="3333719" cy="34838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8" name="Content Placeholder 2">
            <a:extLst>
              <a:ext uri="{FF2B5EF4-FFF2-40B4-BE49-F238E27FC236}">
                <a16:creationId xmlns:a16="http://schemas.microsoft.com/office/drawing/2014/main" id="{9CD54BC3-603F-5B58-EB02-5193853DAED3}"/>
              </a:ext>
            </a:extLst>
          </p:cNvPr>
          <p:cNvSpPr txBox="1">
            <a:spLocks/>
          </p:cNvSpPr>
          <p:nvPr/>
        </p:nvSpPr>
        <p:spPr>
          <a:xfrm>
            <a:off x="2939017" y="1076429"/>
            <a:ext cx="3273005" cy="3327173"/>
          </a:xfrm>
          <a:prstGeom prst="rect">
            <a:avLst/>
          </a:prstGeom>
          <a:solidFill>
            <a:schemeClr val="bg1"/>
          </a:solidFill>
        </p:spPr>
        <p:txBody>
          <a:bodyPr vert="horz" lIns="91440" tIns="45720" rIns="91440" bIns="45720" rtlCol="0" anchor="t">
            <a:normAutofit fontScale="925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r>
              <a:rPr lang="en-AU" sz="1400">
                <a:solidFill>
                  <a:srgbClr val="353535"/>
                </a:solidFill>
              </a:rPr>
              <a:t>Then…</a:t>
            </a:r>
          </a:p>
          <a:p>
            <a:r>
              <a:rPr lang="en-AU" sz="1400">
                <a:solidFill>
                  <a:srgbClr val="353535"/>
                </a:solidFill>
              </a:rPr>
              <a:t>HSI borne out of US Army efforts to formalise whole of system processes.   </a:t>
            </a:r>
          </a:p>
          <a:p>
            <a:r>
              <a:rPr lang="en-AU" sz="1400">
                <a:solidFill>
                  <a:srgbClr val="353535"/>
                </a:solidFill>
              </a:rPr>
              <a:t>MANPRINT (Manpower and Personnel Integration) program 1986 sought to address the integration of the human aspects into the SE activities</a:t>
            </a:r>
          </a:p>
          <a:p>
            <a:r>
              <a:rPr lang="en-AU" sz="1400">
                <a:solidFill>
                  <a:srgbClr val="353535"/>
                </a:solidFill>
              </a:rPr>
              <a:t>Bringing in HF analyses earlier into the development</a:t>
            </a:r>
          </a:p>
          <a:p>
            <a:r>
              <a:rPr lang="en-AU" sz="1400">
                <a:solidFill>
                  <a:srgbClr val="353535"/>
                </a:solidFill>
              </a:rPr>
              <a:t>Limited to the users of the operational system</a:t>
            </a:r>
          </a:p>
        </p:txBody>
      </p:sp>
      <p:sp>
        <p:nvSpPr>
          <p:cNvPr id="9" name="TextBox 8">
            <a:extLst>
              <a:ext uri="{FF2B5EF4-FFF2-40B4-BE49-F238E27FC236}">
                <a16:creationId xmlns:a16="http://schemas.microsoft.com/office/drawing/2014/main" id="{7DF428D2-525C-3D5F-0DFF-B27EA9ACE951}"/>
              </a:ext>
            </a:extLst>
          </p:cNvPr>
          <p:cNvSpPr txBox="1"/>
          <p:nvPr/>
        </p:nvSpPr>
        <p:spPr>
          <a:xfrm>
            <a:off x="2839627" y="662417"/>
            <a:ext cx="813636" cy="338554"/>
          </a:xfrm>
          <a:prstGeom prst="rect">
            <a:avLst/>
          </a:prstGeom>
          <a:solidFill>
            <a:schemeClr val="bg1"/>
          </a:solidFill>
        </p:spPr>
        <p:txBody>
          <a:bodyPr wrap="square" rtlCol="0">
            <a:spAutoFit/>
          </a:bodyPr>
          <a:lstStyle/>
          <a:p>
            <a:r>
              <a:rPr lang="en-AU" sz="1600"/>
              <a:t>1980s</a:t>
            </a:r>
          </a:p>
        </p:txBody>
      </p:sp>
      <p:sp>
        <p:nvSpPr>
          <p:cNvPr id="10" name="TextBox 9">
            <a:extLst>
              <a:ext uri="{FF2B5EF4-FFF2-40B4-BE49-F238E27FC236}">
                <a16:creationId xmlns:a16="http://schemas.microsoft.com/office/drawing/2014/main" id="{184ACC18-9221-6266-DF03-FF8B7C3F77D2}"/>
              </a:ext>
            </a:extLst>
          </p:cNvPr>
          <p:cNvSpPr txBox="1"/>
          <p:nvPr/>
        </p:nvSpPr>
        <p:spPr>
          <a:xfrm>
            <a:off x="316364" y="669914"/>
            <a:ext cx="1282437" cy="338554"/>
          </a:xfrm>
          <a:prstGeom prst="rect">
            <a:avLst/>
          </a:prstGeom>
          <a:solidFill>
            <a:schemeClr val="bg1"/>
          </a:solidFill>
        </p:spPr>
        <p:txBody>
          <a:bodyPr wrap="square" rtlCol="0">
            <a:spAutoFit/>
          </a:bodyPr>
          <a:lstStyle/>
          <a:p>
            <a:r>
              <a:rPr lang="en-AU" sz="1600" dirty="0"/>
              <a:t>Pre-1980s</a:t>
            </a:r>
          </a:p>
        </p:txBody>
      </p:sp>
      <p:sp>
        <p:nvSpPr>
          <p:cNvPr id="11" name="Arrow: Right 10">
            <a:extLst>
              <a:ext uri="{FF2B5EF4-FFF2-40B4-BE49-F238E27FC236}">
                <a16:creationId xmlns:a16="http://schemas.microsoft.com/office/drawing/2014/main" id="{CE901953-9E8F-B3A7-C50D-FC5965213478}"/>
              </a:ext>
            </a:extLst>
          </p:cNvPr>
          <p:cNvSpPr/>
          <p:nvPr/>
        </p:nvSpPr>
        <p:spPr>
          <a:xfrm>
            <a:off x="2427195" y="2476886"/>
            <a:ext cx="412433" cy="37868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2" name="Arrow: Right 11">
            <a:extLst>
              <a:ext uri="{FF2B5EF4-FFF2-40B4-BE49-F238E27FC236}">
                <a16:creationId xmlns:a16="http://schemas.microsoft.com/office/drawing/2014/main" id="{9B41AB87-8C72-EF8F-204E-A2A625928C52}"/>
              </a:ext>
            </a:extLst>
          </p:cNvPr>
          <p:cNvSpPr/>
          <p:nvPr/>
        </p:nvSpPr>
        <p:spPr>
          <a:xfrm>
            <a:off x="6329431" y="2476886"/>
            <a:ext cx="412433" cy="37868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3" name="Rectangle 12">
            <a:extLst>
              <a:ext uri="{FF2B5EF4-FFF2-40B4-BE49-F238E27FC236}">
                <a16:creationId xmlns:a16="http://schemas.microsoft.com/office/drawing/2014/main" id="{E71E36AD-51C4-57DE-DCCB-EABC7A69D4DE}"/>
              </a:ext>
            </a:extLst>
          </p:cNvPr>
          <p:cNvSpPr/>
          <p:nvPr/>
        </p:nvSpPr>
        <p:spPr>
          <a:xfrm>
            <a:off x="6826293" y="1013152"/>
            <a:ext cx="2161056" cy="34838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4" name="Content Placeholder 2">
            <a:extLst>
              <a:ext uri="{FF2B5EF4-FFF2-40B4-BE49-F238E27FC236}">
                <a16:creationId xmlns:a16="http://schemas.microsoft.com/office/drawing/2014/main" id="{4AFB3EA4-395E-F274-7949-65C6B7E9FBC2}"/>
              </a:ext>
            </a:extLst>
          </p:cNvPr>
          <p:cNvSpPr txBox="1">
            <a:spLocks/>
          </p:cNvSpPr>
          <p:nvPr/>
        </p:nvSpPr>
        <p:spPr>
          <a:xfrm>
            <a:off x="6886023" y="1118853"/>
            <a:ext cx="2041598" cy="3094747"/>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r>
              <a:rPr lang="en-AU" sz="1300">
                <a:solidFill>
                  <a:srgbClr val="353535"/>
                </a:solidFill>
              </a:rPr>
              <a:t>Now</a:t>
            </a:r>
          </a:p>
          <a:p>
            <a:r>
              <a:rPr lang="en-AU" sz="1300">
                <a:solidFill>
                  <a:srgbClr val="353535"/>
                </a:solidFill>
              </a:rPr>
              <a:t>Not just defence domains</a:t>
            </a:r>
          </a:p>
          <a:p>
            <a:r>
              <a:rPr lang="en-AU" sz="1300">
                <a:solidFill>
                  <a:srgbClr val="353535"/>
                </a:solidFill>
              </a:rPr>
              <a:t>All humans and organisations at any stage of the system lifecycle</a:t>
            </a:r>
          </a:p>
          <a:p>
            <a:r>
              <a:rPr lang="en-AU" sz="1300">
                <a:solidFill>
                  <a:srgbClr val="353535"/>
                </a:solidFill>
              </a:rPr>
              <a:t>Human-in-the-loop simulation in virtual engineering</a:t>
            </a:r>
          </a:p>
        </p:txBody>
      </p:sp>
      <p:sp>
        <p:nvSpPr>
          <p:cNvPr id="15" name="TextBox 14">
            <a:extLst>
              <a:ext uri="{FF2B5EF4-FFF2-40B4-BE49-F238E27FC236}">
                <a16:creationId xmlns:a16="http://schemas.microsoft.com/office/drawing/2014/main" id="{3D82683A-532D-0EAB-ACD2-701CA58B4C7B}"/>
              </a:ext>
            </a:extLst>
          </p:cNvPr>
          <p:cNvSpPr txBox="1"/>
          <p:nvPr/>
        </p:nvSpPr>
        <p:spPr>
          <a:xfrm>
            <a:off x="6777177" y="625018"/>
            <a:ext cx="1471066" cy="338554"/>
          </a:xfrm>
          <a:prstGeom prst="rect">
            <a:avLst/>
          </a:prstGeom>
          <a:solidFill>
            <a:schemeClr val="bg1"/>
          </a:solidFill>
        </p:spPr>
        <p:txBody>
          <a:bodyPr wrap="square" rtlCol="0">
            <a:spAutoFit/>
          </a:bodyPr>
          <a:lstStyle/>
          <a:p>
            <a:r>
              <a:rPr lang="en-AU" sz="1600"/>
              <a:t>Modern Day</a:t>
            </a:r>
          </a:p>
        </p:txBody>
      </p:sp>
      <p:sp>
        <p:nvSpPr>
          <p:cNvPr id="3" name="TextBox 2">
            <a:extLst>
              <a:ext uri="{FF2B5EF4-FFF2-40B4-BE49-F238E27FC236}">
                <a16:creationId xmlns:a16="http://schemas.microsoft.com/office/drawing/2014/main" id="{8DC7696A-065F-0EA5-3C5F-AAA60C58463B}"/>
              </a:ext>
            </a:extLst>
          </p:cNvPr>
          <p:cNvSpPr txBox="1"/>
          <p:nvPr/>
        </p:nvSpPr>
        <p:spPr>
          <a:xfrm>
            <a:off x="317960" y="4175025"/>
            <a:ext cx="2006031" cy="507831"/>
          </a:xfrm>
          <a:prstGeom prst="rect">
            <a:avLst/>
          </a:prstGeom>
          <a:solidFill>
            <a:srgbClr val="3D91BC"/>
          </a:solidFill>
        </p:spPr>
        <p:txBody>
          <a:bodyPr wrap="square" rtlCol="0">
            <a:spAutoFit/>
          </a:bodyPr>
          <a:lstStyle/>
          <a:p>
            <a:pPr algn="ctr"/>
            <a:r>
              <a:rPr lang="en-AU" sz="1350" dirty="0">
                <a:solidFill>
                  <a:schemeClr val="bg1"/>
                </a:solidFill>
              </a:rPr>
              <a:t>Fitting the human to the technology</a:t>
            </a:r>
          </a:p>
        </p:txBody>
      </p:sp>
      <p:sp>
        <p:nvSpPr>
          <p:cNvPr id="16" name="TextBox 15">
            <a:extLst>
              <a:ext uri="{FF2B5EF4-FFF2-40B4-BE49-F238E27FC236}">
                <a16:creationId xmlns:a16="http://schemas.microsoft.com/office/drawing/2014/main" id="{9BFA3D53-04C7-4C78-7D22-6C1A80EA4014}"/>
              </a:ext>
            </a:extLst>
          </p:cNvPr>
          <p:cNvSpPr txBox="1"/>
          <p:nvPr/>
        </p:nvSpPr>
        <p:spPr>
          <a:xfrm>
            <a:off x="2906685" y="4386411"/>
            <a:ext cx="3335317" cy="300082"/>
          </a:xfrm>
          <a:prstGeom prst="rect">
            <a:avLst/>
          </a:prstGeom>
          <a:solidFill>
            <a:srgbClr val="3D91BC"/>
          </a:solidFill>
        </p:spPr>
        <p:txBody>
          <a:bodyPr wrap="square" rtlCol="0">
            <a:spAutoFit/>
          </a:bodyPr>
          <a:lstStyle/>
          <a:p>
            <a:pPr algn="ctr"/>
            <a:r>
              <a:rPr lang="en-AU" sz="1350" dirty="0">
                <a:solidFill>
                  <a:schemeClr val="bg1"/>
                </a:solidFill>
              </a:rPr>
              <a:t>Fitting the technology to human needs</a:t>
            </a:r>
          </a:p>
        </p:txBody>
      </p:sp>
      <p:sp>
        <p:nvSpPr>
          <p:cNvPr id="17" name="TextBox 16">
            <a:extLst>
              <a:ext uri="{FF2B5EF4-FFF2-40B4-BE49-F238E27FC236}">
                <a16:creationId xmlns:a16="http://schemas.microsoft.com/office/drawing/2014/main" id="{94479A26-E1C6-BA9A-A74D-13392BCA48A5}"/>
              </a:ext>
            </a:extLst>
          </p:cNvPr>
          <p:cNvSpPr txBox="1"/>
          <p:nvPr/>
        </p:nvSpPr>
        <p:spPr>
          <a:xfrm>
            <a:off x="6819148" y="3964794"/>
            <a:ext cx="2165741" cy="715581"/>
          </a:xfrm>
          <a:prstGeom prst="rect">
            <a:avLst/>
          </a:prstGeom>
          <a:solidFill>
            <a:srgbClr val="3D91BC"/>
          </a:solidFill>
        </p:spPr>
        <p:txBody>
          <a:bodyPr wrap="square" rtlCol="0">
            <a:spAutoFit/>
          </a:bodyPr>
          <a:lstStyle/>
          <a:p>
            <a:pPr algn="ctr"/>
            <a:r>
              <a:rPr lang="en-AU" sz="1350" dirty="0">
                <a:solidFill>
                  <a:schemeClr val="bg1"/>
                </a:solidFill>
              </a:rPr>
              <a:t>Human-centred design that allows the human </a:t>
            </a:r>
            <a:br>
              <a:rPr lang="en-AU" sz="1350" dirty="0">
                <a:solidFill>
                  <a:schemeClr val="bg1"/>
                </a:solidFill>
              </a:rPr>
            </a:br>
            <a:r>
              <a:rPr lang="en-AU" sz="1350" dirty="0">
                <a:solidFill>
                  <a:schemeClr val="bg1"/>
                </a:solidFill>
              </a:rPr>
              <a:t>to “be human”</a:t>
            </a:r>
          </a:p>
        </p:txBody>
      </p:sp>
    </p:spTree>
    <p:extLst>
      <p:ext uri="{BB962C8B-B14F-4D97-AF65-F5344CB8AC3E}">
        <p14:creationId xmlns:p14="http://schemas.microsoft.com/office/powerpoint/2010/main" val="420504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210508C-14F7-3B77-D2DC-E371B2A81A4E}"/>
              </a:ext>
            </a:extLst>
          </p:cNvPr>
          <p:cNvSpPr txBox="1">
            <a:spLocks/>
          </p:cNvSpPr>
          <p:nvPr/>
        </p:nvSpPr>
        <p:spPr>
          <a:xfrm>
            <a:off x="135731" y="1"/>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450"/>
              </a:spcAft>
            </a:pPr>
            <a:r>
              <a:rPr lang="en-US" sz="3300" b="1" dirty="0"/>
              <a:t>The Scope of HSI</a:t>
            </a:r>
            <a:endParaRPr lang="en-US" sz="1500" b="1" dirty="0"/>
          </a:p>
        </p:txBody>
      </p:sp>
      <p:pic>
        <p:nvPicPr>
          <p:cNvPr id="8" name="Picture 7" descr="A diagram of a diagram of a company's health&#10;&#10;Description automatically generated with medium confidence">
            <a:extLst>
              <a:ext uri="{FF2B5EF4-FFF2-40B4-BE49-F238E27FC236}">
                <a16:creationId xmlns:a16="http://schemas.microsoft.com/office/drawing/2014/main" id="{7E81CB46-A26F-AC86-AE56-FE883FABD3CA}"/>
              </a:ext>
            </a:extLst>
          </p:cNvPr>
          <p:cNvPicPr>
            <a:picLocks noChangeAspect="1"/>
          </p:cNvPicPr>
          <p:nvPr/>
        </p:nvPicPr>
        <p:blipFill>
          <a:blip r:embed="rId2"/>
          <a:stretch>
            <a:fillRect/>
          </a:stretch>
        </p:blipFill>
        <p:spPr>
          <a:xfrm>
            <a:off x="966563" y="717655"/>
            <a:ext cx="7210874" cy="4538746"/>
          </a:xfrm>
          <a:prstGeom prst="rect">
            <a:avLst/>
          </a:prstGeom>
        </p:spPr>
      </p:pic>
      <p:sp>
        <p:nvSpPr>
          <p:cNvPr id="13" name="TextBox 12">
            <a:extLst>
              <a:ext uri="{FF2B5EF4-FFF2-40B4-BE49-F238E27FC236}">
                <a16:creationId xmlns:a16="http://schemas.microsoft.com/office/drawing/2014/main" id="{D5A52E8C-A118-EE90-E5E4-99FB1BDB707F}"/>
              </a:ext>
            </a:extLst>
          </p:cNvPr>
          <p:cNvSpPr txBox="1"/>
          <p:nvPr/>
        </p:nvSpPr>
        <p:spPr>
          <a:xfrm>
            <a:off x="3929064" y="6726"/>
            <a:ext cx="5414962" cy="619657"/>
          </a:xfrm>
          <a:prstGeom prst="rect">
            <a:avLst/>
          </a:prstGeom>
          <a:noFill/>
        </p:spPr>
        <p:txBody>
          <a:bodyPr wrap="square">
            <a:spAutoFit/>
          </a:bodyPr>
          <a:lstStyle/>
          <a:p>
            <a:pPr marL="411480" marR="411480" algn="r">
              <a:lnSpc>
                <a:spcPct val="150000"/>
              </a:lnSpc>
              <a:spcBef>
                <a:spcPts val="1350"/>
              </a:spcBef>
              <a:spcAft>
                <a:spcPts val="1350"/>
              </a:spcAft>
            </a:pPr>
            <a:r>
              <a:rPr lang="en-AU" sz="1200" i="1" dirty="0">
                <a:solidFill>
                  <a:schemeClr val="accent6">
                    <a:lumMod val="75000"/>
                  </a:schemeClr>
                </a:solidFill>
                <a:latin typeface="Aptos" panose="020B0004020202020204" pitchFamily="34" charset="0"/>
                <a:ea typeface="Arial Unicode MS"/>
                <a:cs typeface="Times New Roman" panose="02020603050405020304" pitchFamily="18" charset="0"/>
              </a:rPr>
              <a:t>[Scope of HSI from the INCOSE Systems Engineering Handbook: a guide for systems lifecycle processes and activities, 2023]</a:t>
            </a:r>
          </a:p>
        </p:txBody>
      </p:sp>
      <p:sp>
        <p:nvSpPr>
          <p:cNvPr id="3" name="Text Placeholder 2">
            <a:extLst>
              <a:ext uri="{FF2B5EF4-FFF2-40B4-BE49-F238E27FC236}">
                <a16:creationId xmlns:a16="http://schemas.microsoft.com/office/drawing/2014/main" id="{AB1EEB0D-FAD4-782E-4B3B-4F04218EC72C}"/>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984216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49E044B-01B1-4DDC-B9DA-8C5D20730C59}"/>
              </a:ext>
            </a:extLst>
          </p:cNvPr>
          <p:cNvSpPr/>
          <p:nvPr/>
        </p:nvSpPr>
        <p:spPr>
          <a:xfrm>
            <a:off x="809626" y="1149776"/>
            <a:ext cx="5137082" cy="1662545"/>
          </a:xfrm>
          <a:prstGeom prst="rect">
            <a:avLst/>
          </a:prstGeom>
          <a:noFill/>
          <a:ln>
            <a:solidFill>
              <a:srgbClr val="00000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Title 1"/>
          <p:cNvSpPr txBox="1">
            <a:spLocks/>
          </p:cNvSpPr>
          <p:nvPr/>
        </p:nvSpPr>
        <p:spPr>
          <a:xfrm>
            <a:off x="105023" y="88758"/>
            <a:ext cx="8229600" cy="705454"/>
          </a:xfrm>
          <a:prstGeom prst="rect">
            <a:avLst/>
          </a:prstGeom>
        </p:spPr>
        <p:txBody>
          <a:bodyPr vert="horz" lIns="0" tIns="0" rIns="91440" bIns="45720" rtlCol="0" anchor="t"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685800">
              <a:lnSpc>
                <a:spcPct val="90000"/>
              </a:lnSpc>
              <a:spcAft>
                <a:spcPts val="450"/>
              </a:spcAft>
            </a:pPr>
            <a:r>
              <a:rPr lang="en-US" sz="3300" b="1" dirty="0"/>
              <a:t>Who’s Involved in HSI?</a:t>
            </a:r>
            <a:br>
              <a:rPr lang="en-US" sz="3300" b="1" dirty="0"/>
            </a:br>
            <a:endParaRPr lang="en-US" sz="3300" b="1" dirty="0"/>
          </a:p>
        </p:txBody>
      </p:sp>
      <p:pic>
        <p:nvPicPr>
          <p:cNvPr id="3" name="Graphic 2" descr="Children">
            <a:extLst>
              <a:ext uri="{FF2B5EF4-FFF2-40B4-BE49-F238E27FC236}">
                <a16:creationId xmlns:a16="http://schemas.microsoft.com/office/drawing/2014/main" id="{0A85434A-E937-43BD-85A9-3997AA6A79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18183" y="1383236"/>
            <a:ext cx="1280259" cy="1280259"/>
          </a:xfrm>
          <a:prstGeom prst="rect">
            <a:avLst/>
          </a:prstGeom>
        </p:spPr>
      </p:pic>
      <p:grpSp>
        <p:nvGrpSpPr>
          <p:cNvPr id="25" name="Group 24">
            <a:extLst>
              <a:ext uri="{FF2B5EF4-FFF2-40B4-BE49-F238E27FC236}">
                <a16:creationId xmlns:a16="http://schemas.microsoft.com/office/drawing/2014/main" id="{C1CB3502-13B2-4235-86CF-674FD57D856D}"/>
              </a:ext>
            </a:extLst>
          </p:cNvPr>
          <p:cNvGrpSpPr/>
          <p:nvPr/>
        </p:nvGrpSpPr>
        <p:grpSpPr>
          <a:xfrm>
            <a:off x="105023" y="2953446"/>
            <a:ext cx="1717450" cy="1185234"/>
            <a:chOff x="5065558" y="1295400"/>
            <a:chExt cx="1717450" cy="1185233"/>
          </a:xfrm>
        </p:grpSpPr>
        <p:pic>
          <p:nvPicPr>
            <p:cNvPr id="9" name="Graphic 8" descr="Confused person">
              <a:extLst>
                <a:ext uri="{FF2B5EF4-FFF2-40B4-BE49-F238E27FC236}">
                  <a16:creationId xmlns:a16="http://schemas.microsoft.com/office/drawing/2014/main" id="{16D6DC2F-D00F-4BA0-A585-E3BA37208D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72427" y="1295400"/>
              <a:ext cx="705454" cy="705454"/>
            </a:xfrm>
            <a:prstGeom prst="rect">
              <a:avLst/>
            </a:prstGeom>
          </p:spPr>
        </p:pic>
        <p:sp>
          <p:nvSpPr>
            <p:cNvPr id="24" name="TextBox 23">
              <a:extLst>
                <a:ext uri="{FF2B5EF4-FFF2-40B4-BE49-F238E27FC236}">
                  <a16:creationId xmlns:a16="http://schemas.microsoft.com/office/drawing/2014/main" id="{0A0518E0-6CF3-430D-BF23-46E6544B5554}"/>
                </a:ext>
              </a:extLst>
            </p:cNvPr>
            <p:cNvSpPr txBox="1"/>
            <p:nvPr/>
          </p:nvSpPr>
          <p:spPr>
            <a:xfrm>
              <a:off x="5065558" y="1957413"/>
              <a:ext cx="1717450" cy="523220"/>
            </a:xfrm>
            <a:prstGeom prst="rect">
              <a:avLst/>
            </a:prstGeom>
            <a:noFill/>
          </p:spPr>
          <p:txBody>
            <a:bodyPr wrap="square" rtlCol="0">
              <a:spAutoFit/>
            </a:bodyPr>
            <a:lstStyle/>
            <a:p>
              <a:pPr algn="ctr"/>
              <a:r>
                <a:rPr lang="en-AU" sz="1400" dirty="0"/>
                <a:t>Human Factors Engineering</a:t>
              </a:r>
            </a:p>
          </p:txBody>
        </p:sp>
      </p:grpSp>
      <p:grpSp>
        <p:nvGrpSpPr>
          <p:cNvPr id="65" name="Group 64">
            <a:extLst>
              <a:ext uri="{FF2B5EF4-FFF2-40B4-BE49-F238E27FC236}">
                <a16:creationId xmlns:a16="http://schemas.microsoft.com/office/drawing/2014/main" id="{C3B5D9DC-B583-40FF-9FD3-BE1BA570E7DE}"/>
              </a:ext>
            </a:extLst>
          </p:cNvPr>
          <p:cNvGrpSpPr/>
          <p:nvPr/>
        </p:nvGrpSpPr>
        <p:grpSpPr>
          <a:xfrm>
            <a:off x="5981604" y="1792817"/>
            <a:ext cx="2038350" cy="1013957"/>
            <a:chOff x="6888085" y="3578986"/>
            <a:chExt cx="2038350" cy="1013957"/>
          </a:xfrm>
        </p:grpSpPr>
        <p:pic>
          <p:nvPicPr>
            <p:cNvPr id="23" name="Graphic 22" descr="Confused person">
              <a:extLst>
                <a:ext uri="{FF2B5EF4-FFF2-40B4-BE49-F238E27FC236}">
                  <a16:creationId xmlns:a16="http://schemas.microsoft.com/office/drawing/2014/main" id="{9C964A45-0125-4461-A35F-6BAC842404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72979" y="3578986"/>
              <a:ext cx="705454" cy="705454"/>
            </a:xfrm>
            <a:prstGeom prst="rect">
              <a:avLst/>
            </a:prstGeom>
          </p:spPr>
        </p:pic>
        <p:sp>
          <p:nvSpPr>
            <p:cNvPr id="28" name="TextBox 27">
              <a:extLst>
                <a:ext uri="{FF2B5EF4-FFF2-40B4-BE49-F238E27FC236}">
                  <a16:creationId xmlns:a16="http://schemas.microsoft.com/office/drawing/2014/main" id="{0C7BA552-6E3B-4275-B0B1-28CF01027DE2}"/>
                </a:ext>
              </a:extLst>
            </p:cNvPr>
            <p:cNvSpPr txBox="1"/>
            <p:nvPr/>
          </p:nvSpPr>
          <p:spPr>
            <a:xfrm>
              <a:off x="6888085" y="4285166"/>
              <a:ext cx="2038350" cy="307777"/>
            </a:xfrm>
            <a:prstGeom prst="rect">
              <a:avLst/>
            </a:prstGeom>
            <a:noFill/>
          </p:spPr>
          <p:txBody>
            <a:bodyPr wrap="square" rtlCol="0">
              <a:spAutoFit/>
            </a:bodyPr>
            <a:lstStyle/>
            <a:p>
              <a:pPr algn="ctr"/>
              <a:r>
                <a:rPr lang="en-AU" sz="1400" dirty="0"/>
                <a:t>Usability</a:t>
              </a:r>
            </a:p>
          </p:txBody>
        </p:sp>
      </p:grpSp>
      <p:grpSp>
        <p:nvGrpSpPr>
          <p:cNvPr id="31" name="Group 30">
            <a:extLst>
              <a:ext uri="{FF2B5EF4-FFF2-40B4-BE49-F238E27FC236}">
                <a16:creationId xmlns:a16="http://schemas.microsoft.com/office/drawing/2014/main" id="{CEAF255B-AE57-409D-A03F-53C2D038FB66}"/>
              </a:ext>
            </a:extLst>
          </p:cNvPr>
          <p:cNvGrpSpPr/>
          <p:nvPr/>
        </p:nvGrpSpPr>
        <p:grpSpPr>
          <a:xfrm>
            <a:off x="1084184" y="3596072"/>
            <a:ext cx="2038350" cy="1228674"/>
            <a:chOff x="6822014" y="303195"/>
            <a:chExt cx="2038350" cy="1228674"/>
          </a:xfrm>
        </p:grpSpPr>
        <p:pic>
          <p:nvPicPr>
            <p:cNvPr id="21" name="Graphic 20" descr="Confused person">
              <a:extLst>
                <a:ext uri="{FF2B5EF4-FFF2-40B4-BE49-F238E27FC236}">
                  <a16:creationId xmlns:a16="http://schemas.microsoft.com/office/drawing/2014/main" id="{B6AB8725-86AE-49BC-AE90-78F921B28C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70016" y="303195"/>
              <a:ext cx="705454" cy="705454"/>
            </a:xfrm>
            <a:prstGeom prst="rect">
              <a:avLst/>
            </a:prstGeom>
          </p:spPr>
        </p:pic>
        <p:sp>
          <p:nvSpPr>
            <p:cNvPr id="30" name="TextBox 29">
              <a:extLst>
                <a:ext uri="{FF2B5EF4-FFF2-40B4-BE49-F238E27FC236}">
                  <a16:creationId xmlns:a16="http://schemas.microsoft.com/office/drawing/2014/main" id="{70144627-F97D-48A1-A02B-A6983B569883}"/>
                </a:ext>
              </a:extLst>
            </p:cNvPr>
            <p:cNvSpPr txBox="1"/>
            <p:nvPr/>
          </p:nvSpPr>
          <p:spPr>
            <a:xfrm>
              <a:off x="6822014" y="1008649"/>
              <a:ext cx="2038350" cy="523220"/>
            </a:xfrm>
            <a:prstGeom prst="rect">
              <a:avLst/>
            </a:prstGeom>
            <a:noFill/>
          </p:spPr>
          <p:txBody>
            <a:bodyPr wrap="square" rtlCol="0">
              <a:spAutoFit/>
            </a:bodyPr>
            <a:lstStyle/>
            <a:p>
              <a:pPr algn="ctr"/>
              <a:r>
                <a:rPr lang="en-AU" sz="1400" dirty="0"/>
                <a:t>Organisational &amp; Social Factors</a:t>
              </a:r>
            </a:p>
          </p:txBody>
        </p:sp>
      </p:grpSp>
      <p:grpSp>
        <p:nvGrpSpPr>
          <p:cNvPr id="45" name="Group 44">
            <a:extLst>
              <a:ext uri="{FF2B5EF4-FFF2-40B4-BE49-F238E27FC236}">
                <a16:creationId xmlns:a16="http://schemas.microsoft.com/office/drawing/2014/main" id="{0763A95F-4F16-4B71-9B81-D16D1360B313}"/>
              </a:ext>
            </a:extLst>
          </p:cNvPr>
          <p:cNvGrpSpPr/>
          <p:nvPr/>
        </p:nvGrpSpPr>
        <p:grpSpPr>
          <a:xfrm>
            <a:off x="2956647" y="3670025"/>
            <a:ext cx="1682452" cy="1190578"/>
            <a:chOff x="3117546" y="3629931"/>
            <a:chExt cx="1682452" cy="1190578"/>
          </a:xfrm>
        </p:grpSpPr>
        <p:pic>
          <p:nvPicPr>
            <p:cNvPr id="27" name="Graphic 26" descr="Confused person">
              <a:extLst>
                <a:ext uri="{FF2B5EF4-FFF2-40B4-BE49-F238E27FC236}">
                  <a16:creationId xmlns:a16="http://schemas.microsoft.com/office/drawing/2014/main" id="{6D117875-0AE2-43F4-81FA-9DF64AC2E8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38550" y="3629931"/>
              <a:ext cx="705454" cy="705454"/>
            </a:xfrm>
            <a:prstGeom prst="rect">
              <a:avLst/>
            </a:prstGeom>
          </p:spPr>
        </p:pic>
        <p:sp>
          <p:nvSpPr>
            <p:cNvPr id="33" name="TextBox 32">
              <a:extLst>
                <a:ext uri="{FF2B5EF4-FFF2-40B4-BE49-F238E27FC236}">
                  <a16:creationId xmlns:a16="http://schemas.microsoft.com/office/drawing/2014/main" id="{1872675A-83AE-4FA4-B744-8C3F79B9B12F}"/>
                </a:ext>
              </a:extLst>
            </p:cNvPr>
            <p:cNvSpPr txBox="1"/>
            <p:nvPr/>
          </p:nvSpPr>
          <p:spPr>
            <a:xfrm>
              <a:off x="3117546" y="4297289"/>
              <a:ext cx="1682452" cy="523220"/>
            </a:xfrm>
            <a:prstGeom prst="rect">
              <a:avLst/>
            </a:prstGeom>
            <a:noFill/>
          </p:spPr>
          <p:txBody>
            <a:bodyPr wrap="square" rtlCol="0">
              <a:spAutoFit/>
            </a:bodyPr>
            <a:lstStyle/>
            <a:p>
              <a:pPr algn="ctr"/>
              <a:r>
                <a:rPr lang="en-AU" sz="1400" dirty="0"/>
                <a:t>Competencies / Personnel</a:t>
              </a:r>
            </a:p>
          </p:txBody>
        </p:sp>
      </p:grpSp>
      <p:grpSp>
        <p:nvGrpSpPr>
          <p:cNvPr id="44" name="Group 43">
            <a:extLst>
              <a:ext uri="{FF2B5EF4-FFF2-40B4-BE49-F238E27FC236}">
                <a16:creationId xmlns:a16="http://schemas.microsoft.com/office/drawing/2014/main" id="{5CCCBA87-B08F-4E10-8E37-C9153E9C986C}"/>
              </a:ext>
            </a:extLst>
          </p:cNvPr>
          <p:cNvGrpSpPr/>
          <p:nvPr/>
        </p:nvGrpSpPr>
        <p:grpSpPr>
          <a:xfrm>
            <a:off x="3975346" y="2953449"/>
            <a:ext cx="1443944" cy="1210821"/>
            <a:chOff x="5362877" y="3277204"/>
            <a:chExt cx="1443944" cy="1210820"/>
          </a:xfrm>
        </p:grpSpPr>
        <p:pic>
          <p:nvPicPr>
            <p:cNvPr id="15" name="Graphic 14" descr="Confused person">
              <a:extLst>
                <a:ext uri="{FF2B5EF4-FFF2-40B4-BE49-F238E27FC236}">
                  <a16:creationId xmlns:a16="http://schemas.microsoft.com/office/drawing/2014/main" id="{58ECA2B5-C569-4F12-A5C5-C31F4ABB39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4827" y="3277204"/>
              <a:ext cx="705454" cy="705454"/>
            </a:xfrm>
            <a:prstGeom prst="rect">
              <a:avLst/>
            </a:prstGeom>
          </p:spPr>
        </p:pic>
        <p:sp>
          <p:nvSpPr>
            <p:cNvPr id="35" name="TextBox 34">
              <a:extLst>
                <a:ext uri="{FF2B5EF4-FFF2-40B4-BE49-F238E27FC236}">
                  <a16:creationId xmlns:a16="http://schemas.microsoft.com/office/drawing/2014/main" id="{CE0925BE-0C56-4330-9117-25677ABB59F7}"/>
                </a:ext>
              </a:extLst>
            </p:cNvPr>
            <p:cNvSpPr txBox="1"/>
            <p:nvPr/>
          </p:nvSpPr>
          <p:spPr>
            <a:xfrm>
              <a:off x="5362877" y="3964804"/>
              <a:ext cx="1443944" cy="523220"/>
            </a:xfrm>
            <a:prstGeom prst="rect">
              <a:avLst/>
            </a:prstGeom>
            <a:noFill/>
          </p:spPr>
          <p:txBody>
            <a:bodyPr wrap="square" rtlCol="0">
              <a:spAutoFit/>
            </a:bodyPr>
            <a:lstStyle/>
            <a:p>
              <a:pPr algn="ctr"/>
              <a:r>
                <a:rPr lang="en-AU" sz="1400" dirty="0"/>
                <a:t>Workforce / Manpower</a:t>
              </a:r>
            </a:p>
          </p:txBody>
        </p:sp>
      </p:grpSp>
      <p:grpSp>
        <p:nvGrpSpPr>
          <p:cNvPr id="46" name="Group 45">
            <a:extLst>
              <a:ext uri="{FF2B5EF4-FFF2-40B4-BE49-F238E27FC236}">
                <a16:creationId xmlns:a16="http://schemas.microsoft.com/office/drawing/2014/main" id="{37DFCD22-2238-4D64-8357-C5D7070E3861}"/>
              </a:ext>
            </a:extLst>
          </p:cNvPr>
          <p:cNvGrpSpPr/>
          <p:nvPr/>
        </p:nvGrpSpPr>
        <p:grpSpPr>
          <a:xfrm>
            <a:off x="5056280" y="3778549"/>
            <a:ext cx="1087929" cy="1013231"/>
            <a:chOff x="7019943" y="2437193"/>
            <a:chExt cx="1087929" cy="1013231"/>
          </a:xfrm>
        </p:grpSpPr>
        <p:pic>
          <p:nvPicPr>
            <p:cNvPr id="17" name="Graphic 16" descr="Confused person">
              <a:extLst>
                <a:ext uri="{FF2B5EF4-FFF2-40B4-BE49-F238E27FC236}">
                  <a16:creationId xmlns:a16="http://schemas.microsoft.com/office/drawing/2014/main" id="{3B49C16C-8F58-4E32-AA72-F85859DA12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0252" y="2437193"/>
              <a:ext cx="705454" cy="705454"/>
            </a:xfrm>
            <a:prstGeom prst="rect">
              <a:avLst/>
            </a:prstGeom>
          </p:spPr>
        </p:pic>
        <p:sp>
          <p:nvSpPr>
            <p:cNvPr id="37" name="TextBox 36">
              <a:extLst>
                <a:ext uri="{FF2B5EF4-FFF2-40B4-BE49-F238E27FC236}">
                  <a16:creationId xmlns:a16="http://schemas.microsoft.com/office/drawing/2014/main" id="{F010A653-664D-4BEF-A23D-E5C0BBFD71C6}"/>
                </a:ext>
              </a:extLst>
            </p:cNvPr>
            <p:cNvSpPr txBox="1"/>
            <p:nvPr/>
          </p:nvSpPr>
          <p:spPr>
            <a:xfrm>
              <a:off x="7019943" y="3142647"/>
              <a:ext cx="1087929" cy="307777"/>
            </a:xfrm>
            <a:prstGeom prst="rect">
              <a:avLst/>
            </a:prstGeom>
            <a:noFill/>
          </p:spPr>
          <p:txBody>
            <a:bodyPr wrap="square" rtlCol="0">
              <a:spAutoFit/>
            </a:bodyPr>
            <a:lstStyle/>
            <a:p>
              <a:pPr algn="ctr"/>
              <a:r>
                <a:rPr lang="en-AU" sz="1400" dirty="0"/>
                <a:t>Training</a:t>
              </a:r>
            </a:p>
          </p:txBody>
        </p:sp>
      </p:grpSp>
      <p:grpSp>
        <p:nvGrpSpPr>
          <p:cNvPr id="43" name="Group 42">
            <a:extLst>
              <a:ext uri="{FF2B5EF4-FFF2-40B4-BE49-F238E27FC236}">
                <a16:creationId xmlns:a16="http://schemas.microsoft.com/office/drawing/2014/main" id="{0471582C-336A-42A5-8452-EF1CC3A98346}"/>
              </a:ext>
            </a:extLst>
          </p:cNvPr>
          <p:cNvGrpSpPr/>
          <p:nvPr/>
        </p:nvGrpSpPr>
        <p:grpSpPr>
          <a:xfrm>
            <a:off x="7090376" y="2614319"/>
            <a:ext cx="2038350" cy="1243768"/>
            <a:chOff x="4114800" y="3610380"/>
            <a:chExt cx="2038350" cy="1243768"/>
          </a:xfrm>
        </p:grpSpPr>
        <p:pic>
          <p:nvPicPr>
            <p:cNvPr id="19" name="Graphic 18" descr="Confused person">
              <a:extLst>
                <a:ext uri="{FF2B5EF4-FFF2-40B4-BE49-F238E27FC236}">
                  <a16:creationId xmlns:a16="http://schemas.microsoft.com/office/drawing/2014/main" id="{CBF74B02-0BD4-4952-ACCA-EB9F8B7AF8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81248" y="3610380"/>
              <a:ext cx="705454" cy="705454"/>
            </a:xfrm>
            <a:prstGeom prst="rect">
              <a:avLst/>
            </a:prstGeom>
          </p:spPr>
        </p:pic>
        <p:sp>
          <p:nvSpPr>
            <p:cNvPr id="39" name="TextBox 38">
              <a:extLst>
                <a:ext uri="{FF2B5EF4-FFF2-40B4-BE49-F238E27FC236}">
                  <a16:creationId xmlns:a16="http://schemas.microsoft.com/office/drawing/2014/main" id="{C55B2B0F-5CF5-4016-A537-896532D05E63}"/>
                </a:ext>
              </a:extLst>
            </p:cNvPr>
            <p:cNvSpPr txBox="1"/>
            <p:nvPr/>
          </p:nvSpPr>
          <p:spPr>
            <a:xfrm>
              <a:off x="4114800" y="4330928"/>
              <a:ext cx="2038350" cy="523220"/>
            </a:xfrm>
            <a:prstGeom prst="rect">
              <a:avLst/>
            </a:prstGeom>
            <a:noFill/>
          </p:spPr>
          <p:txBody>
            <a:bodyPr wrap="square" rtlCol="0">
              <a:spAutoFit/>
            </a:bodyPr>
            <a:lstStyle/>
            <a:p>
              <a:pPr algn="ctr"/>
              <a:r>
                <a:rPr lang="en-AU" sz="1400" dirty="0"/>
                <a:t>Integrated Logistics Support</a:t>
              </a:r>
            </a:p>
          </p:txBody>
        </p:sp>
      </p:grpSp>
      <p:grpSp>
        <p:nvGrpSpPr>
          <p:cNvPr id="42" name="Group 41">
            <a:extLst>
              <a:ext uri="{FF2B5EF4-FFF2-40B4-BE49-F238E27FC236}">
                <a16:creationId xmlns:a16="http://schemas.microsoft.com/office/drawing/2014/main" id="{4EAEFAD1-4FF9-443C-A544-3AEB27359BCC}"/>
              </a:ext>
            </a:extLst>
          </p:cNvPr>
          <p:cNvGrpSpPr/>
          <p:nvPr/>
        </p:nvGrpSpPr>
        <p:grpSpPr>
          <a:xfrm>
            <a:off x="2357356" y="3106962"/>
            <a:ext cx="1343629" cy="991510"/>
            <a:chOff x="6077554" y="2571750"/>
            <a:chExt cx="1343629" cy="991510"/>
          </a:xfrm>
        </p:grpSpPr>
        <p:pic>
          <p:nvPicPr>
            <p:cNvPr id="11" name="Graphic 10" descr="Confused person">
              <a:extLst>
                <a:ext uri="{FF2B5EF4-FFF2-40B4-BE49-F238E27FC236}">
                  <a16:creationId xmlns:a16="http://schemas.microsoft.com/office/drawing/2014/main" id="{81017EAA-6A75-4C6B-99EF-A5529A892E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0281" y="2571750"/>
              <a:ext cx="705454" cy="705454"/>
            </a:xfrm>
            <a:prstGeom prst="rect">
              <a:avLst/>
            </a:prstGeom>
          </p:spPr>
        </p:pic>
        <p:sp>
          <p:nvSpPr>
            <p:cNvPr id="41" name="TextBox 40">
              <a:extLst>
                <a:ext uri="{FF2B5EF4-FFF2-40B4-BE49-F238E27FC236}">
                  <a16:creationId xmlns:a16="http://schemas.microsoft.com/office/drawing/2014/main" id="{9CF14FF5-7D6A-4D59-A5E1-AAB9165C779E}"/>
                </a:ext>
              </a:extLst>
            </p:cNvPr>
            <p:cNvSpPr txBox="1"/>
            <p:nvPr/>
          </p:nvSpPr>
          <p:spPr>
            <a:xfrm>
              <a:off x="6077554" y="3255483"/>
              <a:ext cx="1343629" cy="307777"/>
            </a:xfrm>
            <a:prstGeom prst="rect">
              <a:avLst/>
            </a:prstGeom>
            <a:noFill/>
          </p:spPr>
          <p:txBody>
            <a:bodyPr wrap="square" rtlCol="0">
              <a:spAutoFit/>
            </a:bodyPr>
            <a:lstStyle/>
            <a:p>
              <a:pPr algn="ctr"/>
              <a:r>
                <a:rPr lang="en-AU" sz="1400" dirty="0"/>
                <a:t>HSI Planning</a:t>
              </a:r>
            </a:p>
          </p:txBody>
        </p:sp>
      </p:grpSp>
      <p:grpSp>
        <p:nvGrpSpPr>
          <p:cNvPr id="55" name="Group 54">
            <a:extLst>
              <a:ext uri="{FF2B5EF4-FFF2-40B4-BE49-F238E27FC236}">
                <a16:creationId xmlns:a16="http://schemas.microsoft.com/office/drawing/2014/main" id="{DACED013-A27D-479D-A9B7-F71B40C2C086}"/>
              </a:ext>
            </a:extLst>
          </p:cNvPr>
          <p:cNvGrpSpPr/>
          <p:nvPr/>
        </p:nvGrpSpPr>
        <p:grpSpPr>
          <a:xfrm>
            <a:off x="5628861" y="3172996"/>
            <a:ext cx="1104900" cy="1023482"/>
            <a:chOff x="7919503" y="2191364"/>
            <a:chExt cx="1104900" cy="1023482"/>
          </a:xfrm>
        </p:grpSpPr>
        <p:pic>
          <p:nvPicPr>
            <p:cNvPr id="13" name="Graphic 12" descr="Confused person">
              <a:extLst>
                <a:ext uri="{FF2B5EF4-FFF2-40B4-BE49-F238E27FC236}">
                  <a16:creationId xmlns:a16="http://schemas.microsoft.com/office/drawing/2014/main" id="{05BC196A-E275-4240-90B6-02C12E57F7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9226" y="2191364"/>
              <a:ext cx="705454" cy="705454"/>
            </a:xfrm>
            <a:prstGeom prst="rect">
              <a:avLst/>
            </a:prstGeom>
          </p:spPr>
        </p:pic>
        <p:sp>
          <p:nvSpPr>
            <p:cNvPr id="54" name="TextBox 53">
              <a:extLst>
                <a:ext uri="{FF2B5EF4-FFF2-40B4-BE49-F238E27FC236}">
                  <a16:creationId xmlns:a16="http://schemas.microsoft.com/office/drawing/2014/main" id="{80E11D9A-E73D-440B-9591-274352A5F8DB}"/>
                </a:ext>
              </a:extLst>
            </p:cNvPr>
            <p:cNvSpPr txBox="1"/>
            <p:nvPr/>
          </p:nvSpPr>
          <p:spPr>
            <a:xfrm>
              <a:off x="7919503" y="2907069"/>
              <a:ext cx="1104900" cy="307777"/>
            </a:xfrm>
            <a:prstGeom prst="rect">
              <a:avLst/>
            </a:prstGeom>
            <a:noFill/>
          </p:spPr>
          <p:txBody>
            <a:bodyPr wrap="square" rtlCol="0">
              <a:spAutoFit/>
            </a:bodyPr>
            <a:lstStyle/>
            <a:p>
              <a:pPr algn="ctr"/>
              <a:r>
                <a:rPr lang="en-AU" sz="1400" dirty="0"/>
                <a:t>Safety</a:t>
              </a:r>
            </a:p>
          </p:txBody>
        </p:sp>
      </p:grpSp>
      <p:grpSp>
        <p:nvGrpSpPr>
          <p:cNvPr id="64" name="Group 63">
            <a:extLst>
              <a:ext uri="{FF2B5EF4-FFF2-40B4-BE49-F238E27FC236}">
                <a16:creationId xmlns:a16="http://schemas.microsoft.com/office/drawing/2014/main" id="{BED706B3-1ABE-44B7-96B9-CC39C010E578}"/>
              </a:ext>
            </a:extLst>
          </p:cNvPr>
          <p:cNvGrpSpPr/>
          <p:nvPr/>
        </p:nvGrpSpPr>
        <p:grpSpPr>
          <a:xfrm>
            <a:off x="7352760" y="1285415"/>
            <a:ext cx="2038350" cy="1025400"/>
            <a:chOff x="3240766" y="1323280"/>
            <a:chExt cx="2038350" cy="1025400"/>
          </a:xfrm>
        </p:grpSpPr>
        <p:sp>
          <p:nvSpPr>
            <p:cNvPr id="48" name="TextBox 47">
              <a:extLst>
                <a:ext uri="{FF2B5EF4-FFF2-40B4-BE49-F238E27FC236}">
                  <a16:creationId xmlns:a16="http://schemas.microsoft.com/office/drawing/2014/main" id="{5D95E91F-C6EE-484B-9461-594049B21756}"/>
                </a:ext>
              </a:extLst>
            </p:cNvPr>
            <p:cNvSpPr txBox="1"/>
            <p:nvPr/>
          </p:nvSpPr>
          <p:spPr>
            <a:xfrm>
              <a:off x="3240766" y="2040903"/>
              <a:ext cx="2038350" cy="307777"/>
            </a:xfrm>
            <a:prstGeom prst="rect">
              <a:avLst/>
            </a:prstGeom>
            <a:noFill/>
          </p:spPr>
          <p:txBody>
            <a:bodyPr wrap="square" rtlCol="0">
              <a:spAutoFit/>
            </a:bodyPr>
            <a:lstStyle/>
            <a:p>
              <a:pPr algn="ctr"/>
              <a:r>
                <a:rPr lang="en-AU" sz="1400" dirty="0"/>
                <a:t>Habitability</a:t>
              </a:r>
            </a:p>
          </p:txBody>
        </p:sp>
        <p:pic>
          <p:nvPicPr>
            <p:cNvPr id="57" name="Graphic 56" descr="Confused person">
              <a:extLst>
                <a:ext uri="{FF2B5EF4-FFF2-40B4-BE49-F238E27FC236}">
                  <a16:creationId xmlns:a16="http://schemas.microsoft.com/office/drawing/2014/main" id="{2AAF1E02-42BD-4C67-B769-5D1E2A2F97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7214" y="1323280"/>
              <a:ext cx="705454" cy="705454"/>
            </a:xfrm>
            <a:prstGeom prst="rect">
              <a:avLst/>
            </a:prstGeom>
          </p:spPr>
        </p:pic>
      </p:grpSp>
      <p:grpSp>
        <p:nvGrpSpPr>
          <p:cNvPr id="62" name="Group 61">
            <a:extLst>
              <a:ext uri="{FF2B5EF4-FFF2-40B4-BE49-F238E27FC236}">
                <a16:creationId xmlns:a16="http://schemas.microsoft.com/office/drawing/2014/main" id="{21053AB2-1B6D-407E-A1BB-F55C804EDB5A}"/>
              </a:ext>
            </a:extLst>
          </p:cNvPr>
          <p:cNvGrpSpPr/>
          <p:nvPr/>
        </p:nvGrpSpPr>
        <p:grpSpPr>
          <a:xfrm>
            <a:off x="6483870" y="3636350"/>
            <a:ext cx="1508050" cy="1223678"/>
            <a:chOff x="2024715" y="1594788"/>
            <a:chExt cx="1508050" cy="1223677"/>
          </a:xfrm>
        </p:grpSpPr>
        <p:sp>
          <p:nvSpPr>
            <p:cNvPr id="52" name="TextBox 51">
              <a:extLst>
                <a:ext uri="{FF2B5EF4-FFF2-40B4-BE49-F238E27FC236}">
                  <a16:creationId xmlns:a16="http://schemas.microsoft.com/office/drawing/2014/main" id="{552D6B47-7EE2-4B78-9BB9-93AC49304E94}"/>
                </a:ext>
              </a:extLst>
            </p:cNvPr>
            <p:cNvSpPr txBox="1"/>
            <p:nvPr/>
          </p:nvSpPr>
          <p:spPr>
            <a:xfrm>
              <a:off x="2024715" y="2295246"/>
              <a:ext cx="1508050" cy="523219"/>
            </a:xfrm>
            <a:prstGeom prst="rect">
              <a:avLst/>
            </a:prstGeom>
            <a:noFill/>
          </p:spPr>
          <p:txBody>
            <a:bodyPr wrap="square" rtlCol="0">
              <a:spAutoFit/>
            </a:bodyPr>
            <a:lstStyle/>
            <a:p>
              <a:pPr algn="ctr"/>
              <a:r>
                <a:rPr lang="en-AU" sz="1400" dirty="0"/>
                <a:t>Occupational Health</a:t>
              </a:r>
            </a:p>
          </p:txBody>
        </p:sp>
        <p:pic>
          <p:nvPicPr>
            <p:cNvPr id="59" name="Graphic 58" descr="Confused person">
              <a:extLst>
                <a:ext uri="{FF2B5EF4-FFF2-40B4-BE49-F238E27FC236}">
                  <a16:creationId xmlns:a16="http://schemas.microsoft.com/office/drawing/2014/main" id="{B8F45E74-6184-4EF1-A9C2-FAEDEE8B87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9315" y="1594788"/>
              <a:ext cx="705454" cy="705454"/>
            </a:xfrm>
            <a:prstGeom prst="rect">
              <a:avLst/>
            </a:prstGeom>
          </p:spPr>
        </p:pic>
      </p:grpSp>
      <p:grpSp>
        <p:nvGrpSpPr>
          <p:cNvPr id="63" name="Group 62">
            <a:extLst>
              <a:ext uri="{FF2B5EF4-FFF2-40B4-BE49-F238E27FC236}">
                <a16:creationId xmlns:a16="http://schemas.microsoft.com/office/drawing/2014/main" id="{16516D43-5CD0-458F-8A6E-0FACF2CE4C63}"/>
              </a:ext>
            </a:extLst>
          </p:cNvPr>
          <p:cNvGrpSpPr/>
          <p:nvPr/>
        </p:nvGrpSpPr>
        <p:grpSpPr>
          <a:xfrm>
            <a:off x="5922301" y="422241"/>
            <a:ext cx="2038350" cy="1231232"/>
            <a:chOff x="2376035" y="2714574"/>
            <a:chExt cx="2038350" cy="1231231"/>
          </a:xfrm>
        </p:grpSpPr>
        <p:sp>
          <p:nvSpPr>
            <p:cNvPr id="50" name="TextBox 49">
              <a:extLst>
                <a:ext uri="{FF2B5EF4-FFF2-40B4-BE49-F238E27FC236}">
                  <a16:creationId xmlns:a16="http://schemas.microsoft.com/office/drawing/2014/main" id="{BF8CF7E5-8D7E-4AF4-B519-174091EDE2B6}"/>
                </a:ext>
              </a:extLst>
            </p:cNvPr>
            <p:cNvSpPr txBox="1"/>
            <p:nvPr/>
          </p:nvSpPr>
          <p:spPr>
            <a:xfrm>
              <a:off x="2376035" y="3422586"/>
              <a:ext cx="2038350" cy="523219"/>
            </a:xfrm>
            <a:prstGeom prst="rect">
              <a:avLst/>
            </a:prstGeom>
            <a:noFill/>
          </p:spPr>
          <p:txBody>
            <a:bodyPr wrap="square" rtlCol="0">
              <a:spAutoFit/>
            </a:bodyPr>
            <a:lstStyle/>
            <a:p>
              <a:pPr algn="ctr"/>
              <a:r>
                <a:rPr lang="en-AU" sz="1400" dirty="0"/>
                <a:t>Environment &amp; Sustainability</a:t>
              </a:r>
            </a:p>
          </p:txBody>
        </p:sp>
        <p:pic>
          <p:nvPicPr>
            <p:cNvPr id="61" name="Graphic 60" descr="Confused person">
              <a:extLst>
                <a:ext uri="{FF2B5EF4-FFF2-40B4-BE49-F238E27FC236}">
                  <a16:creationId xmlns:a16="http://schemas.microsoft.com/office/drawing/2014/main" id="{1C8AAEB4-AA5C-45EC-AF35-0866C451D8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3049" y="2714574"/>
              <a:ext cx="705454" cy="705454"/>
            </a:xfrm>
            <a:prstGeom prst="rect">
              <a:avLst/>
            </a:prstGeom>
          </p:spPr>
        </p:pic>
      </p:grpSp>
      <p:sp>
        <p:nvSpPr>
          <p:cNvPr id="69" name="TextBox 68">
            <a:extLst>
              <a:ext uri="{FF2B5EF4-FFF2-40B4-BE49-F238E27FC236}">
                <a16:creationId xmlns:a16="http://schemas.microsoft.com/office/drawing/2014/main" id="{D210B79E-0D04-4F33-947A-94223F64897F}"/>
              </a:ext>
            </a:extLst>
          </p:cNvPr>
          <p:cNvSpPr txBox="1"/>
          <p:nvPr/>
        </p:nvSpPr>
        <p:spPr>
          <a:xfrm>
            <a:off x="3547275" y="2249260"/>
            <a:ext cx="1717450" cy="307777"/>
          </a:xfrm>
          <a:prstGeom prst="rect">
            <a:avLst/>
          </a:prstGeom>
          <a:noFill/>
        </p:spPr>
        <p:txBody>
          <a:bodyPr wrap="square" rtlCol="0">
            <a:spAutoFit/>
          </a:bodyPr>
          <a:lstStyle/>
          <a:p>
            <a:pPr algn="ctr"/>
            <a:r>
              <a:rPr lang="en-AU" sz="1400" dirty="0">
                <a:solidFill>
                  <a:schemeClr val="accent5"/>
                </a:solidFill>
              </a:rPr>
              <a:t> </a:t>
            </a:r>
          </a:p>
        </p:txBody>
      </p:sp>
      <p:sp>
        <p:nvSpPr>
          <p:cNvPr id="71" name="TextBox 70">
            <a:extLst>
              <a:ext uri="{FF2B5EF4-FFF2-40B4-BE49-F238E27FC236}">
                <a16:creationId xmlns:a16="http://schemas.microsoft.com/office/drawing/2014/main" id="{887E2442-B29F-43A7-A96C-850854DD4084}"/>
              </a:ext>
            </a:extLst>
          </p:cNvPr>
          <p:cNvSpPr txBox="1"/>
          <p:nvPr/>
        </p:nvSpPr>
        <p:spPr>
          <a:xfrm>
            <a:off x="3579426" y="2079706"/>
            <a:ext cx="2038350" cy="523220"/>
          </a:xfrm>
          <a:prstGeom prst="rect">
            <a:avLst/>
          </a:prstGeom>
          <a:solidFill>
            <a:srgbClr val="92D050"/>
          </a:solidFill>
        </p:spPr>
        <p:txBody>
          <a:bodyPr wrap="square" rtlCol="0">
            <a:spAutoFit/>
          </a:bodyPr>
          <a:lstStyle/>
          <a:p>
            <a:pPr algn="ctr"/>
            <a:r>
              <a:rPr lang="en-AU" sz="1400" dirty="0"/>
              <a:t>HUMAN SYSTEMS INTEGRATOR(S)</a:t>
            </a:r>
          </a:p>
        </p:txBody>
      </p:sp>
      <p:sp>
        <p:nvSpPr>
          <p:cNvPr id="74" name="TextBox 73">
            <a:extLst>
              <a:ext uri="{FF2B5EF4-FFF2-40B4-BE49-F238E27FC236}">
                <a16:creationId xmlns:a16="http://schemas.microsoft.com/office/drawing/2014/main" id="{F836CE5E-B9D0-4A73-8001-2B63265DFEB7}"/>
              </a:ext>
            </a:extLst>
          </p:cNvPr>
          <p:cNvSpPr txBox="1"/>
          <p:nvPr/>
        </p:nvSpPr>
        <p:spPr>
          <a:xfrm>
            <a:off x="531244" y="1163331"/>
            <a:ext cx="3112362" cy="307777"/>
          </a:xfrm>
          <a:prstGeom prst="rect">
            <a:avLst/>
          </a:prstGeom>
          <a:noFill/>
        </p:spPr>
        <p:txBody>
          <a:bodyPr wrap="square" rtlCol="0">
            <a:spAutoFit/>
          </a:bodyPr>
          <a:lstStyle/>
          <a:p>
            <a:pPr algn="ctr"/>
            <a:r>
              <a:rPr lang="en-AU" sz="1400" dirty="0"/>
              <a:t>Systems Engineering Team</a:t>
            </a:r>
          </a:p>
        </p:txBody>
      </p:sp>
      <p:cxnSp>
        <p:nvCxnSpPr>
          <p:cNvPr id="77" name="Straight Arrow Connector 76">
            <a:extLst>
              <a:ext uri="{FF2B5EF4-FFF2-40B4-BE49-F238E27FC236}">
                <a16:creationId xmlns:a16="http://schemas.microsoft.com/office/drawing/2014/main" id="{022F967B-670B-42C3-ACE4-E1189419C7FF}"/>
              </a:ext>
            </a:extLst>
          </p:cNvPr>
          <p:cNvCxnSpPr>
            <a:cxnSpLocks/>
          </p:cNvCxnSpPr>
          <p:nvPr/>
        </p:nvCxnSpPr>
        <p:spPr>
          <a:xfrm flipV="1">
            <a:off x="5047981" y="1388018"/>
            <a:ext cx="1336676" cy="3612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1AB26374-E49B-4058-A08D-8D6C21D72D3C}"/>
              </a:ext>
            </a:extLst>
          </p:cNvPr>
          <p:cNvCxnSpPr>
            <a:cxnSpLocks/>
            <a:endCxn id="57" idx="1"/>
          </p:cNvCxnSpPr>
          <p:nvPr/>
        </p:nvCxnSpPr>
        <p:spPr>
          <a:xfrm flipV="1">
            <a:off x="5264726" y="1638143"/>
            <a:ext cx="2754483" cy="19468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91B42C47-4A01-48E9-99EF-7EE6DDFDC835}"/>
              </a:ext>
            </a:extLst>
          </p:cNvPr>
          <p:cNvCxnSpPr>
            <a:cxnSpLocks/>
          </p:cNvCxnSpPr>
          <p:nvPr/>
        </p:nvCxnSpPr>
        <p:spPr>
          <a:xfrm>
            <a:off x="5482231" y="1946213"/>
            <a:ext cx="1227727" cy="35405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C2FC5DCB-F1A9-448D-B334-F8F435E6C466}"/>
              </a:ext>
            </a:extLst>
          </p:cNvPr>
          <p:cNvCxnSpPr>
            <a:cxnSpLocks/>
            <a:stCxn id="71" idx="3"/>
          </p:cNvCxnSpPr>
          <p:nvPr/>
        </p:nvCxnSpPr>
        <p:spPr>
          <a:xfrm>
            <a:off x="5617776" y="2341316"/>
            <a:ext cx="1864270" cy="97845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542E29AE-E871-46E7-B6D3-EB57E68E3404}"/>
              </a:ext>
            </a:extLst>
          </p:cNvPr>
          <p:cNvCxnSpPr>
            <a:cxnSpLocks/>
            <a:endCxn id="39" idx="1"/>
          </p:cNvCxnSpPr>
          <p:nvPr/>
        </p:nvCxnSpPr>
        <p:spPr>
          <a:xfrm>
            <a:off x="5769379" y="2602926"/>
            <a:ext cx="1320997" cy="99355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A64EAA35-D035-4B63-8C46-6464682AEACB}"/>
              </a:ext>
            </a:extLst>
          </p:cNvPr>
          <p:cNvCxnSpPr>
            <a:cxnSpLocks/>
          </p:cNvCxnSpPr>
          <p:nvPr/>
        </p:nvCxnSpPr>
        <p:spPr>
          <a:xfrm>
            <a:off x="5293524" y="2620007"/>
            <a:ext cx="668856" cy="68616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D68DE50F-5597-4DF7-8AC7-5535F9A7C6F6}"/>
              </a:ext>
            </a:extLst>
          </p:cNvPr>
          <p:cNvCxnSpPr>
            <a:cxnSpLocks/>
            <a:endCxn id="17" idx="0"/>
          </p:cNvCxnSpPr>
          <p:nvPr/>
        </p:nvCxnSpPr>
        <p:spPr>
          <a:xfrm>
            <a:off x="5112094" y="2620007"/>
            <a:ext cx="497223" cy="115854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EDC647BB-49BF-47E4-94E9-2621979A5D70}"/>
              </a:ext>
            </a:extLst>
          </p:cNvPr>
          <p:cNvCxnSpPr>
            <a:cxnSpLocks/>
          </p:cNvCxnSpPr>
          <p:nvPr/>
        </p:nvCxnSpPr>
        <p:spPr>
          <a:xfrm>
            <a:off x="4808054" y="2652887"/>
            <a:ext cx="104250" cy="44141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869D6594-2477-4392-9EDB-50794BD4601E}"/>
              </a:ext>
            </a:extLst>
          </p:cNvPr>
          <p:cNvCxnSpPr>
            <a:cxnSpLocks/>
          </p:cNvCxnSpPr>
          <p:nvPr/>
        </p:nvCxnSpPr>
        <p:spPr>
          <a:xfrm flipH="1">
            <a:off x="3916837" y="2664163"/>
            <a:ext cx="528809" cy="9617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5AB752FC-5745-4F1C-9C0A-0BC007AD22E3}"/>
              </a:ext>
            </a:extLst>
          </p:cNvPr>
          <p:cNvCxnSpPr>
            <a:cxnSpLocks/>
          </p:cNvCxnSpPr>
          <p:nvPr/>
        </p:nvCxnSpPr>
        <p:spPr>
          <a:xfrm flipV="1">
            <a:off x="3319732" y="2675833"/>
            <a:ext cx="655615" cy="54856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B76AE144-63BF-4DF6-9435-A193299EB95E}"/>
              </a:ext>
            </a:extLst>
          </p:cNvPr>
          <p:cNvCxnSpPr>
            <a:cxnSpLocks/>
            <a:stCxn id="69" idx="1"/>
            <a:endCxn id="21" idx="0"/>
          </p:cNvCxnSpPr>
          <p:nvPr/>
        </p:nvCxnSpPr>
        <p:spPr>
          <a:xfrm flipH="1">
            <a:off x="2084913" y="2403149"/>
            <a:ext cx="1462362" cy="119292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1" name="Straight Arrow Connector 110">
            <a:extLst>
              <a:ext uri="{FF2B5EF4-FFF2-40B4-BE49-F238E27FC236}">
                <a16:creationId xmlns:a16="http://schemas.microsoft.com/office/drawing/2014/main" id="{923B5449-2574-48E8-88C8-4FCAC2635E09}"/>
              </a:ext>
            </a:extLst>
          </p:cNvPr>
          <p:cNvCxnSpPr>
            <a:cxnSpLocks/>
            <a:stCxn id="9" idx="3"/>
          </p:cNvCxnSpPr>
          <p:nvPr/>
        </p:nvCxnSpPr>
        <p:spPr>
          <a:xfrm flipV="1">
            <a:off x="1317345" y="2158708"/>
            <a:ext cx="2208880" cy="114746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17" name="Graphic 116" descr="Confused person">
            <a:extLst>
              <a:ext uri="{FF2B5EF4-FFF2-40B4-BE49-F238E27FC236}">
                <a16:creationId xmlns:a16="http://schemas.microsoft.com/office/drawing/2014/main" id="{786606A7-2BA9-48A5-A82B-A6450C0D79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64743" y="1337903"/>
            <a:ext cx="705454" cy="705454"/>
          </a:xfrm>
          <a:prstGeom prst="rect">
            <a:avLst/>
          </a:prstGeom>
        </p:spPr>
      </p:pic>
      <p:pic>
        <p:nvPicPr>
          <p:cNvPr id="119" name="Graphic 118" descr="Scales of justice">
            <a:extLst>
              <a:ext uri="{FF2B5EF4-FFF2-40B4-BE49-F238E27FC236}">
                <a16:creationId xmlns:a16="http://schemas.microsoft.com/office/drawing/2014/main" id="{0D5F739D-C577-4F26-BB16-F211F4F555C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50782" y="1255132"/>
            <a:ext cx="781107" cy="781107"/>
          </a:xfrm>
          <a:prstGeom prst="rect">
            <a:avLst/>
          </a:prstGeom>
        </p:spPr>
      </p:pic>
      <p:grpSp>
        <p:nvGrpSpPr>
          <p:cNvPr id="5" name="Group 4">
            <a:extLst>
              <a:ext uri="{FF2B5EF4-FFF2-40B4-BE49-F238E27FC236}">
                <a16:creationId xmlns:a16="http://schemas.microsoft.com/office/drawing/2014/main" id="{FB51FCC2-F58A-63CB-F5C0-C00494AF0E56}"/>
              </a:ext>
            </a:extLst>
          </p:cNvPr>
          <p:cNvGrpSpPr/>
          <p:nvPr/>
        </p:nvGrpSpPr>
        <p:grpSpPr>
          <a:xfrm>
            <a:off x="7443103" y="169474"/>
            <a:ext cx="2038350" cy="1013957"/>
            <a:chOff x="6888085" y="3578986"/>
            <a:chExt cx="2038350" cy="1013957"/>
          </a:xfrm>
        </p:grpSpPr>
        <p:pic>
          <p:nvPicPr>
            <p:cNvPr id="7" name="Graphic 6" descr="Confused person">
              <a:extLst>
                <a:ext uri="{FF2B5EF4-FFF2-40B4-BE49-F238E27FC236}">
                  <a16:creationId xmlns:a16="http://schemas.microsoft.com/office/drawing/2014/main" id="{8D6C19A7-8DAC-9B4E-7A0D-3436FE1FFB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72979" y="3578986"/>
              <a:ext cx="705454" cy="705454"/>
            </a:xfrm>
            <a:prstGeom prst="rect">
              <a:avLst/>
            </a:prstGeom>
          </p:spPr>
        </p:pic>
        <p:sp>
          <p:nvSpPr>
            <p:cNvPr id="8" name="TextBox 7">
              <a:extLst>
                <a:ext uri="{FF2B5EF4-FFF2-40B4-BE49-F238E27FC236}">
                  <a16:creationId xmlns:a16="http://schemas.microsoft.com/office/drawing/2014/main" id="{E406B88E-AD98-671E-B201-6E93EFA493BA}"/>
                </a:ext>
              </a:extLst>
            </p:cNvPr>
            <p:cNvSpPr txBox="1"/>
            <p:nvPr/>
          </p:nvSpPr>
          <p:spPr>
            <a:xfrm>
              <a:off x="6888085" y="4285166"/>
              <a:ext cx="2038350" cy="307777"/>
            </a:xfrm>
            <a:prstGeom prst="rect">
              <a:avLst/>
            </a:prstGeom>
            <a:noFill/>
          </p:spPr>
          <p:txBody>
            <a:bodyPr wrap="square" rtlCol="0">
              <a:spAutoFit/>
            </a:bodyPr>
            <a:lstStyle/>
            <a:p>
              <a:pPr algn="ctr"/>
              <a:r>
                <a:rPr lang="en-AU" sz="1400" dirty="0"/>
                <a:t>Comfort / UX</a:t>
              </a:r>
            </a:p>
          </p:txBody>
        </p:sp>
      </p:grpSp>
      <p:sp>
        <p:nvSpPr>
          <p:cNvPr id="10" name="TextBox 9">
            <a:extLst>
              <a:ext uri="{FF2B5EF4-FFF2-40B4-BE49-F238E27FC236}">
                <a16:creationId xmlns:a16="http://schemas.microsoft.com/office/drawing/2014/main" id="{C2012FBF-2417-A3E1-8B5D-023EE028EC0D}"/>
              </a:ext>
            </a:extLst>
          </p:cNvPr>
          <p:cNvSpPr txBox="1"/>
          <p:nvPr/>
        </p:nvSpPr>
        <p:spPr>
          <a:xfrm>
            <a:off x="4534978" y="44794"/>
            <a:ext cx="2774646" cy="276999"/>
          </a:xfrm>
          <a:prstGeom prst="rect">
            <a:avLst/>
          </a:prstGeom>
          <a:noFill/>
        </p:spPr>
        <p:txBody>
          <a:bodyPr wrap="square" rtlCol="0">
            <a:spAutoFit/>
          </a:bodyPr>
          <a:lstStyle/>
          <a:p>
            <a:pPr algn="ctr"/>
            <a:r>
              <a:rPr lang="en-AU" sz="1200" i="1" dirty="0">
                <a:solidFill>
                  <a:srgbClr val="FF0000"/>
                </a:solidFill>
              </a:rPr>
              <a:t>NB: Roles, not job titles!</a:t>
            </a:r>
          </a:p>
        </p:txBody>
      </p:sp>
    </p:spTree>
    <p:extLst>
      <p:ext uri="{BB962C8B-B14F-4D97-AF65-F5344CB8AC3E}">
        <p14:creationId xmlns:p14="http://schemas.microsoft.com/office/powerpoint/2010/main" val="2578501831"/>
      </p:ext>
    </p:extLst>
  </p:cSld>
  <p:clrMapOvr>
    <a:masterClrMapping/>
  </p:clrMapOvr>
  <mc:AlternateContent xmlns:mc="http://schemas.openxmlformats.org/markup-compatibility/2006" xmlns:p14="http://schemas.microsoft.com/office/powerpoint/2010/main">
    <mc:Choice Requires="p14">
      <p:transition spd="slow" p14:dur="2000" advTm="128207"/>
    </mc:Choice>
    <mc:Fallback xmlns="">
      <p:transition spd="slow" advTm="12820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11ABAD-10B5-5309-15BA-41B8DC3580CE}"/>
              </a:ext>
            </a:extLst>
          </p:cNvPr>
          <p:cNvSpPr txBox="1">
            <a:spLocks/>
          </p:cNvSpPr>
          <p:nvPr/>
        </p:nvSpPr>
        <p:spPr>
          <a:xfrm>
            <a:off x="250031" y="871"/>
            <a:ext cx="7886700" cy="994172"/>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Aptos" panose="020B0004020202020204" pitchFamily="34" charset="0"/>
                <a:ea typeface="ADLaM Display" panose="020F0502020204030204" pitchFamily="2" charset="0"/>
                <a:cs typeface="ADLaM Display" panose="020F0502020204030204" pitchFamily="2" charset="0"/>
              </a:rPr>
              <a:t>Where do HSI Practitioners Come From?</a:t>
            </a:r>
            <a:br>
              <a:rPr lang="en-US" sz="3300" b="1" dirty="0">
                <a:latin typeface="Aptos" panose="020B0004020202020204" pitchFamily="34" charset="0"/>
                <a:ea typeface="ADLaM Display" panose="020F0502020204030204" pitchFamily="2" charset="0"/>
                <a:cs typeface="ADLaM Display" panose="020F0502020204030204" pitchFamily="2" charset="0"/>
              </a:rPr>
            </a:br>
            <a:r>
              <a:rPr lang="en-US" sz="1575" b="1" dirty="0">
                <a:latin typeface="Aptos" panose="020B0004020202020204" pitchFamily="34" charset="0"/>
                <a:ea typeface="ADLaM Display" panose="020F0502020204030204" pitchFamily="2" charset="0"/>
                <a:cs typeface="ADLaM Display" panose="020F0502020204030204" pitchFamily="2" charset="0"/>
              </a:rPr>
              <a:t>Niches of niches</a:t>
            </a:r>
          </a:p>
        </p:txBody>
      </p:sp>
      <p:sp>
        <p:nvSpPr>
          <p:cNvPr id="4" name="Content Placeholder 2">
            <a:extLst>
              <a:ext uri="{FF2B5EF4-FFF2-40B4-BE49-F238E27FC236}">
                <a16:creationId xmlns:a16="http://schemas.microsoft.com/office/drawing/2014/main" id="{C2699489-3977-0540-609C-5CB2AC32C236}"/>
              </a:ext>
            </a:extLst>
          </p:cNvPr>
          <p:cNvSpPr txBox="1">
            <a:spLocks/>
          </p:cNvSpPr>
          <p:nvPr/>
        </p:nvSpPr>
        <p:spPr>
          <a:xfrm>
            <a:off x="409485" y="918513"/>
            <a:ext cx="3028627" cy="33183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solidFill>
                  <a:srgbClr val="0C8EAE"/>
                </a:solidFill>
              </a:rPr>
              <a:t>Human </a:t>
            </a:r>
            <a:r>
              <a:rPr lang="fr-FR" sz="1800" dirty="0" err="1">
                <a:solidFill>
                  <a:srgbClr val="0C8EAE"/>
                </a:solidFill>
              </a:rPr>
              <a:t>Factors</a:t>
            </a:r>
            <a:r>
              <a:rPr lang="fr-FR" sz="1800" dirty="0">
                <a:solidFill>
                  <a:srgbClr val="0C8EAE"/>
                </a:solidFill>
              </a:rPr>
              <a:t>/</a:t>
            </a:r>
            <a:r>
              <a:rPr lang="fr-FR" sz="1800" dirty="0" err="1">
                <a:solidFill>
                  <a:srgbClr val="0C8EAE"/>
                </a:solidFill>
              </a:rPr>
              <a:t>Ergonomics</a:t>
            </a:r>
            <a:endParaRPr lang="fr-FR" sz="1800" dirty="0">
              <a:solidFill>
                <a:srgbClr val="0C8EAE"/>
              </a:solidFill>
            </a:endParaRPr>
          </a:p>
          <a:p>
            <a:endParaRPr lang="fr-FR" sz="1800" dirty="0">
              <a:solidFill>
                <a:srgbClr val="0C8EAE"/>
              </a:solidFill>
            </a:endParaRPr>
          </a:p>
        </p:txBody>
      </p:sp>
      <p:sp>
        <p:nvSpPr>
          <p:cNvPr id="5" name="Content Placeholder 3">
            <a:extLst>
              <a:ext uri="{FF2B5EF4-FFF2-40B4-BE49-F238E27FC236}">
                <a16:creationId xmlns:a16="http://schemas.microsoft.com/office/drawing/2014/main" id="{9E9CC06E-51A0-20E9-0319-66001AD1EA81}"/>
              </a:ext>
            </a:extLst>
          </p:cNvPr>
          <p:cNvSpPr txBox="1">
            <a:spLocks/>
          </p:cNvSpPr>
          <p:nvPr/>
        </p:nvSpPr>
        <p:spPr>
          <a:xfrm>
            <a:off x="6284260" y="929625"/>
            <a:ext cx="2287334" cy="346582"/>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fr-FR" sz="1800" dirty="0">
                <a:solidFill>
                  <a:srgbClr val="094988"/>
                </a:solidFill>
              </a:rPr>
              <a:t>Systems Engineering</a:t>
            </a:r>
          </a:p>
        </p:txBody>
      </p:sp>
      <p:sp>
        <p:nvSpPr>
          <p:cNvPr id="6" name="TextBox 5">
            <a:extLst>
              <a:ext uri="{FF2B5EF4-FFF2-40B4-BE49-F238E27FC236}">
                <a16:creationId xmlns:a16="http://schemas.microsoft.com/office/drawing/2014/main" id="{726F55BE-47E6-C976-2BDE-1928A0016A32}"/>
              </a:ext>
            </a:extLst>
          </p:cNvPr>
          <p:cNvSpPr txBox="1"/>
          <p:nvPr/>
        </p:nvSpPr>
        <p:spPr>
          <a:xfrm>
            <a:off x="476618" y="1355706"/>
            <a:ext cx="2570411" cy="1123144"/>
          </a:xfrm>
          <a:prstGeom prst="roundRect">
            <a:avLst/>
          </a:prstGeom>
          <a:solidFill>
            <a:srgbClr val="0C8EAE"/>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499" dirty="0">
                <a:solidFill>
                  <a:schemeClr val="bg1"/>
                </a:solidFill>
              </a:rPr>
              <a:t>Social Sciences: Psychology, Physical Sciences, Cognitive Sciences, OHS, </a:t>
            </a:r>
            <a:r>
              <a:rPr lang="fr-FR" sz="1499" dirty="0" err="1">
                <a:solidFill>
                  <a:schemeClr val="bg1"/>
                </a:solidFill>
              </a:rPr>
              <a:t>etc</a:t>
            </a:r>
            <a:endParaRPr lang="fr-FR" sz="1499" dirty="0">
              <a:solidFill>
                <a:schemeClr val="bg1"/>
              </a:solidFill>
            </a:endParaRPr>
          </a:p>
        </p:txBody>
      </p:sp>
      <p:sp>
        <p:nvSpPr>
          <p:cNvPr id="7" name="TextBox 6">
            <a:extLst>
              <a:ext uri="{FF2B5EF4-FFF2-40B4-BE49-F238E27FC236}">
                <a16:creationId xmlns:a16="http://schemas.microsoft.com/office/drawing/2014/main" id="{527261BB-9BE4-6E0A-7DDD-8F6FF05EDFCC}"/>
              </a:ext>
            </a:extLst>
          </p:cNvPr>
          <p:cNvSpPr txBox="1"/>
          <p:nvPr/>
        </p:nvSpPr>
        <p:spPr>
          <a:xfrm>
            <a:off x="6327449" y="1476876"/>
            <a:ext cx="2407067" cy="867897"/>
          </a:xfrm>
          <a:prstGeom prst="roundRect">
            <a:avLst/>
          </a:prstGeom>
          <a:solidFill>
            <a:srgbClr val="002060"/>
          </a:solid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1499" dirty="0">
                <a:solidFill>
                  <a:schemeClr val="bg1"/>
                </a:solidFill>
              </a:rPr>
              <a:t>Engineering Disciplines:</a:t>
            </a:r>
          </a:p>
          <a:p>
            <a:pPr algn="ctr"/>
            <a:r>
              <a:rPr lang="fr-FR" sz="1499" dirty="0">
                <a:solidFill>
                  <a:schemeClr val="bg1"/>
                </a:solidFill>
              </a:rPr>
              <a:t>Civil, </a:t>
            </a:r>
            <a:r>
              <a:rPr lang="fr-FR" sz="1499" dirty="0" err="1">
                <a:solidFill>
                  <a:schemeClr val="bg1"/>
                </a:solidFill>
              </a:rPr>
              <a:t>Mechanical</a:t>
            </a:r>
            <a:r>
              <a:rPr lang="fr-FR" sz="1499" dirty="0">
                <a:solidFill>
                  <a:schemeClr val="bg1"/>
                </a:solidFill>
              </a:rPr>
              <a:t>, </a:t>
            </a:r>
            <a:r>
              <a:rPr lang="fr-FR" sz="1499" dirty="0" err="1">
                <a:solidFill>
                  <a:schemeClr val="bg1"/>
                </a:solidFill>
              </a:rPr>
              <a:t>Electrical</a:t>
            </a:r>
            <a:r>
              <a:rPr lang="fr-FR" sz="1499" dirty="0">
                <a:solidFill>
                  <a:schemeClr val="bg1"/>
                </a:solidFill>
              </a:rPr>
              <a:t>, </a:t>
            </a:r>
            <a:r>
              <a:rPr lang="fr-FR" sz="1499" dirty="0" err="1">
                <a:solidFill>
                  <a:schemeClr val="bg1"/>
                </a:solidFill>
              </a:rPr>
              <a:t>etc</a:t>
            </a:r>
            <a:endParaRPr lang="fr-FR" sz="1499" dirty="0">
              <a:solidFill>
                <a:schemeClr val="bg1"/>
              </a:solidFill>
            </a:endParaRPr>
          </a:p>
        </p:txBody>
      </p:sp>
      <p:sp>
        <p:nvSpPr>
          <p:cNvPr id="8" name="TextBox 7">
            <a:extLst>
              <a:ext uri="{FF2B5EF4-FFF2-40B4-BE49-F238E27FC236}">
                <a16:creationId xmlns:a16="http://schemas.microsoft.com/office/drawing/2014/main" id="{3C1518C5-EE11-E5E3-5291-5ECEEA8324D2}"/>
              </a:ext>
            </a:extLst>
          </p:cNvPr>
          <p:cNvSpPr txBox="1"/>
          <p:nvPr/>
        </p:nvSpPr>
        <p:spPr>
          <a:xfrm>
            <a:off x="3518364" y="1468419"/>
            <a:ext cx="2287333" cy="867897"/>
          </a:xfrm>
          <a:prstGeom prst="round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1499" i="1" dirty="0">
                <a:solidFill>
                  <a:srgbClr val="3F5D31"/>
                </a:solidFill>
              </a:rPr>
              <a:t>Not </a:t>
            </a:r>
            <a:r>
              <a:rPr lang="fr-FR" sz="1499" i="1" dirty="0" err="1">
                <a:solidFill>
                  <a:srgbClr val="3F5D31"/>
                </a:solidFill>
              </a:rPr>
              <a:t>many</a:t>
            </a:r>
            <a:r>
              <a:rPr lang="fr-FR" sz="1499" i="1" dirty="0">
                <a:solidFill>
                  <a:srgbClr val="3F5D31"/>
                </a:solidFill>
              </a:rPr>
              <a:t> </a:t>
            </a:r>
            <a:r>
              <a:rPr lang="fr-FR" sz="1499" i="1" dirty="0" err="1">
                <a:solidFill>
                  <a:srgbClr val="3F5D31"/>
                </a:solidFill>
              </a:rPr>
              <a:t>specialist</a:t>
            </a:r>
            <a:r>
              <a:rPr lang="fr-FR" sz="1499" i="1" dirty="0">
                <a:solidFill>
                  <a:srgbClr val="3F5D31"/>
                </a:solidFill>
              </a:rPr>
              <a:t> </a:t>
            </a:r>
            <a:r>
              <a:rPr lang="fr-FR" sz="1499" i="1" dirty="0" err="1">
                <a:solidFill>
                  <a:srgbClr val="3F5D31"/>
                </a:solidFill>
              </a:rPr>
              <a:t>tertiary</a:t>
            </a:r>
            <a:r>
              <a:rPr lang="fr-FR" sz="1499" i="1" dirty="0">
                <a:solidFill>
                  <a:srgbClr val="3F5D31"/>
                </a:solidFill>
              </a:rPr>
              <a:t> </a:t>
            </a:r>
            <a:r>
              <a:rPr lang="fr-FR" sz="1499" i="1" dirty="0" err="1">
                <a:solidFill>
                  <a:srgbClr val="3F5D31"/>
                </a:solidFill>
              </a:rPr>
              <a:t>degrees</a:t>
            </a:r>
            <a:r>
              <a:rPr lang="fr-FR" sz="1499" i="1" dirty="0">
                <a:solidFill>
                  <a:srgbClr val="3F5D31"/>
                </a:solidFill>
              </a:rPr>
              <a:t> </a:t>
            </a:r>
          </a:p>
          <a:p>
            <a:pPr algn="ctr"/>
            <a:r>
              <a:rPr lang="fr-FR" sz="1499" i="1" dirty="0">
                <a:solidFill>
                  <a:srgbClr val="3F5D31"/>
                </a:solidFill>
              </a:rPr>
              <a:t>in HF or SE</a:t>
            </a:r>
          </a:p>
        </p:txBody>
      </p:sp>
      <p:sp>
        <p:nvSpPr>
          <p:cNvPr id="9" name="TextBox 8">
            <a:extLst>
              <a:ext uri="{FF2B5EF4-FFF2-40B4-BE49-F238E27FC236}">
                <a16:creationId xmlns:a16="http://schemas.microsoft.com/office/drawing/2014/main" id="{03D122F6-5FE5-47CA-749E-1158B80C84A8}"/>
              </a:ext>
            </a:extLst>
          </p:cNvPr>
          <p:cNvSpPr txBox="1"/>
          <p:nvPr/>
        </p:nvSpPr>
        <p:spPr>
          <a:xfrm>
            <a:off x="6450465" y="2976133"/>
            <a:ext cx="2161037" cy="612650"/>
          </a:xfrm>
          <a:prstGeom prst="roundRect">
            <a:avLst/>
          </a:prstGeom>
          <a:solidFill>
            <a:srgbClr val="002060"/>
          </a:solid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1499" dirty="0" err="1">
                <a:solidFill>
                  <a:schemeClr val="bg1"/>
                </a:solidFill>
              </a:rPr>
              <a:t>Systems</a:t>
            </a:r>
            <a:r>
              <a:rPr lang="fr-FR" sz="1499" dirty="0">
                <a:solidFill>
                  <a:schemeClr val="bg1"/>
                </a:solidFill>
              </a:rPr>
              <a:t> Engineering </a:t>
            </a:r>
            <a:r>
              <a:rPr lang="fr-FR" sz="1499" dirty="0" err="1">
                <a:solidFill>
                  <a:schemeClr val="bg1"/>
                </a:solidFill>
              </a:rPr>
              <a:t>Practitioner</a:t>
            </a:r>
            <a:endParaRPr lang="fr-FR" sz="1499" dirty="0">
              <a:solidFill>
                <a:schemeClr val="bg1"/>
              </a:solidFill>
            </a:endParaRPr>
          </a:p>
        </p:txBody>
      </p:sp>
      <p:sp>
        <p:nvSpPr>
          <p:cNvPr id="10" name="TextBox 9">
            <a:extLst>
              <a:ext uri="{FF2B5EF4-FFF2-40B4-BE49-F238E27FC236}">
                <a16:creationId xmlns:a16="http://schemas.microsoft.com/office/drawing/2014/main" id="{AAB8AE13-B9B1-F03E-8E8C-CEBD3FA1534C}"/>
              </a:ext>
            </a:extLst>
          </p:cNvPr>
          <p:cNvSpPr txBox="1"/>
          <p:nvPr/>
        </p:nvSpPr>
        <p:spPr>
          <a:xfrm>
            <a:off x="3558102" y="4005899"/>
            <a:ext cx="2247595" cy="357403"/>
          </a:xfrm>
          <a:prstGeom prst="round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1499" dirty="0" err="1">
                <a:solidFill>
                  <a:srgbClr val="3F5D31"/>
                </a:solidFill>
              </a:rPr>
              <a:t>Specialism</a:t>
            </a:r>
            <a:r>
              <a:rPr lang="fr-FR" sz="1499" dirty="0">
                <a:solidFill>
                  <a:srgbClr val="3F5D31"/>
                </a:solidFill>
              </a:rPr>
              <a:t> in HSI</a:t>
            </a:r>
          </a:p>
        </p:txBody>
      </p:sp>
      <p:sp>
        <p:nvSpPr>
          <p:cNvPr id="11" name="TextBox 10">
            <a:extLst>
              <a:ext uri="{FF2B5EF4-FFF2-40B4-BE49-F238E27FC236}">
                <a16:creationId xmlns:a16="http://schemas.microsoft.com/office/drawing/2014/main" id="{B035975C-914B-A571-A7C3-200AF65CD1E4}"/>
              </a:ext>
            </a:extLst>
          </p:cNvPr>
          <p:cNvSpPr txBox="1"/>
          <p:nvPr/>
        </p:nvSpPr>
        <p:spPr>
          <a:xfrm>
            <a:off x="903489" y="3045908"/>
            <a:ext cx="1850276" cy="357403"/>
          </a:xfrm>
          <a:prstGeom prst="roundRect">
            <a:avLst/>
          </a:prstGeom>
          <a:solidFill>
            <a:srgbClr val="0C8EAE"/>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fr-FR" sz="1499" dirty="0">
                <a:solidFill>
                  <a:schemeClr val="bg1"/>
                </a:solidFill>
              </a:rPr>
              <a:t>HF/E </a:t>
            </a:r>
            <a:r>
              <a:rPr lang="fr-FR" sz="1499" dirty="0" err="1">
                <a:solidFill>
                  <a:schemeClr val="bg1"/>
                </a:solidFill>
              </a:rPr>
              <a:t>Professionals</a:t>
            </a:r>
            <a:endParaRPr lang="fr-FR" sz="1499" dirty="0">
              <a:solidFill>
                <a:schemeClr val="bg1"/>
              </a:solidFill>
            </a:endParaRPr>
          </a:p>
        </p:txBody>
      </p:sp>
      <p:sp>
        <p:nvSpPr>
          <p:cNvPr id="13" name="Arrow: Right 12">
            <a:extLst>
              <a:ext uri="{FF2B5EF4-FFF2-40B4-BE49-F238E27FC236}">
                <a16:creationId xmlns:a16="http://schemas.microsoft.com/office/drawing/2014/main" id="{1132236E-1111-69F5-D4D7-E94C5A4DE773}"/>
              </a:ext>
            </a:extLst>
          </p:cNvPr>
          <p:cNvSpPr/>
          <p:nvPr/>
        </p:nvSpPr>
        <p:spPr>
          <a:xfrm rot="5400000">
            <a:off x="4502850" y="2371005"/>
            <a:ext cx="318358" cy="331833"/>
          </a:xfrm>
          <a:prstGeom prst="rightArrow">
            <a:avLst/>
          </a:prstGeom>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AU" sz="1349" dirty="0"/>
          </a:p>
        </p:txBody>
      </p:sp>
      <p:sp>
        <p:nvSpPr>
          <p:cNvPr id="14" name="TextBox 13">
            <a:extLst>
              <a:ext uri="{FF2B5EF4-FFF2-40B4-BE49-F238E27FC236}">
                <a16:creationId xmlns:a16="http://schemas.microsoft.com/office/drawing/2014/main" id="{5E25DEDE-AC97-846A-FE45-7D745EE54B26}"/>
              </a:ext>
            </a:extLst>
          </p:cNvPr>
          <p:cNvSpPr txBox="1"/>
          <p:nvPr/>
        </p:nvSpPr>
        <p:spPr>
          <a:xfrm>
            <a:off x="3560492" y="2763079"/>
            <a:ext cx="2287333" cy="867897"/>
          </a:xfrm>
          <a:prstGeom prst="round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1499" i="1" dirty="0" err="1">
                <a:solidFill>
                  <a:srgbClr val="3F5D31"/>
                </a:solidFill>
              </a:rPr>
              <a:t>Experience</a:t>
            </a:r>
            <a:r>
              <a:rPr lang="fr-FR" sz="1499" i="1" dirty="0">
                <a:solidFill>
                  <a:srgbClr val="3F5D31"/>
                </a:solidFill>
              </a:rPr>
              <a:t> </a:t>
            </a:r>
            <a:r>
              <a:rPr lang="fr-FR" sz="1499" i="1" dirty="0" err="1">
                <a:solidFill>
                  <a:srgbClr val="3F5D31"/>
                </a:solidFill>
              </a:rPr>
              <a:t>doing</a:t>
            </a:r>
            <a:r>
              <a:rPr lang="fr-FR" sz="1499" i="1" dirty="0">
                <a:solidFill>
                  <a:srgbClr val="3F5D31"/>
                </a:solidFill>
              </a:rPr>
              <a:t> HSI or </a:t>
            </a:r>
            <a:r>
              <a:rPr lang="fr-FR" sz="1499" i="1" dirty="0" err="1">
                <a:solidFill>
                  <a:srgbClr val="3F5D31"/>
                </a:solidFill>
              </a:rPr>
              <a:t>working</a:t>
            </a:r>
            <a:r>
              <a:rPr lang="fr-FR" sz="1499" i="1" dirty="0">
                <a:solidFill>
                  <a:srgbClr val="3F5D31"/>
                </a:solidFill>
              </a:rPr>
              <a:t> in cross-</a:t>
            </a:r>
            <a:r>
              <a:rPr lang="fr-FR" sz="1499" i="1" dirty="0" err="1">
                <a:solidFill>
                  <a:srgbClr val="3F5D31"/>
                </a:solidFill>
              </a:rPr>
              <a:t>disciplinary</a:t>
            </a:r>
            <a:r>
              <a:rPr lang="fr-FR" sz="1499" i="1" dirty="0">
                <a:solidFill>
                  <a:srgbClr val="3F5D31"/>
                </a:solidFill>
              </a:rPr>
              <a:t> teams</a:t>
            </a:r>
          </a:p>
        </p:txBody>
      </p:sp>
      <p:sp>
        <p:nvSpPr>
          <p:cNvPr id="15" name="Arrow: Right 14">
            <a:extLst>
              <a:ext uri="{FF2B5EF4-FFF2-40B4-BE49-F238E27FC236}">
                <a16:creationId xmlns:a16="http://schemas.microsoft.com/office/drawing/2014/main" id="{C29C9BAC-B3FD-C959-68D9-19F8ED205D88}"/>
              </a:ext>
            </a:extLst>
          </p:cNvPr>
          <p:cNvSpPr/>
          <p:nvPr/>
        </p:nvSpPr>
        <p:spPr>
          <a:xfrm>
            <a:off x="3077638" y="3056989"/>
            <a:ext cx="318358" cy="331833"/>
          </a:xfrm>
          <a:prstGeom prst="rightArrow">
            <a:avLst/>
          </a:prstGeom>
          <a:ln>
            <a:solidFill>
              <a:srgbClr val="0C8EA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sz="1349" dirty="0"/>
          </a:p>
        </p:txBody>
      </p:sp>
      <p:sp>
        <p:nvSpPr>
          <p:cNvPr id="16" name="Arrow: Right 15">
            <a:extLst>
              <a:ext uri="{FF2B5EF4-FFF2-40B4-BE49-F238E27FC236}">
                <a16:creationId xmlns:a16="http://schemas.microsoft.com/office/drawing/2014/main" id="{0733E3C0-B575-D218-B32C-4BEBFE35FB57}"/>
              </a:ext>
            </a:extLst>
          </p:cNvPr>
          <p:cNvSpPr/>
          <p:nvPr/>
        </p:nvSpPr>
        <p:spPr>
          <a:xfrm rot="10636641">
            <a:off x="6016300" y="3064363"/>
            <a:ext cx="318358" cy="331833"/>
          </a:xfrm>
          <a:prstGeom prst="rightArrow">
            <a:avLst/>
          </a:prstGeom>
          <a:ln>
            <a:solidFill>
              <a:srgbClr val="094988"/>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AU" sz="1349" dirty="0"/>
          </a:p>
        </p:txBody>
      </p:sp>
      <p:sp>
        <p:nvSpPr>
          <p:cNvPr id="17" name="Arrow: Right 16">
            <a:extLst>
              <a:ext uri="{FF2B5EF4-FFF2-40B4-BE49-F238E27FC236}">
                <a16:creationId xmlns:a16="http://schemas.microsoft.com/office/drawing/2014/main" id="{9ACA9EEB-B659-BC47-965F-D22EF9C4E18F}"/>
              </a:ext>
            </a:extLst>
          </p:cNvPr>
          <p:cNvSpPr/>
          <p:nvPr/>
        </p:nvSpPr>
        <p:spPr>
          <a:xfrm rot="5400000">
            <a:off x="1543212" y="2572593"/>
            <a:ext cx="318358" cy="331833"/>
          </a:xfrm>
          <a:prstGeom prst="rightArrow">
            <a:avLst/>
          </a:prstGeom>
          <a:ln>
            <a:solidFill>
              <a:srgbClr val="0C8EA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sz="1349" dirty="0"/>
          </a:p>
        </p:txBody>
      </p:sp>
      <p:sp>
        <p:nvSpPr>
          <p:cNvPr id="18" name="Arrow: Right 17">
            <a:extLst>
              <a:ext uri="{FF2B5EF4-FFF2-40B4-BE49-F238E27FC236}">
                <a16:creationId xmlns:a16="http://schemas.microsoft.com/office/drawing/2014/main" id="{47BE38F0-CDC1-C0E8-AAAF-D970A56901D2}"/>
              </a:ext>
            </a:extLst>
          </p:cNvPr>
          <p:cNvSpPr/>
          <p:nvPr/>
        </p:nvSpPr>
        <p:spPr>
          <a:xfrm rot="5400000">
            <a:off x="7321266" y="2496014"/>
            <a:ext cx="318358" cy="331833"/>
          </a:xfrm>
          <a:prstGeom prst="rightArrow">
            <a:avLst/>
          </a:prstGeom>
          <a:ln>
            <a:solidFill>
              <a:srgbClr val="094988"/>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AU" sz="1349" dirty="0"/>
          </a:p>
        </p:txBody>
      </p:sp>
      <p:sp>
        <p:nvSpPr>
          <p:cNvPr id="19" name="Arrow: Right 18">
            <a:extLst>
              <a:ext uri="{FF2B5EF4-FFF2-40B4-BE49-F238E27FC236}">
                <a16:creationId xmlns:a16="http://schemas.microsoft.com/office/drawing/2014/main" id="{06344895-220E-F0A8-4220-61BE46579856}"/>
              </a:ext>
            </a:extLst>
          </p:cNvPr>
          <p:cNvSpPr/>
          <p:nvPr/>
        </p:nvSpPr>
        <p:spPr>
          <a:xfrm rot="5400000">
            <a:off x="4502850" y="3639745"/>
            <a:ext cx="318358" cy="331833"/>
          </a:xfrm>
          <a:prstGeom prst="rightArrow">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1349" dirty="0"/>
          </a:p>
        </p:txBody>
      </p:sp>
      <p:sp>
        <p:nvSpPr>
          <p:cNvPr id="20" name="TextBox 19">
            <a:extLst>
              <a:ext uri="{FF2B5EF4-FFF2-40B4-BE49-F238E27FC236}">
                <a16:creationId xmlns:a16="http://schemas.microsoft.com/office/drawing/2014/main" id="{F0A7CF5C-A9C1-79B6-C322-60656893DC9E}"/>
              </a:ext>
            </a:extLst>
          </p:cNvPr>
          <p:cNvSpPr txBox="1"/>
          <p:nvPr/>
        </p:nvSpPr>
        <p:spPr>
          <a:xfrm>
            <a:off x="476617" y="3839864"/>
            <a:ext cx="2796998" cy="641700"/>
          </a:xfrm>
          <a:prstGeom prst="rightArrow">
            <a:avLst/>
          </a:prstGeom>
          <a:solidFill>
            <a:srgbClr val="0C8EAE"/>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1499" i="1" dirty="0">
                <a:solidFill>
                  <a:schemeClr val="bg1"/>
                </a:solidFill>
              </a:rPr>
              <a:t>Non-</a:t>
            </a:r>
            <a:r>
              <a:rPr lang="fr-FR" sz="1499" i="1" dirty="0" err="1">
                <a:solidFill>
                  <a:schemeClr val="bg1"/>
                </a:solidFill>
              </a:rPr>
              <a:t>traditional</a:t>
            </a:r>
            <a:r>
              <a:rPr lang="fr-FR" sz="1499" i="1" dirty="0">
                <a:solidFill>
                  <a:schemeClr val="bg1"/>
                </a:solidFill>
              </a:rPr>
              <a:t> routes</a:t>
            </a:r>
          </a:p>
        </p:txBody>
      </p:sp>
      <p:sp>
        <p:nvSpPr>
          <p:cNvPr id="21" name="TextBox 20">
            <a:extLst>
              <a:ext uri="{FF2B5EF4-FFF2-40B4-BE49-F238E27FC236}">
                <a16:creationId xmlns:a16="http://schemas.microsoft.com/office/drawing/2014/main" id="{9A0C4E0C-6B41-C09E-EB6E-C860A37628BD}"/>
              </a:ext>
            </a:extLst>
          </p:cNvPr>
          <p:cNvSpPr txBox="1"/>
          <p:nvPr/>
        </p:nvSpPr>
        <p:spPr>
          <a:xfrm>
            <a:off x="6019191" y="3833462"/>
            <a:ext cx="2715325" cy="641700"/>
          </a:xfrm>
          <a:prstGeom prst="leftArrow">
            <a:avLst/>
          </a:prstGeom>
          <a:solidFill>
            <a:srgbClr val="002060"/>
          </a:solid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sz="1499" i="1" dirty="0">
                <a:solidFill>
                  <a:schemeClr val="bg1"/>
                </a:solidFill>
              </a:rPr>
              <a:t>Non-</a:t>
            </a:r>
            <a:r>
              <a:rPr lang="fr-FR" sz="1499" i="1" dirty="0" err="1">
                <a:solidFill>
                  <a:schemeClr val="bg1"/>
                </a:solidFill>
              </a:rPr>
              <a:t>traditional</a:t>
            </a:r>
            <a:r>
              <a:rPr lang="fr-FR" sz="1499" i="1" dirty="0">
                <a:solidFill>
                  <a:schemeClr val="bg1"/>
                </a:solidFill>
              </a:rPr>
              <a:t> routes</a:t>
            </a:r>
          </a:p>
        </p:txBody>
      </p:sp>
      <p:sp>
        <p:nvSpPr>
          <p:cNvPr id="2" name="Text Placeholder 1">
            <a:extLst>
              <a:ext uri="{FF2B5EF4-FFF2-40B4-BE49-F238E27FC236}">
                <a16:creationId xmlns:a16="http://schemas.microsoft.com/office/drawing/2014/main" id="{AC45EF93-8169-D751-A024-712B3D42B46D}"/>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92316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35">
            <a:extLst>
              <a:ext uri="{FF2B5EF4-FFF2-40B4-BE49-F238E27FC236}">
                <a16:creationId xmlns:a16="http://schemas.microsoft.com/office/drawing/2014/main" id="{65ECE309-9A8C-B517-A7B7-95CE491551D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auto">
          <a:xfrm>
            <a:off x="466725" y="181418"/>
            <a:ext cx="7265195" cy="4231772"/>
          </a:xfrm>
          <a:prstGeom prst="rect">
            <a:avLst/>
          </a:prstGeom>
        </p:spPr>
      </p:pic>
      <p:sp>
        <p:nvSpPr>
          <p:cNvPr id="3" name="TextBox 2">
            <a:extLst>
              <a:ext uri="{FF2B5EF4-FFF2-40B4-BE49-F238E27FC236}">
                <a16:creationId xmlns:a16="http://schemas.microsoft.com/office/drawing/2014/main" id="{C1696145-0689-2595-3C27-42A3D3331313}"/>
              </a:ext>
            </a:extLst>
          </p:cNvPr>
          <p:cNvSpPr txBox="1"/>
          <p:nvPr/>
        </p:nvSpPr>
        <p:spPr>
          <a:xfrm>
            <a:off x="785813" y="4736312"/>
            <a:ext cx="5414962" cy="342658"/>
          </a:xfrm>
          <a:prstGeom prst="rect">
            <a:avLst/>
          </a:prstGeom>
          <a:noFill/>
        </p:spPr>
        <p:txBody>
          <a:bodyPr wrap="square">
            <a:spAutoFit/>
          </a:bodyPr>
          <a:lstStyle/>
          <a:p>
            <a:pPr marL="411480" marR="411480" algn="r">
              <a:lnSpc>
                <a:spcPct val="150000"/>
              </a:lnSpc>
              <a:spcBef>
                <a:spcPts val="1350"/>
              </a:spcBef>
              <a:spcAft>
                <a:spcPts val="1350"/>
              </a:spcAft>
            </a:pPr>
            <a:r>
              <a:rPr lang="en-AU" sz="1200" i="1" dirty="0">
                <a:solidFill>
                  <a:schemeClr val="bg1"/>
                </a:solidFill>
                <a:latin typeface="Aptos" panose="020B0004020202020204" pitchFamily="34" charset="0"/>
                <a:ea typeface="Arial Unicode MS"/>
                <a:cs typeface="Times New Roman" panose="02020603050405020304" pitchFamily="18" charset="0"/>
              </a:rPr>
              <a:t>From INCOSE HSI Primer Vol 1, 2023</a:t>
            </a:r>
          </a:p>
        </p:txBody>
      </p:sp>
      <p:sp>
        <p:nvSpPr>
          <p:cNvPr id="5" name="Text Placeholder 4">
            <a:extLst>
              <a:ext uri="{FF2B5EF4-FFF2-40B4-BE49-F238E27FC236}">
                <a16:creationId xmlns:a16="http://schemas.microsoft.com/office/drawing/2014/main" id="{B7D67067-6E1E-D056-C537-C570D62F6B37}"/>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253198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B7D0EF-2BFD-AF3D-F026-88EC06A8B603}"/>
              </a:ext>
            </a:extLst>
          </p:cNvPr>
          <p:cNvSpPr>
            <a:spLocks noGrp="1"/>
          </p:cNvSpPr>
          <p:nvPr>
            <p:ph type="body" sz="quarter" idx="17"/>
          </p:nvPr>
        </p:nvSpPr>
        <p:spPr/>
        <p:txBody>
          <a:bodyPr/>
          <a:lstStyle/>
          <a:p>
            <a:r>
              <a:rPr lang="en-US" dirty="0"/>
              <a:t>Tailoring HSI</a:t>
            </a:r>
          </a:p>
        </p:txBody>
      </p:sp>
      <p:sp>
        <p:nvSpPr>
          <p:cNvPr id="3" name="Text Placeholder 2">
            <a:extLst>
              <a:ext uri="{FF2B5EF4-FFF2-40B4-BE49-F238E27FC236}">
                <a16:creationId xmlns:a16="http://schemas.microsoft.com/office/drawing/2014/main" id="{F0B9B4AC-76D5-5172-7BF7-A384AE049F3C}"/>
              </a:ext>
            </a:extLst>
          </p:cNvPr>
          <p:cNvSpPr>
            <a:spLocks noGrp="1"/>
          </p:cNvSpPr>
          <p:nvPr>
            <p:ph type="body" sz="quarter" idx="16"/>
          </p:nvPr>
        </p:nvSpPr>
        <p:spPr/>
        <p:txBody>
          <a:bodyPr/>
          <a:lstStyle/>
          <a:p>
            <a:r>
              <a:rPr lang="en-US" b="1" dirty="0"/>
              <a:t>Not One Size Fits All</a:t>
            </a:r>
          </a:p>
          <a:p>
            <a:endParaRPr lang="en-US" dirty="0"/>
          </a:p>
        </p:txBody>
      </p:sp>
      <p:sp>
        <p:nvSpPr>
          <p:cNvPr id="5" name="Text Placeholder 4">
            <a:extLst>
              <a:ext uri="{FF2B5EF4-FFF2-40B4-BE49-F238E27FC236}">
                <a16:creationId xmlns:a16="http://schemas.microsoft.com/office/drawing/2014/main" id="{95A88CFA-1C2D-F9F8-B9C8-1BFA6DF9A881}"/>
              </a:ext>
            </a:extLst>
          </p:cNvPr>
          <p:cNvSpPr>
            <a:spLocks noGrp="1"/>
          </p:cNvSpPr>
          <p:nvPr>
            <p:ph type="body" sz="quarter" idx="18"/>
          </p:nvPr>
        </p:nvSpPr>
        <p:spPr/>
        <p:txBody>
          <a:bodyPr/>
          <a:lstStyle/>
          <a:p>
            <a:endParaRPr lang="en-US"/>
          </a:p>
        </p:txBody>
      </p:sp>
      <p:sp>
        <p:nvSpPr>
          <p:cNvPr id="6" name="Text Placeholder 5">
            <a:extLst>
              <a:ext uri="{FF2B5EF4-FFF2-40B4-BE49-F238E27FC236}">
                <a16:creationId xmlns:a16="http://schemas.microsoft.com/office/drawing/2014/main" id="{B5757E49-9681-DD08-CE74-8F093BE0163B}"/>
              </a:ext>
            </a:extLst>
          </p:cNvPr>
          <p:cNvSpPr>
            <a:spLocks noGrp="1"/>
          </p:cNvSpPr>
          <p:nvPr>
            <p:ph type="body" sz="quarter" idx="19"/>
          </p:nvPr>
        </p:nvSpPr>
        <p:spPr/>
        <p:txBody>
          <a:bodyPr/>
          <a:lstStyle/>
          <a:p>
            <a:pPr fontAlgn="base"/>
            <a:r>
              <a:rPr lang="en-US" dirty="0"/>
              <a:t>Scale your HSI effort to:</a:t>
            </a:r>
          </a:p>
          <a:p>
            <a:pPr lvl="1" fontAlgn="base"/>
            <a:r>
              <a:rPr lang="en-US" dirty="0"/>
              <a:t>Complexity of human interaction with the system</a:t>
            </a:r>
          </a:p>
          <a:p>
            <a:pPr lvl="1" fontAlgn="base"/>
            <a:r>
              <a:rPr lang="en-US" dirty="0"/>
              <a:t>Novelty of the system and degree of automation</a:t>
            </a:r>
          </a:p>
          <a:p>
            <a:pPr lvl="1" fontAlgn="base"/>
            <a:r>
              <a:rPr lang="en-US" dirty="0"/>
              <a:t>Level of risk and safety criticality</a:t>
            </a:r>
          </a:p>
          <a:p>
            <a:pPr lvl="1" fontAlgn="base"/>
            <a:r>
              <a:rPr lang="en-US" dirty="0"/>
              <a:t>Degree of </a:t>
            </a:r>
            <a:r>
              <a:rPr lang="en-US" dirty="0" err="1"/>
              <a:t>organisational</a:t>
            </a:r>
            <a:r>
              <a:rPr lang="en-US" dirty="0"/>
              <a:t> change</a:t>
            </a:r>
          </a:p>
          <a:p>
            <a:pPr lvl="1" fontAlgn="base"/>
            <a:r>
              <a:rPr lang="en-US" dirty="0"/>
              <a:t>Resources available and mandated standards</a:t>
            </a:r>
          </a:p>
          <a:p>
            <a:pPr marL="0" indent="0">
              <a:buNone/>
            </a:pPr>
            <a:endParaRPr lang="en-US" dirty="0"/>
          </a:p>
          <a:p>
            <a:pPr marL="0" indent="0">
              <a:buNone/>
            </a:pPr>
            <a:endParaRPr lang="en-US" dirty="0"/>
          </a:p>
          <a:p>
            <a:pPr marL="0" indent="0">
              <a:buNone/>
            </a:pPr>
            <a:r>
              <a:rPr lang="en-US" dirty="0"/>
              <a:t>HSI must </a:t>
            </a:r>
            <a:r>
              <a:rPr lang="en-US" b="1" dirty="0"/>
              <a:t>coordinate</a:t>
            </a:r>
            <a:r>
              <a:rPr lang="en-US" dirty="0"/>
              <a:t> with SE activities throughout the lifecycle — not sit alongside them as an optional add-on.	</a:t>
            </a:r>
          </a:p>
        </p:txBody>
      </p:sp>
    </p:spTree>
    <p:extLst>
      <p:ext uri="{BB962C8B-B14F-4D97-AF65-F5344CB8AC3E}">
        <p14:creationId xmlns:p14="http://schemas.microsoft.com/office/powerpoint/2010/main" val="1268200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50B56-5D5F-DB1F-62BD-BE400DA88922}"/>
              </a:ext>
            </a:extLst>
          </p:cNvPr>
          <p:cNvSpPr>
            <a:spLocks noGrp="1"/>
          </p:cNvSpPr>
          <p:nvPr>
            <p:ph type="title"/>
          </p:nvPr>
        </p:nvSpPr>
        <p:spPr/>
        <p:txBody>
          <a:bodyPr/>
          <a:lstStyle/>
          <a:p>
            <a:r>
              <a:rPr lang="en-US" dirty="0"/>
              <a:t>HSI Examples</a:t>
            </a:r>
          </a:p>
        </p:txBody>
      </p:sp>
      <p:sp>
        <p:nvSpPr>
          <p:cNvPr id="3" name="Text Placeholder 2">
            <a:extLst>
              <a:ext uri="{FF2B5EF4-FFF2-40B4-BE49-F238E27FC236}">
                <a16:creationId xmlns:a16="http://schemas.microsoft.com/office/drawing/2014/main" id="{9DB4A1B5-4AA2-37CC-14A4-5CFFAA9B2F2C}"/>
              </a:ext>
            </a:extLst>
          </p:cNvPr>
          <p:cNvSpPr>
            <a:spLocks noGrp="1"/>
          </p:cNvSpPr>
          <p:nvPr>
            <p:ph type="body" sz="quarter" idx="16"/>
          </p:nvPr>
        </p:nvSpPr>
        <p:spPr>
          <a:xfrm>
            <a:off x="457201" y="963392"/>
            <a:ext cx="3657600" cy="671512"/>
          </a:xfrm>
        </p:spPr>
        <p:txBody>
          <a:bodyPr/>
          <a:lstStyle/>
          <a:p>
            <a:r>
              <a:rPr lang="en-US" dirty="0"/>
              <a:t>Unmanned Oil Rigs – Designing a Control Room</a:t>
            </a:r>
          </a:p>
          <a:p>
            <a:endParaRPr lang="en-US" dirty="0"/>
          </a:p>
          <a:p>
            <a:endParaRPr lang="en-US" dirty="0"/>
          </a:p>
        </p:txBody>
      </p:sp>
      <p:sp>
        <p:nvSpPr>
          <p:cNvPr id="4" name="Text Placeholder 3">
            <a:extLst>
              <a:ext uri="{FF2B5EF4-FFF2-40B4-BE49-F238E27FC236}">
                <a16:creationId xmlns:a16="http://schemas.microsoft.com/office/drawing/2014/main" id="{AC70DCE4-E1D3-AAE1-7BFC-5992958C65CB}"/>
              </a:ext>
            </a:extLst>
          </p:cNvPr>
          <p:cNvSpPr>
            <a:spLocks noGrp="1"/>
          </p:cNvSpPr>
          <p:nvPr>
            <p:ph type="body" sz="quarter" idx="17"/>
          </p:nvPr>
        </p:nvSpPr>
        <p:spPr/>
        <p:txBody>
          <a:bodyPr/>
          <a:lstStyle/>
          <a:p>
            <a:endParaRPr lang="en-US"/>
          </a:p>
        </p:txBody>
      </p:sp>
      <p:grpSp>
        <p:nvGrpSpPr>
          <p:cNvPr id="15" name="Group 14">
            <a:extLst>
              <a:ext uri="{FF2B5EF4-FFF2-40B4-BE49-F238E27FC236}">
                <a16:creationId xmlns:a16="http://schemas.microsoft.com/office/drawing/2014/main" id="{97DF7A79-C671-A18C-7B94-40BD64098F4B}"/>
              </a:ext>
            </a:extLst>
          </p:cNvPr>
          <p:cNvGrpSpPr/>
          <p:nvPr/>
        </p:nvGrpSpPr>
        <p:grpSpPr>
          <a:xfrm>
            <a:off x="276958" y="1421391"/>
            <a:ext cx="8590084" cy="2913215"/>
            <a:chOff x="457201" y="1412600"/>
            <a:chExt cx="8013725" cy="2426004"/>
          </a:xfrm>
        </p:grpSpPr>
        <p:pic>
          <p:nvPicPr>
            <p:cNvPr id="8" name="Picture 7">
              <a:extLst>
                <a:ext uri="{FF2B5EF4-FFF2-40B4-BE49-F238E27FC236}">
                  <a16:creationId xmlns:a16="http://schemas.microsoft.com/office/drawing/2014/main" id="{9FE3F7DE-50DA-849A-F11B-6BA986A000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 y="1412600"/>
              <a:ext cx="3821092" cy="1159150"/>
            </a:xfrm>
            <a:prstGeom prst="rect">
              <a:avLst/>
            </a:prstGeom>
          </p:spPr>
        </p:pic>
        <p:pic>
          <p:nvPicPr>
            <p:cNvPr id="10" name="Picture 9">
              <a:extLst>
                <a:ext uri="{FF2B5EF4-FFF2-40B4-BE49-F238E27FC236}">
                  <a16:creationId xmlns:a16="http://schemas.microsoft.com/office/drawing/2014/main" id="{E48F38BA-E887-13A3-68B4-9170B143E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1" y="2657199"/>
              <a:ext cx="3830616" cy="1181405"/>
            </a:xfrm>
            <a:prstGeom prst="rect">
              <a:avLst/>
            </a:prstGeom>
          </p:spPr>
        </p:pic>
        <p:pic>
          <p:nvPicPr>
            <p:cNvPr id="12" name="Picture 11">
              <a:extLst>
                <a:ext uri="{FF2B5EF4-FFF2-40B4-BE49-F238E27FC236}">
                  <a16:creationId xmlns:a16="http://schemas.microsoft.com/office/drawing/2014/main" id="{9C52F5D3-FC51-0D26-8F32-A96DC5FF93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7699" y="1412600"/>
              <a:ext cx="4013227" cy="1134405"/>
            </a:xfrm>
            <a:prstGeom prst="rect">
              <a:avLst/>
            </a:prstGeom>
          </p:spPr>
        </p:pic>
        <p:pic>
          <p:nvPicPr>
            <p:cNvPr id="14" name="Picture 13">
              <a:extLst>
                <a:ext uri="{FF2B5EF4-FFF2-40B4-BE49-F238E27FC236}">
                  <a16:creationId xmlns:a16="http://schemas.microsoft.com/office/drawing/2014/main" id="{12A18011-9750-5B8E-ACB1-207483CC26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57699" y="2657199"/>
              <a:ext cx="3934546" cy="1181405"/>
            </a:xfrm>
            <a:prstGeom prst="rect">
              <a:avLst/>
            </a:prstGeom>
          </p:spPr>
        </p:pic>
      </p:grpSp>
    </p:spTree>
    <p:extLst>
      <p:ext uri="{BB962C8B-B14F-4D97-AF65-F5344CB8AC3E}">
        <p14:creationId xmlns:p14="http://schemas.microsoft.com/office/powerpoint/2010/main" val="127257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0079B-6DA4-4D15-8735-FE5118B214AC}"/>
              </a:ext>
            </a:extLst>
          </p:cNvPr>
          <p:cNvSpPr>
            <a:spLocks noGrp="1"/>
          </p:cNvSpPr>
          <p:nvPr>
            <p:ph type="title"/>
          </p:nvPr>
        </p:nvSpPr>
        <p:spPr>
          <a:xfrm>
            <a:off x="801373" y="797442"/>
            <a:ext cx="3984191" cy="1155080"/>
          </a:xfrm>
        </p:spPr>
        <p:txBody>
          <a:bodyPr>
            <a:normAutofit/>
          </a:bodyPr>
          <a:lstStyle/>
          <a:p>
            <a:r>
              <a:rPr lang="en-US" sz="3825" dirty="0"/>
              <a:t>Introduction</a:t>
            </a:r>
          </a:p>
        </p:txBody>
      </p:sp>
      <p:sp>
        <p:nvSpPr>
          <p:cNvPr id="3" name="Content Placeholder 2">
            <a:extLst>
              <a:ext uri="{FF2B5EF4-FFF2-40B4-BE49-F238E27FC236}">
                <a16:creationId xmlns:a16="http://schemas.microsoft.com/office/drawing/2014/main" id="{2DED4BFF-7F29-4142-ABF6-EAD97D04EB21}"/>
              </a:ext>
            </a:extLst>
          </p:cNvPr>
          <p:cNvSpPr>
            <a:spLocks noGrp="1"/>
          </p:cNvSpPr>
          <p:nvPr>
            <p:ph idx="1"/>
          </p:nvPr>
        </p:nvSpPr>
        <p:spPr>
          <a:xfrm>
            <a:off x="801373" y="2200043"/>
            <a:ext cx="3984191" cy="2146012"/>
          </a:xfrm>
        </p:spPr>
        <p:txBody>
          <a:bodyPr vert="horz" wrap="square" lIns="68580" tIns="34290" rIns="68580" bIns="34290" rtlCol="0">
            <a:normAutofit/>
          </a:bodyPr>
          <a:lstStyle/>
          <a:p>
            <a:pPr>
              <a:lnSpc>
                <a:spcPct val="100000"/>
              </a:lnSpc>
            </a:pPr>
            <a:r>
              <a:rPr lang="en-US" sz="1275"/>
              <a:t>Oil Rigs are remote locations, with harsh conditions for human operators.</a:t>
            </a:r>
          </a:p>
          <a:p>
            <a:pPr>
              <a:lnSpc>
                <a:spcPct val="100000"/>
              </a:lnSpc>
            </a:pPr>
            <a:r>
              <a:rPr lang="en-GB" sz="1275">
                <a:ea typeface="+mn-lt"/>
                <a:cs typeface="+mn-lt"/>
              </a:rPr>
              <a:t>Design production facility that can be operated without human on site during a long period</a:t>
            </a:r>
          </a:p>
          <a:p>
            <a:pPr>
              <a:lnSpc>
                <a:spcPct val="100000"/>
              </a:lnSpc>
            </a:pPr>
            <a:r>
              <a:rPr lang="en-GB" sz="1275"/>
              <a:t>Robotic operations are a game changer</a:t>
            </a:r>
          </a:p>
          <a:p>
            <a:pPr>
              <a:lnSpc>
                <a:spcPct val="100000"/>
              </a:lnSpc>
            </a:pPr>
            <a:r>
              <a:rPr lang="en-GB" sz="1275">
                <a:ea typeface="+mn-lt"/>
                <a:cs typeface="+mn-lt"/>
              </a:rPr>
              <a:t>The study aims at defining the emerging human functions when introducing robotics in operations. </a:t>
            </a:r>
            <a:endParaRPr lang="en-GB" sz="1275"/>
          </a:p>
          <a:p>
            <a:pPr>
              <a:lnSpc>
                <a:spcPct val="100000"/>
              </a:lnSpc>
            </a:pPr>
            <a:endParaRPr lang="en-GB" sz="1275"/>
          </a:p>
        </p:txBody>
      </p:sp>
      <p:pic>
        <p:nvPicPr>
          <p:cNvPr id="14" name="Picture 13" descr="Offshore production platform">
            <a:extLst>
              <a:ext uri="{FF2B5EF4-FFF2-40B4-BE49-F238E27FC236}">
                <a16:creationId xmlns:a16="http://schemas.microsoft.com/office/drawing/2014/main" id="{2AF3219E-838D-40F3-9EAC-F47DE7B201F7}"/>
              </a:ext>
            </a:extLst>
          </p:cNvPr>
          <p:cNvPicPr>
            <a:picLocks noChangeAspect="1"/>
          </p:cNvPicPr>
          <p:nvPr/>
        </p:nvPicPr>
        <p:blipFill rotWithShape="1">
          <a:blip r:embed="rId2"/>
          <a:srcRect l="19560" r="26639" b="-1"/>
          <a:stretch/>
        </p:blipFill>
        <p:spPr>
          <a:xfrm>
            <a:off x="5232700" y="7"/>
            <a:ext cx="3911300" cy="5143493"/>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Tree>
    <p:extLst>
      <p:ext uri="{BB962C8B-B14F-4D97-AF65-F5344CB8AC3E}">
        <p14:creationId xmlns:p14="http://schemas.microsoft.com/office/powerpoint/2010/main" val="3385274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FED54B9A-82CB-403F-AAFC-CEAB10CE5A5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4895" y="56198"/>
            <a:ext cx="4154805" cy="2430780"/>
          </a:xfrm>
          <a:prstGeom prst="rect">
            <a:avLst/>
          </a:prstGeom>
          <a:noFill/>
          <a:ln>
            <a:noFill/>
          </a:ln>
        </p:spPr>
      </p:pic>
      <p:pic>
        <p:nvPicPr>
          <p:cNvPr id="5" name="Image 4">
            <a:extLst>
              <a:ext uri="{FF2B5EF4-FFF2-40B4-BE49-F238E27FC236}">
                <a16:creationId xmlns:a16="http://schemas.microsoft.com/office/drawing/2014/main" id="{B4ACCE01-05C5-4CA0-AFF7-EA108AF781A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4895" y="2595190"/>
            <a:ext cx="4182484" cy="2423741"/>
          </a:xfrm>
          <a:prstGeom prst="rect">
            <a:avLst/>
          </a:prstGeom>
          <a:noFill/>
          <a:ln>
            <a:noFill/>
          </a:ln>
        </p:spPr>
      </p:pic>
      <p:graphicFrame>
        <p:nvGraphicFramePr>
          <p:cNvPr id="12" name="ZoneTexte 5">
            <a:extLst>
              <a:ext uri="{FF2B5EF4-FFF2-40B4-BE49-F238E27FC236}">
                <a16:creationId xmlns:a16="http://schemas.microsoft.com/office/drawing/2014/main" id="{114D5D5E-0992-4AA0-9D41-804E9126344D}"/>
              </a:ext>
            </a:extLst>
          </p:cNvPr>
          <p:cNvGraphicFramePr/>
          <p:nvPr/>
        </p:nvGraphicFramePr>
        <p:xfrm>
          <a:off x="187541" y="240530"/>
          <a:ext cx="4457700" cy="46624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Espace réservé du numéro de diapositive 8">
            <a:extLst>
              <a:ext uri="{FF2B5EF4-FFF2-40B4-BE49-F238E27FC236}">
                <a16:creationId xmlns:a16="http://schemas.microsoft.com/office/drawing/2014/main" id="{0919E107-55BE-4CA4-97F7-930D05168D96}"/>
              </a:ext>
            </a:extLst>
          </p:cNvPr>
          <p:cNvSpPr>
            <a:spLocks noGrp="1"/>
          </p:cNvSpPr>
          <p:nvPr>
            <p:ph type="sldNum" sz="quarter" idx="12"/>
          </p:nvPr>
        </p:nvSpPr>
        <p:spPr/>
        <p:txBody>
          <a:bodyPr/>
          <a:lstStyle/>
          <a:p>
            <a:fld id="{275C4FC4-1D9C-434B-AE95-F734633798E2}" type="slidenum">
              <a:rPr lang="fr-FR" smtClean="0"/>
              <a:t>22</a:t>
            </a:fld>
            <a:endParaRPr lang="fr-FR"/>
          </a:p>
        </p:txBody>
      </p:sp>
    </p:spTree>
    <p:extLst>
      <p:ext uri="{BB962C8B-B14F-4D97-AF65-F5344CB8AC3E}">
        <p14:creationId xmlns:p14="http://schemas.microsoft.com/office/powerpoint/2010/main" val="856621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A583-7554-45D1-9BB8-90E084E2EFD7}"/>
              </a:ext>
            </a:extLst>
          </p:cNvPr>
          <p:cNvSpPr>
            <a:spLocks noGrp="1"/>
          </p:cNvSpPr>
          <p:nvPr>
            <p:ph type="title"/>
          </p:nvPr>
        </p:nvSpPr>
        <p:spPr>
          <a:xfrm>
            <a:off x="801373" y="797442"/>
            <a:ext cx="3984191" cy="1155080"/>
          </a:xfrm>
        </p:spPr>
        <p:txBody>
          <a:bodyPr>
            <a:normAutofit/>
          </a:bodyPr>
          <a:lstStyle/>
          <a:p>
            <a:r>
              <a:rPr lang="en-US" sz="4200"/>
              <a:t>Project objectives</a:t>
            </a:r>
          </a:p>
        </p:txBody>
      </p:sp>
      <p:sp>
        <p:nvSpPr>
          <p:cNvPr id="3" name="Content Placeholder 2">
            <a:extLst>
              <a:ext uri="{FF2B5EF4-FFF2-40B4-BE49-F238E27FC236}">
                <a16:creationId xmlns:a16="http://schemas.microsoft.com/office/drawing/2014/main" id="{C14861EF-F821-4657-A6C1-607DFD603F6F}"/>
              </a:ext>
            </a:extLst>
          </p:cNvPr>
          <p:cNvSpPr>
            <a:spLocks noGrp="1"/>
          </p:cNvSpPr>
          <p:nvPr>
            <p:ph idx="1"/>
          </p:nvPr>
        </p:nvSpPr>
        <p:spPr>
          <a:xfrm>
            <a:off x="801373" y="2200043"/>
            <a:ext cx="3984191" cy="2146012"/>
          </a:xfrm>
        </p:spPr>
        <p:txBody>
          <a:bodyPr vert="horz" wrap="square" lIns="68580" tIns="34290" rIns="68580" bIns="34290" rtlCol="0">
            <a:normAutofit/>
          </a:bodyPr>
          <a:lstStyle/>
          <a:p>
            <a:r>
              <a:rPr lang="en-US" dirty="0"/>
              <a:t>Can you develop a control room for a fleet of robots before the robots exists ?</a:t>
            </a:r>
          </a:p>
          <a:p>
            <a:r>
              <a:rPr lang="en-US" dirty="0"/>
              <a:t>What will be the impacts of controlling such a fleet on the overall organization ?</a:t>
            </a:r>
          </a:p>
          <a:p>
            <a:r>
              <a:rPr lang="en-US" dirty="0">
                <a:ea typeface="+mn-lt"/>
                <a:cs typeface="+mn-lt"/>
              </a:rPr>
              <a:t>Can we apply the PRODEC methodology from the MMT project to another case study ?</a:t>
            </a:r>
          </a:p>
          <a:p>
            <a:pPr marL="0" indent="0">
              <a:buNone/>
            </a:pPr>
            <a:endParaRPr lang="en-US" dirty="0"/>
          </a:p>
        </p:txBody>
      </p:sp>
      <p:pic>
        <p:nvPicPr>
          <p:cNvPr id="5" name="Picture 4" descr="A robot using a laptop sitting on a blue chair">
            <a:extLst>
              <a:ext uri="{FF2B5EF4-FFF2-40B4-BE49-F238E27FC236}">
                <a16:creationId xmlns:a16="http://schemas.microsoft.com/office/drawing/2014/main" id="{7D4F244D-AFDE-479A-8C2A-7F5A12258C62}"/>
              </a:ext>
            </a:extLst>
          </p:cNvPr>
          <p:cNvPicPr>
            <a:picLocks noChangeAspect="1"/>
          </p:cNvPicPr>
          <p:nvPr/>
        </p:nvPicPr>
        <p:blipFill rotWithShape="1">
          <a:blip r:embed="rId2"/>
          <a:srcRect l="55813" r="1412"/>
          <a:stretch/>
        </p:blipFill>
        <p:spPr>
          <a:xfrm>
            <a:off x="5232700" y="7"/>
            <a:ext cx="3911300" cy="5143493"/>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Tree>
    <p:extLst>
      <p:ext uri="{BB962C8B-B14F-4D97-AF65-F5344CB8AC3E}">
        <p14:creationId xmlns:p14="http://schemas.microsoft.com/office/powerpoint/2010/main" val="1750415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519F-071D-4331-AD9B-177B233A932B}"/>
              </a:ext>
            </a:extLst>
          </p:cNvPr>
          <p:cNvSpPr>
            <a:spLocks noGrp="1"/>
          </p:cNvSpPr>
          <p:nvPr>
            <p:ph type="title"/>
          </p:nvPr>
        </p:nvSpPr>
        <p:spPr>
          <a:xfrm>
            <a:off x="569214" y="315469"/>
            <a:ext cx="8000999" cy="995111"/>
          </a:xfrm>
        </p:spPr>
        <p:txBody>
          <a:bodyPr anchor="ctr">
            <a:normAutofit/>
          </a:bodyPr>
          <a:lstStyle/>
          <a:p>
            <a:r>
              <a:rPr lang="en-US" dirty="0"/>
              <a:t>How do we go about </a:t>
            </a:r>
          </a:p>
        </p:txBody>
      </p:sp>
      <p:pic>
        <p:nvPicPr>
          <p:cNvPr id="4" name="Picture 4" descr="Diagram&#10;&#10;Description automatically generated">
            <a:extLst>
              <a:ext uri="{FF2B5EF4-FFF2-40B4-BE49-F238E27FC236}">
                <a16:creationId xmlns:a16="http://schemas.microsoft.com/office/drawing/2014/main" id="{26241852-1668-4873-B91F-AA568DD8DDEF}"/>
              </a:ext>
            </a:extLst>
          </p:cNvPr>
          <p:cNvPicPr>
            <a:picLocks noChangeAspect="1"/>
          </p:cNvPicPr>
          <p:nvPr/>
        </p:nvPicPr>
        <p:blipFill rotWithShape="1">
          <a:blip r:embed="rId2"/>
          <a:srcRect l="-448" t="21538" r="299" b="356"/>
          <a:stretch/>
        </p:blipFill>
        <p:spPr>
          <a:xfrm>
            <a:off x="-64683" y="2406538"/>
            <a:ext cx="6425158" cy="2509764"/>
          </a:xfrm>
          <a:prstGeom prst="rect">
            <a:avLst/>
          </a:prstGeom>
        </p:spPr>
      </p:pic>
      <p:sp>
        <p:nvSpPr>
          <p:cNvPr id="6" name="Oval 5">
            <a:extLst>
              <a:ext uri="{FF2B5EF4-FFF2-40B4-BE49-F238E27FC236}">
                <a16:creationId xmlns:a16="http://schemas.microsoft.com/office/drawing/2014/main" id="{AD5735F4-F7B4-4DED-9056-44074F4411DA}"/>
              </a:ext>
            </a:extLst>
          </p:cNvPr>
          <p:cNvSpPr/>
          <p:nvPr/>
        </p:nvSpPr>
        <p:spPr>
          <a:xfrm>
            <a:off x="5263597" y="2066431"/>
            <a:ext cx="1175348" cy="76559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Content Placeholder 2">
            <a:extLst>
              <a:ext uri="{FF2B5EF4-FFF2-40B4-BE49-F238E27FC236}">
                <a16:creationId xmlns:a16="http://schemas.microsoft.com/office/drawing/2014/main" id="{82730D56-F282-4B80-81C8-467048430B99}"/>
              </a:ext>
            </a:extLst>
          </p:cNvPr>
          <p:cNvSpPr>
            <a:spLocks noGrp="1"/>
          </p:cNvSpPr>
          <p:nvPr>
            <p:ph idx="1"/>
          </p:nvPr>
        </p:nvSpPr>
        <p:spPr>
          <a:xfrm>
            <a:off x="6197949" y="1148080"/>
            <a:ext cx="2655904" cy="2684841"/>
          </a:xfrm>
        </p:spPr>
        <p:txBody>
          <a:bodyPr vert="horz" wrap="square" lIns="68580" tIns="34290" rIns="68580" bIns="34290" rtlCol="0" anchor="t">
            <a:normAutofit lnSpcReduction="10000"/>
          </a:bodyPr>
          <a:lstStyle/>
          <a:p>
            <a:pPr marL="0" indent="0">
              <a:buNone/>
            </a:pPr>
            <a:r>
              <a:rPr lang="en-US" dirty="0">
                <a:ea typeface="+mn-lt"/>
                <a:cs typeface="+mn-lt"/>
              </a:rPr>
              <a:t>There is too many activities to cover them all</a:t>
            </a:r>
            <a:endParaRPr lang="en-US" dirty="0"/>
          </a:p>
          <a:p>
            <a:pPr marL="342900" indent="-342900">
              <a:buAutoNum type="arabicPeriod"/>
            </a:pPr>
            <a:r>
              <a:rPr lang="en-US" dirty="0">
                <a:ea typeface="+mn-lt"/>
                <a:cs typeface="+mn-lt"/>
              </a:rPr>
              <a:t>Select a pool of scenarios of increasing complexity. </a:t>
            </a:r>
          </a:p>
          <a:p>
            <a:pPr marL="342900" indent="-342900">
              <a:buAutoNum type="arabicPeriod"/>
            </a:pPr>
            <a:r>
              <a:rPr lang="en-US" dirty="0">
                <a:ea typeface="+mn-lt"/>
                <a:cs typeface="+mn-lt"/>
              </a:rPr>
              <a:t>Model one scenario</a:t>
            </a:r>
            <a:endParaRPr lang="en-US" dirty="0"/>
          </a:p>
          <a:p>
            <a:pPr marL="342900" indent="-342900">
              <a:buAutoNum type="arabicPeriod"/>
            </a:pPr>
            <a:r>
              <a:rPr lang="en-US" dirty="0">
                <a:ea typeface="+mn-lt"/>
                <a:cs typeface="+mn-lt"/>
              </a:rPr>
              <a:t>Identify necessary functions for each agents</a:t>
            </a:r>
            <a:endParaRPr lang="en-US" dirty="0"/>
          </a:p>
          <a:p>
            <a:pPr marL="342900" indent="-342900">
              <a:buAutoNum type="arabicPeriod"/>
            </a:pPr>
            <a:r>
              <a:rPr lang="en-US" dirty="0">
                <a:ea typeface="+mn-lt"/>
                <a:cs typeface="+mn-lt"/>
              </a:rPr>
              <a:t>Create one or several new allocation of these functions</a:t>
            </a:r>
            <a:endParaRPr lang="en-US" dirty="0"/>
          </a:p>
          <a:p>
            <a:pPr marL="342900" indent="-342900">
              <a:buAutoNum type="arabicPeriod"/>
            </a:pPr>
            <a:r>
              <a:rPr lang="en-US" dirty="0">
                <a:ea typeface="+mn-lt"/>
                <a:cs typeface="+mn-lt"/>
              </a:rPr>
              <a:t>Simulate these processes, </a:t>
            </a:r>
            <a:r>
              <a:rPr lang="en-US" dirty="0" err="1">
                <a:ea typeface="+mn-lt"/>
                <a:cs typeface="+mn-lt"/>
              </a:rPr>
              <a:t>analyse</a:t>
            </a:r>
            <a:r>
              <a:rPr lang="en-US" dirty="0">
                <a:ea typeface="+mn-lt"/>
                <a:cs typeface="+mn-lt"/>
              </a:rPr>
              <a:t> and add these to the pool of processes</a:t>
            </a:r>
            <a:endParaRPr lang="en-US" dirty="0"/>
          </a:p>
        </p:txBody>
      </p:sp>
    </p:spTree>
    <p:extLst>
      <p:ext uri="{BB962C8B-B14F-4D97-AF65-F5344CB8AC3E}">
        <p14:creationId xmlns:p14="http://schemas.microsoft.com/office/powerpoint/2010/main" val="909666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1910-9B77-42CB-8750-961D2B88CC7A}"/>
              </a:ext>
            </a:extLst>
          </p:cNvPr>
          <p:cNvSpPr>
            <a:spLocks noGrp="1"/>
          </p:cNvSpPr>
          <p:nvPr>
            <p:ph type="title"/>
          </p:nvPr>
        </p:nvSpPr>
        <p:spPr>
          <a:xfrm>
            <a:off x="801373" y="797442"/>
            <a:ext cx="3984191" cy="1155080"/>
          </a:xfrm>
        </p:spPr>
        <p:txBody>
          <a:bodyPr>
            <a:normAutofit/>
          </a:bodyPr>
          <a:lstStyle/>
          <a:p>
            <a:r>
              <a:rPr lang="en-US" dirty="0"/>
              <a:t>Modelling</a:t>
            </a:r>
          </a:p>
        </p:txBody>
      </p:sp>
      <p:sp>
        <p:nvSpPr>
          <p:cNvPr id="3" name="Content Placeholder 2">
            <a:extLst>
              <a:ext uri="{FF2B5EF4-FFF2-40B4-BE49-F238E27FC236}">
                <a16:creationId xmlns:a16="http://schemas.microsoft.com/office/drawing/2014/main" id="{916914B0-A489-42B7-B5E9-D20E81B53A43}"/>
              </a:ext>
            </a:extLst>
          </p:cNvPr>
          <p:cNvSpPr>
            <a:spLocks noGrp="1"/>
          </p:cNvSpPr>
          <p:nvPr>
            <p:ph idx="1"/>
          </p:nvPr>
        </p:nvSpPr>
        <p:spPr>
          <a:xfrm>
            <a:off x="801373" y="2200043"/>
            <a:ext cx="3984191" cy="2146012"/>
          </a:xfrm>
        </p:spPr>
        <p:txBody>
          <a:bodyPr vert="horz" wrap="square" lIns="68580" tIns="34290" rIns="68580" bIns="34290" rtlCol="0">
            <a:normAutofit/>
          </a:bodyPr>
          <a:lstStyle/>
          <a:p>
            <a:r>
              <a:rPr lang="en-US" sz="2000" dirty="0"/>
              <a:t>BPMN </a:t>
            </a:r>
            <a:r>
              <a:rPr lang="en-US" sz="2000" dirty="0" err="1"/>
              <a:t>Modelisation</a:t>
            </a:r>
            <a:r>
              <a:rPr lang="en-US" sz="2000" dirty="0"/>
              <a:t> :</a:t>
            </a:r>
          </a:p>
          <a:p>
            <a:pPr lvl="1"/>
            <a:r>
              <a:rPr lang="en-US" sz="1800" dirty="0"/>
              <a:t>Multi-agents modelling</a:t>
            </a:r>
            <a:endParaRPr lang="en-US" sz="1800" i="0" dirty="0"/>
          </a:p>
          <a:p>
            <a:pPr lvl="1"/>
            <a:r>
              <a:rPr lang="en-US" sz="1800" dirty="0"/>
              <a:t>Multi-level modelling </a:t>
            </a:r>
          </a:p>
          <a:p>
            <a:pPr lvl="1"/>
            <a:r>
              <a:rPr lang="en-US" sz="1800" dirty="0"/>
              <a:t>Cross validation with the experts</a:t>
            </a:r>
          </a:p>
        </p:txBody>
      </p:sp>
      <p:pic>
        <p:nvPicPr>
          <p:cNvPr id="4" name="Picture 4" descr="Diagram&#10;&#10;Description automatically generated">
            <a:extLst>
              <a:ext uri="{FF2B5EF4-FFF2-40B4-BE49-F238E27FC236}">
                <a16:creationId xmlns:a16="http://schemas.microsoft.com/office/drawing/2014/main" id="{DA069E71-1C68-4C7D-AE77-30ED6350704E}"/>
              </a:ext>
            </a:extLst>
          </p:cNvPr>
          <p:cNvPicPr>
            <a:picLocks noChangeAspect="1"/>
          </p:cNvPicPr>
          <p:nvPr/>
        </p:nvPicPr>
        <p:blipFill rotWithShape="1">
          <a:blip r:embed="rId2"/>
          <a:srcRect l="42469" r="46315"/>
          <a:stretch/>
        </p:blipFill>
        <p:spPr>
          <a:xfrm>
            <a:off x="5232700" y="7"/>
            <a:ext cx="3911300" cy="5143493"/>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6" name="TextBox 5">
            <a:extLst>
              <a:ext uri="{FF2B5EF4-FFF2-40B4-BE49-F238E27FC236}">
                <a16:creationId xmlns:a16="http://schemas.microsoft.com/office/drawing/2014/main" id="{9A5B1F95-45FA-B675-8D0F-FCAD83A25759}"/>
              </a:ext>
            </a:extLst>
          </p:cNvPr>
          <p:cNvSpPr txBox="1"/>
          <p:nvPr/>
        </p:nvSpPr>
        <p:spPr>
          <a:xfrm>
            <a:off x="507468" y="4346055"/>
            <a:ext cx="4572000" cy="369332"/>
          </a:xfrm>
          <a:prstGeom prst="rect">
            <a:avLst/>
          </a:prstGeom>
          <a:noFill/>
        </p:spPr>
        <p:txBody>
          <a:bodyPr wrap="square">
            <a:spAutoFit/>
          </a:bodyPr>
          <a:lstStyle/>
          <a:p>
            <a:r>
              <a:rPr lang="en-US" dirty="0">
                <a:solidFill>
                  <a:schemeClr val="accent4"/>
                </a:solidFill>
                <a:hlinkClick r:id="rId3">
                  <a:extLst>
                    <a:ext uri="{A12FA001-AC4F-418D-AE19-62706E023703}">
                      <ahyp:hlinkClr xmlns:ahyp="http://schemas.microsoft.com/office/drawing/2018/hyperlinkcolor" val="tx"/>
                    </a:ext>
                  </a:extLst>
                </a:hlinkClick>
              </a:rPr>
              <a:t>https://</a:t>
            </a:r>
            <a:r>
              <a:rPr lang="en-US" dirty="0" err="1">
                <a:solidFill>
                  <a:schemeClr val="accent4"/>
                </a:solidFill>
                <a:hlinkClick r:id="rId3">
                  <a:extLst>
                    <a:ext uri="{A12FA001-AC4F-418D-AE19-62706E023703}">
                      <ahyp:hlinkClr xmlns:ahyp="http://schemas.microsoft.com/office/drawing/2018/hyperlinkcolor" val="tx"/>
                    </a:ext>
                  </a:extLst>
                </a:hlinkClick>
              </a:rPr>
              <a:t>miro.com</a:t>
            </a:r>
            <a:r>
              <a:rPr lang="en-US" dirty="0">
                <a:solidFill>
                  <a:schemeClr val="accent4"/>
                </a:solidFill>
                <a:hlinkClick r:id="rId3">
                  <a:extLst>
                    <a:ext uri="{A12FA001-AC4F-418D-AE19-62706E023703}">
                      <ahyp:hlinkClr xmlns:ahyp="http://schemas.microsoft.com/office/drawing/2018/hyperlinkcolor" val="tx"/>
                    </a:ext>
                  </a:extLst>
                </a:hlinkClick>
              </a:rPr>
              <a:t>/app/board/uXjVMj0x6cc=/</a:t>
            </a:r>
            <a:endParaRPr lang="en-US" dirty="0">
              <a:solidFill>
                <a:schemeClr val="accent4"/>
              </a:solidFill>
            </a:endParaRPr>
          </a:p>
        </p:txBody>
      </p:sp>
    </p:spTree>
    <p:extLst>
      <p:ext uri="{BB962C8B-B14F-4D97-AF65-F5344CB8AC3E}">
        <p14:creationId xmlns:p14="http://schemas.microsoft.com/office/powerpoint/2010/main" val="4209565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A565E-3D3B-4080-A26D-1912BE04E8DD}"/>
              </a:ext>
            </a:extLst>
          </p:cNvPr>
          <p:cNvSpPr>
            <a:spLocks noGrp="1"/>
          </p:cNvSpPr>
          <p:nvPr>
            <p:ph type="title"/>
          </p:nvPr>
        </p:nvSpPr>
        <p:spPr>
          <a:xfrm>
            <a:off x="801373" y="797442"/>
            <a:ext cx="4649858" cy="1155080"/>
          </a:xfrm>
        </p:spPr>
        <p:txBody>
          <a:bodyPr vert="horz" wrap="square" lIns="68580" tIns="34290" rIns="68580" bIns="34290" rtlCol="0">
            <a:normAutofit/>
          </a:bodyPr>
          <a:lstStyle/>
          <a:p>
            <a:r>
              <a:rPr lang="en-US" sz="3825" dirty="0"/>
              <a:t>Functional Analysis</a:t>
            </a:r>
          </a:p>
        </p:txBody>
      </p:sp>
      <p:sp>
        <p:nvSpPr>
          <p:cNvPr id="3" name="Content Placeholder 2">
            <a:extLst>
              <a:ext uri="{FF2B5EF4-FFF2-40B4-BE49-F238E27FC236}">
                <a16:creationId xmlns:a16="http://schemas.microsoft.com/office/drawing/2014/main" id="{9E6A3893-431C-4C48-9542-0F732F78A42E}"/>
              </a:ext>
            </a:extLst>
          </p:cNvPr>
          <p:cNvSpPr>
            <a:spLocks noGrp="1"/>
          </p:cNvSpPr>
          <p:nvPr>
            <p:ph idx="1"/>
          </p:nvPr>
        </p:nvSpPr>
        <p:spPr>
          <a:xfrm>
            <a:off x="285176" y="1747709"/>
            <a:ext cx="4649858" cy="2886532"/>
          </a:xfrm>
        </p:spPr>
        <p:txBody>
          <a:bodyPr vert="horz" wrap="square" lIns="68580" tIns="34290" rIns="68580" bIns="34290" rtlCol="0">
            <a:normAutofit lnSpcReduction="10000"/>
          </a:bodyPr>
          <a:lstStyle/>
          <a:p>
            <a:pPr marL="257175" indent="-257175"/>
            <a:r>
              <a:rPr lang="en-US" dirty="0"/>
              <a:t>Function are attributed to the different agents</a:t>
            </a:r>
          </a:p>
          <a:p>
            <a:pPr marL="257175" indent="-257175"/>
            <a:r>
              <a:rPr lang="en-US" dirty="0"/>
              <a:t>Ontological approach to generalize functions</a:t>
            </a:r>
          </a:p>
          <a:p>
            <a:pPr marL="257175" indent="-257175"/>
            <a:r>
              <a:rPr lang="en-US" dirty="0"/>
              <a:t>Classification according to </a:t>
            </a:r>
          </a:p>
          <a:p>
            <a:pPr lvl="1">
              <a:lnSpc>
                <a:spcPct val="100000"/>
              </a:lnSpc>
            </a:pPr>
            <a:r>
              <a:rPr lang="en-US" sz="1200" dirty="0"/>
              <a:t>Situational Awareness Level </a:t>
            </a:r>
            <a:r>
              <a:rPr lang="en-US" sz="1200" i="1" dirty="0">
                <a:ea typeface="+mn-lt"/>
                <a:cs typeface="+mn-lt"/>
              </a:rPr>
              <a:t>(Endsley, 1995)</a:t>
            </a:r>
            <a:endParaRPr lang="en-US" sz="1200" dirty="0"/>
          </a:p>
          <a:p>
            <a:pPr marL="441960" lvl="2" indent="-171450">
              <a:buAutoNum type="arabicPeriod"/>
            </a:pPr>
            <a:r>
              <a:rPr lang="en-US" sz="1100" dirty="0">
                <a:ea typeface="+mn-lt"/>
                <a:cs typeface="+mn-lt"/>
              </a:rPr>
              <a:t>Situation Awareness (S)</a:t>
            </a:r>
          </a:p>
          <a:p>
            <a:pPr marL="441960" lvl="2" indent="-171450">
              <a:buAutoNum type="arabicPeriod"/>
            </a:pPr>
            <a:r>
              <a:rPr lang="en-US" sz="1100" dirty="0">
                <a:ea typeface="+mn-lt"/>
                <a:cs typeface="+mn-lt"/>
              </a:rPr>
              <a:t>Decision making (D) </a:t>
            </a:r>
          </a:p>
          <a:p>
            <a:pPr marL="441960" lvl="2" indent="-171450">
              <a:buAutoNum type="arabicPeriod"/>
            </a:pPr>
            <a:r>
              <a:rPr lang="en-US" sz="1100" dirty="0">
                <a:ea typeface="+mn-lt"/>
                <a:cs typeface="+mn-lt"/>
              </a:rPr>
              <a:t>Action (A)</a:t>
            </a:r>
          </a:p>
          <a:p>
            <a:pPr lvl="1">
              <a:lnSpc>
                <a:spcPct val="100000"/>
              </a:lnSpc>
            </a:pPr>
            <a:r>
              <a:rPr lang="en-US" sz="1200" dirty="0">
                <a:ea typeface="+mn-lt"/>
                <a:cs typeface="+mn-lt"/>
              </a:rPr>
              <a:t>Rasmussen levels of functions </a:t>
            </a:r>
            <a:r>
              <a:rPr lang="fr-FR" sz="1200" i="1" dirty="0">
                <a:ea typeface="+mn-lt"/>
                <a:cs typeface="+mn-lt"/>
              </a:rPr>
              <a:t>(Rasmussen, 1983).</a:t>
            </a:r>
            <a:endParaRPr lang="en-US" sz="1200" dirty="0">
              <a:ea typeface="+mn-lt"/>
              <a:cs typeface="+mn-lt"/>
            </a:endParaRPr>
          </a:p>
          <a:p>
            <a:pPr marL="441960" lvl="2" indent="-171450">
              <a:buAutoNum type="arabicPeriod"/>
            </a:pPr>
            <a:r>
              <a:rPr lang="fr-FR" sz="1100" dirty="0" err="1"/>
              <a:t>Skills</a:t>
            </a:r>
            <a:r>
              <a:rPr lang="fr-FR" sz="1100" dirty="0"/>
              <a:t> </a:t>
            </a:r>
            <a:r>
              <a:rPr lang="fr-FR" sz="1100" dirty="0" err="1"/>
              <a:t>based</a:t>
            </a:r>
            <a:r>
              <a:rPr lang="fr-FR" sz="1100" dirty="0"/>
              <a:t> (1)</a:t>
            </a:r>
          </a:p>
          <a:p>
            <a:pPr marL="441960" lvl="2" indent="-171450">
              <a:buAutoNum type="arabicPeriod"/>
            </a:pPr>
            <a:r>
              <a:rPr lang="fr-FR" sz="1100" dirty="0"/>
              <a:t>Rules </a:t>
            </a:r>
            <a:r>
              <a:rPr lang="fr-FR" sz="1100" dirty="0" err="1"/>
              <a:t>based</a:t>
            </a:r>
            <a:r>
              <a:rPr lang="fr-FR" sz="1100" dirty="0"/>
              <a:t> (2)</a:t>
            </a:r>
          </a:p>
          <a:p>
            <a:pPr marL="441960" lvl="2" indent="-171450">
              <a:buAutoNum type="arabicPeriod"/>
            </a:pPr>
            <a:r>
              <a:rPr lang="fr-FR" sz="1100" dirty="0"/>
              <a:t>Knowledge </a:t>
            </a:r>
            <a:r>
              <a:rPr lang="fr-FR" sz="1100" dirty="0" err="1"/>
              <a:t>based</a:t>
            </a:r>
            <a:r>
              <a:rPr lang="fr-FR" sz="1100" dirty="0"/>
              <a:t> (3)</a:t>
            </a:r>
            <a:endParaRPr lang="fr-FR" sz="1200" dirty="0"/>
          </a:p>
        </p:txBody>
      </p:sp>
      <p:pic>
        <p:nvPicPr>
          <p:cNvPr id="5" name="Picture 4" descr="Pipette adding DNA sample to a petri dish">
            <a:extLst>
              <a:ext uri="{FF2B5EF4-FFF2-40B4-BE49-F238E27FC236}">
                <a16:creationId xmlns:a16="http://schemas.microsoft.com/office/drawing/2014/main" id="{F1BCBC4E-47EA-41EB-B63C-B53BD72BF785}"/>
              </a:ext>
            </a:extLst>
          </p:cNvPr>
          <p:cNvPicPr>
            <a:picLocks noChangeAspect="1"/>
          </p:cNvPicPr>
          <p:nvPr/>
        </p:nvPicPr>
        <p:blipFill rotWithShape="1">
          <a:blip r:embed="rId2"/>
          <a:srcRect l="9527" r="33440"/>
          <a:stretch/>
        </p:blipFill>
        <p:spPr>
          <a:xfrm>
            <a:off x="5232700" y="7"/>
            <a:ext cx="3911300" cy="5143493"/>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Tree>
    <p:extLst>
      <p:ext uri="{BB962C8B-B14F-4D97-AF65-F5344CB8AC3E}">
        <p14:creationId xmlns:p14="http://schemas.microsoft.com/office/powerpoint/2010/main" val="247071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5880-2978-4909-AB44-46BF194AE5A9}"/>
              </a:ext>
            </a:extLst>
          </p:cNvPr>
          <p:cNvSpPr>
            <a:spLocks noGrp="1"/>
          </p:cNvSpPr>
          <p:nvPr>
            <p:ph type="title"/>
          </p:nvPr>
        </p:nvSpPr>
        <p:spPr>
          <a:xfrm>
            <a:off x="801373" y="797442"/>
            <a:ext cx="3984191" cy="1155080"/>
          </a:xfrm>
        </p:spPr>
        <p:txBody>
          <a:bodyPr>
            <a:normAutofit/>
          </a:bodyPr>
          <a:lstStyle/>
          <a:p>
            <a:r>
              <a:rPr lang="en-US" sz="3825"/>
              <a:t>New task allocations </a:t>
            </a:r>
          </a:p>
        </p:txBody>
      </p:sp>
      <p:sp>
        <p:nvSpPr>
          <p:cNvPr id="3" name="Content Placeholder 2">
            <a:extLst>
              <a:ext uri="{FF2B5EF4-FFF2-40B4-BE49-F238E27FC236}">
                <a16:creationId xmlns:a16="http://schemas.microsoft.com/office/drawing/2014/main" id="{EB37A026-4CAF-4058-8125-36424E9AADB9}"/>
              </a:ext>
            </a:extLst>
          </p:cNvPr>
          <p:cNvSpPr>
            <a:spLocks noGrp="1"/>
          </p:cNvSpPr>
          <p:nvPr>
            <p:ph idx="1"/>
          </p:nvPr>
        </p:nvSpPr>
        <p:spPr>
          <a:xfrm>
            <a:off x="801373" y="2200043"/>
            <a:ext cx="5224238" cy="2846908"/>
          </a:xfrm>
        </p:spPr>
        <p:txBody>
          <a:bodyPr vert="horz" wrap="square" lIns="68580" tIns="34290" rIns="68580" bIns="34290" rtlCol="0">
            <a:normAutofit lnSpcReduction="10000"/>
          </a:bodyPr>
          <a:lstStyle/>
          <a:p>
            <a:pPr>
              <a:lnSpc>
                <a:spcPct val="100000"/>
              </a:lnSpc>
            </a:pPr>
            <a:r>
              <a:rPr lang="en-US" sz="1050"/>
              <a:t>Based on As-is scenario</a:t>
            </a:r>
          </a:p>
          <a:p>
            <a:pPr>
              <a:lnSpc>
                <a:spcPct val="100000"/>
              </a:lnSpc>
            </a:pPr>
            <a:r>
              <a:rPr lang="en-US" sz="1050"/>
              <a:t>Functional Analysis </a:t>
            </a:r>
          </a:p>
          <a:p>
            <a:pPr lvl="1">
              <a:lnSpc>
                <a:spcPct val="100000"/>
              </a:lnSpc>
            </a:pPr>
            <a:r>
              <a:rPr lang="en-US" sz="1050" dirty="0"/>
              <a:t>e.g. verification and inspection task are kept on human</a:t>
            </a:r>
          </a:p>
          <a:p>
            <a:pPr lvl="1">
              <a:lnSpc>
                <a:spcPct val="100000"/>
              </a:lnSpc>
            </a:pPr>
            <a:r>
              <a:rPr lang="en-US" sz="1050" dirty="0"/>
              <a:t>Listening and informing become receiving and sending information</a:t>
            </a:r>
          </a:p>
          <a:p>
            <a:pPr>
              <a:lnSpc>
                <a:spcPct val="100000"/>
              </a:lnSpc>
            </a:pPr>
            <a:r>
              <a:rPr lang="en-US" sz="1050"/>
              <a:t>Predicted functional capabilities of the robots</a:t>
            </a:r>
          </a:p>
          <a:p>
            <a:pPr lvl="1">
              <a:lnSpc>
                <a:spcPct val="100000"/>
              </a:lnSpc>
            </a:pPr>
            <a:r>
              <a:rPr lang="en-US" sz="1050" dirty="0"/>
              <a:t>We can predict from the analysis some capabilities (carrying, identifying valves etc..) </a:t>
            </a:r>
          </a:p>
          <a:p>
            <a:pPr>
              <a:lnSpc>
                <a:spcPct val="100000"/>
              </a:lnSpc>
            </a:pPr>
            <a:r>
              <a:rPr lang="en-US" sz="1050"/>
              <a:t>Prescribed </a:t>
            </a:r>
            <a:r>
              <a:rPr lang="en-US" sz="1050" err="1"/>
              <a:t>organisation</a:t>
            </a:r>
            <a:r>
              <a:rPr lang="en-US" sz="1050"/>
              <a:t> of the oil rig ( </a:t>
            </a:r>
          </a:p>
          <a:p>
            <a:pPr lvl="1">
              <a:lnSpc>
                <a:spcPct val="100000"/>
              </a:lnSpc>
            </a:pPr>
            <a:r>
              <a:rPr lang="en-US" sz="1050" dirty="0"/>
              <a:t>separation control room (process ) / operation room (robot fleet) </a:t>
            </a:r>
            <a:endParaRPr lang="en-US" sz="1050"/>
          </a:p>
          <a:p>
            <a:pPr lvl="1">
              <a:lnSpc>
                <a:spcPct val="100000"/>
              </a:lnSpc>
            </a:pPr>
            <a:r>
              <a:rPr lang="en-US" sz="1050"/>
              <a:t>Iterative process involving experts and creative sessions</a:t>
            </a:r>
          </a:p>
          <a:p>
            <a:pPr lvl="1">
              <a:lnSpc>
                <a:spcPct val="100000"/>
              </a:lnSpc>
            </a:pPr>
            <a:r>
              <a:rPr lang="en-US" sz="1050" dirty="0"/>
              <a:t>Several concurrent scenario have been proposed and discussed for the simulations</a:t>
            </a:r>
          </a:p>
        </p:txBody>
      </p:sp>
      <p:pic>
        <p:nvPicPr>
          <p:cNvPr id="5" name="Picture 4" descr="Light bulb on yellow background with sketched light beams and cord">
            <a:extLst>
              <a:ext uri="{FF2B5EF4-FFF2-40B4-BE49-F238E27FC236}">
                <a16:creationId xmlns:a16="http://schemas.microsoft.com/office/drawing/2014/main" id="{E243599B-9E7C-445D-AD57-C7648A2DE45E}"/>
              </a:ext>
            </a:extLst>
          </p:cNvPr>
          <p:cNvPicPr>
            <a:picLocks noChangeAspect="1"/>
          </p:cNvPicPr>
          <p:nvPr/>
        </p:nvPicPr>
        <p:blipFill rotWithShape="1">
          <a:blip r:embed="rId2"/>
          <a:srcRect l="49042" r="4191"/>
          <a:stretch/>
        </p:blipFill>
        <p:spPr>
          <a:xfrm>
            <a:off x="5232700" y="7"/>
            <a:ext cx="3911300" cy="5143493"/>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Tree>
    <p:extLst>
      <p:ext uri="{BB962C8B-B14F-4D97-AF65-F5344CB8AC3E}">
        <p14:creationId xmlns:p14="http://schemas.microsoft.com/office/powerpoint/2010/main" val="134272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Diagram&#10;&#10;Description automatically generated">
            <a:extLst>
              <a:ext uri="{FF2B5EF4-FFF2-40B4-BE49-F238E27FC236}">
                <a16:creationId xmlns:a16="http://schemas.microsoft.com/office/drawing/2014/main" id="{8E69A28D-E70F-432D-B703-20876D557529}"/>
              </a:ext>
            </a:extLst>
          </p:cNvPr>
          <p:cNvPicPr>
            <a:picLocks noChangeAspect="1"/>
          </p:cNvPicPr>
          <p:nvPr/>
        </p:nvPicPr>
        <p:blipFill rotWithShape="1">
          <a:blip r:embed="rId2"/>
          <a:srcRect t="6246" r="-2" b="9857"/>
          <a:stretch>
            <a:fillRect/>
          </a:stretch>
        </p:blipFill>
        <p:spPr>
          <a:xfrm>
            <a:off x="0" y="164741"/>
            <a:ext cx="8072228" cy="3809382"/>
          </a:xfrm>
          <a:prstGeom prst="rect">
            <a:avLst/>
          </a:prstGeom>
          <a:noFill/>
        </p:spPr>
      </p:pic>
      <p:sp>
        <p:nvSpPr>
          <p:cNvPr id="2" name="Title 1">
            <a:extLst>
              <a:ext uri="{FF2B5EF4-FFF2-40B4-BE49-F238E27FC236}">
                <a16:creationId xmlns:a16="http://schemas.microsoft.com/office/drawing/2014/main" id="{0630E201-0DF2-4556-874F-564F2067C99B}"/>
              </a:ext>
            </a:extLst>
          </p:cNvPr>
          <p:cNvSpPr>
            <a:spLocks noGrp="1"/>
          </p:cNvSpPr>
          <p:nvPr>
            <p:ph type="body" sz="quarter" idx="11"/>
          </p:nvPr>
        </p:nvSpPr>
        <p:spPr>
          <a:xfrm>
            <a:off x="2543491" y="4272422"/>
            <a:ext cx="5959159" cy="652944"/>
          </a:xfrm>
        </p:spPr>
        <p:txBody>
          <a:bodyPr vert="horz" wrap="square" lIns="68580" tIns="34290" rIns="68580" bIns="34290" rtlCol="0">
            <a:normAutofit fontScale="92500" lnSpcReduction="20000"/>
          </a:bodyPr>
          <a:lstStyle/>
          <a:p>
            <a:r>
              <a:rPr lang="en-US" dirty="0"/>
              <a:t>Human in the loop simulations</a:t>
            </a:r>
            <a:br>
              <a:rPr lang="en-US" dirty="0"/>
            </a:br>
            <a:r>
              <a:rPr lang="en-US" dirty="0"/>
              <a:t>Wizard of Oz</a:t>
            </a:r>
            <a:endParaRPr lang="en-US" i="1" kern="1200" spc="75" dirty="0"/>
          </a:p>
        </p:txBody>
      </p:sp>
      <p:sp>
        <p:nvSpPr>
          <p:cNvPr id="13" name="Text Placeholder 3">
            <a:extLst>
              <a:ext uri="{FF2B5EF4-FFF2-40B4-BE49-F238E27FC236}">
                <a16:creationId xmlns:a16="http://schemas.microsoft.com/office/drawing/2014/main" id="{60B55E02-7EF6-B926-F8F1-9A6D4B07AA00}"/>
              </a:ext>
            </a:extLst>
          </p:cNvPr>
          <p:cNvSpPr>
            <a:spLocks noGrp="1"/>
          </p:cNvSpPr>
          <p:nvPr>
            <p:ph type="body" sz="quarter" idx="17"/>
          </p:nvPr>
        </p:nvSpPr>
        <p:spPr>
          <a:xfrm>
            <a:off x="466725" y="4598894"/>
            <a:ext cx="1823085" cy="110938"/>
          </a:xfrm>
        </p:spPr>
        <p:txBody>
          <a:bodyPr/>
          <a:lstStyle/>
          <a:p>
            <a:endParaRPr lang="en-US"/>
          </a:p>
        </p:txBody>
      </p:sp>
    </p:spTree>
    <p:extLst>
      <p:ext uri="{BB962C8B-B14F-4D97-AF65-F5344CB8AC3E}">
        <p14:creationId xmlns:p14="http://schemas.microsoft.com/office/powerpoint/2010/main" val="106240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0E201-0DF2-4556-874F-564F2067C99B}"/>
              </a:ext>
            </a:extLst>
          </p:cNvPr>
          <p:cNvSpPr>
            <a:spLocks noGrp="1"/>
          </p:cNvSpPr>
          <p:nvPr>
            <p:ph type="title"/>
          </p:nvPr>
        </p:nvSpPr>
        <p:spPr>
          <a:xfrm>
            <a:off x="809244" y="535061"/>
            <a:ext cx="7763255" cy="1009864"/>
          </a:xfrm>
        </p:spPr>
        <p:txBody>
          <a:bodyPr vert="horz" wrap="square" lIns="68580" tIns="34290" rIns="68580" bIns="34290" rtlCol="0" anchor="t">
            <a:noAutofit/>
          </a:bodyPr>
          <a:lstStyle/>
          <a:p>
            <a:r>
              <a:rPr lang="en-US" sz="4000" dirty="0"/>
              <a:t>Human in the loop </a:t>
            </a:r>
            <a:r>
              <a:rPr lang="en-US" sz="3600" dirty="0"/>
              <a:t>simulations</a:t>
            </a:r>
            <a:r>
              <a:rPr lang="en-US" sz="4000" dirty="0"/>
              <a:t> </a:t>
            </a:r>
            <a:br>
              <a:rPr lang="en-US" sz="4000" dirty="0"/>
            </a:br>
            <a:r>
              <a:rPr lang="en-US" dirty="0"/>
              <a:t>Physical and digital twin</a:t>
            </a:r>
            <a:endParaRPr lang="en-US" i="1" kern="1200" spc="75" dirty="0">
              <a:solidFill>
                <a:schemeClr val="tx1">
                  <a:lumMod val="85000"/>
                  <a:lumOff val="15000"/>
                </a:schemeClr>
              </a:solidFill>
              <a:latin typeface="+mj-lt"/>
              <a:ea typeface="+mj-ea"/>
              <a:cs typeface="+mj-cs"/>
            </a:endParaRPr>
          </a:p>
        </p:txBody>
      </p:sp>
      <p:pic>
        <p:nvPicPr>
          <p:cNvPr id="7" name="Picture 7">
            <a:extLst>
              <a:ext uri="{FF2B5EF4-FFF2-40B4-BE49-F238E27FC236}">
                <a16:creationId xmlns:a16="http://schemas.microsoft.com/office/drawing/2014/main" id="{372EB61B-A528-4241-89A9-C0FFE99930B8}"/>
              </a:ext>
            </a:extLst>
          </p:cNvPr>
          <p:cNvPicPr>
            <a:picLocks noGrp="1" noChangeAspect="1"/>
          </p:cNvPicPr>
          <p:nvPr>
            <p:ph idx="1"/>
          </p:nvPr>
        </p:nvPicPr>
        <p:blipFill>
          <a:blip r:embed="rId2"/>
          <a:stretch>
            <a:fillRect/>
          </a:stretch>
        </p:blipFill>
        <p:spPr>
          <a:xfrm>
            <a:off x="69346" y="2352766"/>
            <a:ext cx="4429125" cy="2436019"/>
          </a:xfrm>
        </p:spPr>
      </p:pic>
      <p:pic>
        <p:nvPicPr>
          <p:cNvPr id="3" name="Picture 3" descr="A screenshot of a video game&#10;&#10;Description automatically generated">
            <a:extLst>
              <a:ext uri="{FF2B5EF4-FFF2-40B4-BE49-F238E27FC236}">
                <a16:creationId xmlns:a16="http://schemas.microsoft.com/office/drawing/2014/main" id="{D5CACC06-7238-4403-A24A-20A3D72837BA}"/>
              </a:ext>
            </a:extLst>
          </p:cNvPr>
          <p:cNvPicPr>
            <a:picLocks noChangeAspect="1"/>
          </p:cNvPicPr>
          <p:nvPr/>
        </p:nvPicPr>
        <p:blipFill>
          <a:blip r:embed="rId3"/>
          <a:stretch>
            <a:fillRect/>
          </a:stretch>
        </p:blipFill>
        <p:spPr>
          <a:xfrm>
            <a:off x="4643168" y="2352680"/>
            <a:ext cx="4418881" cy="2400650"/>
          </a:xfrm>
          <a:prstGeom prst="rect">
            <a:avLst/>
          </a:prstGeom>
        </p:spPr>
      </p:pic>
      <p:sp>
        <p:nvSpPr>
          <p:cNvPr id="4" name="TextBox 3">
            <a:extLst>
              <a:ext uri="{FF2B5EF4-FFF2-40B4-BE49-F238E27FC236}">
                <a16:creationId xmlns:a16="http://schemas.microsoft.com/office/drawing/2014/main" id="{9D353783-5890-4FD3-8D48-3A95ECFC4198}"/>
              </a:ext>
            </a:extLst>
          </p:cNvPr>
          <p:cNvSpPr txBox="1"/>
          <p:nvPr/>
        </p:nvSpPr>
        <p:spPr>
          <a:xfrm>
            <a:off x="71168" y="4761781"/>
            <a:ext cx="3631721"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t>Fake </a:t>
            </a:r>
            <a:r>
              <a:rPr lang="en-US" sz="1350" dirty="0" err="1"/>
              <a:t>equipement</a:t>
            </a:r>
            <a:r>
              <a:rPr lang="en-US" sz="1350" dirty="0"/>
              <a:t> to simulate a pig launcher</a:t>
            </a:r>
          </a:p>
        </p:txBody>
      </p:sp>
      <p:sp>
        <p:nvSpPr>
          <p:cNvPr id="12" name="TextBox 11">
            <a:extLst>
              <a:ext uri="{FF2B5EF4-FFF2-40B4-BE49-F238E27FC236}">
                <a16:creationId xmlns:a16="http://schemas.microsoft.com/office/drawing/2014/main" id="{C3A24B2A-DC07-4B38-8C43-24B50FBF846F}"/>
              </a:ext>
            </a:extLst>
          </p:cNvPr>
          <p:cNvSpPr txBox="1"/>
          <p:nvPr/>
        </p:nvSpPr>
        <p:spPr>
          <a:xfrm>
            <a:off x="4643167" y="4761781"/>
            <a:ext cx="3631721"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t>Digital twin of the </a:t>
            </a:r>
            <a:r>
              <a:rPr lang="en-US" sz="1350" dirty="0" err="1"/>
              <a:t>equipement</a:t>
            </a:r>
            <a:r>
              <a:rPr lang="en-US" sz="1350" dirty="0"/>
              <a:t> and robot</a:t>
            </a:r>
          </a:p>
        </p:txBody>
      </p:sp>
    </p:spTree>
    <p:extLst>
      <p:ext uri="{BB962C8B-B14F-4D97-AF65-F5344CB8AC3E}">
        <p14:creationId xmlns:p14="http://schemas.microsoft.com/office/powerpoint/2010/main" val="17592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0E201-0DF2-4556-874F-564F2067C99B}"/>
              </a:ext>
            </a:extLst>
          </p:cNvPr>
          <p:cNvSpPr>
            <a:spLocks noGrp="1"/>
          </p:cNvSpPr>
          <p:nvPr>
            <p:ph type="title"/>
          </p:nvPr>
        </p:nvSpPr>
        <p:spPr>
          <a:xfrm>
            <a:off x="809244" y="535061"/>
            <a:ext cx="7763255" cy="1009864"/>
          </a:xfrm>
        </p:spPr>
        <p:txBody>
          <a:bodyPr vert="horz" wrap="square" lIns="68580" tIns="34290" rIns="68580" bIns="34290" rtlCol="0" anchor="t">
            <a:noAutofit/>
          </a:bodyPr>
          <a:lstStyle/>
          <a:p>
            <a:r>
              <a:rPr lang="en-US" sz="4000" dirty="0"/>
              <a:t>Human in the loop simulations </a:t>
            </a:r>
            <a:br>
              <a:rPr lang="en-US" sz="4000" dirty="0"/>
            </a:br>
            <a:r>
              <a:rPr lang="en-US" dirty="0"/>
              <a:t>User interfaces and resources</a:t>
            </a:r>
            <a:endParaRPr lang="en-US" i="1" kern="1200" spc="75" dirty="0">
              <a:solidFill>
                <a:schemeClr val="tx1">
                  <a:lumMod val="85000"/>
                  <a:lumOff val="15000"/>
                </a:schemeClr>
              </a:solidFill>
              <a:latin typeface="+mj-lt"/>
              <a:ea typeface="+mj-ea"/>
              <a:cs typeface="+mj-cs"/>
            </a:endParaRPr>
          </a:p>
        </p:txBody>
      </p:sp>
      <p:pic>
        <p:nvPicPr>
          <p:cNvPr id="8" name="Picture 9" descr="A picture containing text, indoor, window&#10;&#10;Description automatically generated">
            <a:extLst>
              <a:ext uri="{FF2B5EF4-FFF2-40B4-BE49-F238E27FC236}">
                <a16:creationId xmlns:a16="http://schemas.microsoft.com/office/drawing/2014/main" id="{BEA8A228-4DB6-4DF8-89F3-E99D1D5BB24D}"/>
              </a:ext>
            </a:extLst>
          </p:cNvPr>
          <p:cNvPicPr>
            <a:picLocks noGrp="1" noChangeAspect="1"/>
          </p:cNvPicPr>
          <p:nvPr>
            <p:ph idx="1"/>
          </p:nvPr>
        </p:nvPicPr>
        <p:blipFill>
          <a:blip r:embed="rId2"/>
          <a:stretch>
            <a:fillRect/>
          </a:stretch>
        </p:blipFill>
        <p:spPr>
          <a:xfrm>
            <a:off x="-2833" y="2283756"/>
            <a:ext cx="3365785" cy="2099588"/>
          </a:xfrm>
        </p:spPr>
      </p:pic>
      <p:pic>
        <p:nvPicPr>
          <p:cNvPr id="4" name="Picture 4">
            <a:extLst>
              <a:ext uri="{FF2B5EF4-FFF2-40B4-BE49-F238E27FC236}">
                <a16:creationId xmlns:a16="http://schemas.microsoft.com/office/drawing/2014/main" id="{1DF0C2B9-2520-4FCA-A957-46BD557D9C63}"/>
              </a:ext>
            </a:extLst>
          </p:cNvPr>
          <p:cNvPicPr>
            <a:picLocks noChangeAspect="1"/>
          </p:cNvPicPr>
          <p:nvPr/>
        </p:nvPicPr>
        <p:blipFill>
          <a:blip r:embed="rId3"/>
          <a:stretch>
            <a:fillRect/>
          </a:stretch>
        </p:blipFill>
        <p:spPr>
          <a:xfrm>
            <a:off x="3920706" y="2253415"/>
            <a:ext cx="2941607" cy="2135512"/>
          </a:xfrm>
          <a:prstGeom prst="rect">
            <a:avLst/>
          </a:prstGeom>
        </p:spPr>
      </p:pic>
      <p:pic>
        <p:nvPicPr>
          <p:cNvPr id="10" name="Picture 11" descr="A picture containing text&#10;&#10;Description automatically generated">
            <a:extLst>
              <a:ext uri="{FF2B5EF4-FFF2-40B4-BE49-F238E27FC236}">
                <a16:creationId xmlns:a16="http://schemas.microsoft.com/office/drawing/2014/main" id="{9B907361-A97F-4329-ADB6-5852BDB403DD}"/>
              </a:ext>
            </a:extLst>
          </p:cNvPr>
          <p:cNvPicPr>
            <a:picLocks noChangeAspect="1"/>
          </p:cNvPicPr>
          <p:nvPr/>
        </p:nvPicPr>
        <p:blipFill>
          <a:blip r:embed="rId4"/>
          <a:stretch>
            <a:fillRect/>
          </a:stretch>
        </p:blipFill>
        <p:spPr>
          <a:xfrm>
            <a:off x="7151298" y="1265254"/>
            <a:ext cx="1893498" cy="1782702"/>
          </a:xfrm>
          <a:prstGeom prst="rect">
            <a:avLst/>
          </a:prstGeom>
        </p:spPr>
      </p:pic>
      <p:sp>
        <p:nvSpPr>
          <p:cNvPr id="12" name="TextBox 11">
            <a:extLst>
              <a:ext uri="{FF2B5EF4-FFF2-40B4-BE49-F238E27FC236}">
                <a16:creationId xmlns:a16="http://schemas.microsoft.com/office/drawing/2014/main" id="{83AF68F4-EC80-47BA-BE33-C12A27F6677C}"/>
              </a:ext>
            </a:extLst>
          </p:cNvPr>
          <p:cNvSpPr txBox="1"/>
          <p:nvPr/>
        </p:nvSpPr>
        <p:spPr>
          <a:xfrm>
            <a:off x="-4314" y="4384376"/>
            <a:ext cx="3631721" cy="600164"/>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solidFill>
                  <a:schemeClr val="accent4"/>
                </a:solidFill>
              </a:rPr>
              <a:t>Operation room :</a:t>
            </a:r>
          </a:p>
          <a:p>
            <a:r>
              <a:rPr lang="en-US" sz="1050" i="1" dirty="0">
                <a:solidFill>
                  <a:schemeClr val="accent4"/>
                </a:solidFill>
              </a:rPr>
              <a:t>Digital twin (left)</a:t>
            </a:r>
          </a:p>
          <a:p>
            <a:r>
              <a:rPr lang="en-US" sz="1050" i="1" dirty="0">
                <a:solidFill>
                  <a:schemeClr val="accent4"/>
                </a:solidFill>
              </a:rPr>
              <a:t>robot remote </a:t>
            </a:r>
            <a:r>
              <a:rPr lang="en-US" sz="1050" i="1" dirty="0" err="1">
                <a:solidFill>
                  <a:schemeClr val="accent4"/>
                </a:solidFill>
              </a:rPr>
              <a:t>controler</a:t>
            </a:r>
            <a:r>
              <a:rPr lang="en-US" sz="1050" i="1" dirty="0">
                <a:solidFill>
                  <a:schemeClr val="accent4"/>
                </a:solidFill>
              </a:rPr>
              <a:t> (right)</a:t>
            </a:r>
            <a:endParaRPr lang="en-US" sz="1350" i="1" dirty="0">
              <a:solidFill>
                <a:schemeClr val="accent4"/>
              </a:solidFill>
            </a:endParaRPr>
          </a:p>
        </p:txBody>
      </p:sp>
      <p:sp>
        <p:nvSpPr>
          <p:cNvPr id="18" name="TextBox 17">
            <a:extLst>
              <a:ext uri="{FF2B5EF4-FFF2-40B4-BE49-F238E27FC236}">
                <a16:creationId xmlns:a16="http://schemas.microsoft.com/office/drawing/2014/main" id="{3A24C53D-BA41-4F64-BAD2-7DBE51CCADDF}"/>
              </a:ext>
            </a:extLst>
          </p:cNvPr>
          <p:cNvSpPr txBox="1"/>
          <p:nvPr/>
        </p:nvSpPr>
        <p:spPr>
          <a:xfrm>
            <a:off x="3920705" y="4384376"/>
            <a:ext cx="3631721" cy="969496"/>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solidFill>
                  <a:schemeClr val="accent4"/>
                </a:solidFill>
              </a:rPr>
              <a:t>Control room :</a:t>
            </a:r>
          </a:p>
          <a:p>
            <a:r>
              <a:rPr lang="en-US" sz="1050" i="1" dirty="0">
                <a:solidFill>
                  <a:schemeClr val="accent4"/>
                </a:solidFill>
              </a:rPr>
              <a:t>Process </a:t>
            </a:r>
            <a:r>
              <a:rPr lang="en-US" sz="1050" i="1" err="1">
                <a:solidFill>
                  <a:schemeClr val="accent4"/>
                </a:solidFill>
              </a:rPr>
              <a:t>controler</a:t>
            </a:r>
            <a:r>
              <a:rPr lang="en-US" sz="1050" i="1" dirty="0">
                <a:solidFill>
                  <a:schemeClr val="accent4"/>
                </a:solidFill>
              </a:rPr>
              <a:t> (</a:t>
            </a:r>
            <a:r>
              <a:rPr lang="en-US" sz="1050" i="1" err="1">
                <a:solidFill>
                  <a:schemeClr val="accent4"/>
                </a:solidFill>
              </a:rPr>
              <a:t>powerpointware</a:t>
            </a:r>
            <a:r>
              <a:rPr lang="en-US" sz="1050" i="1" dirty="0">
                <a:solidFill>
                  <a:schemeClr val="accent4"/>
                </a:solidFill>
              </a:rPr>
              <a:t> left)</a:t>
            </a:r>
          </a:p>
          <a:p>
            <a:r>
              <a:rPr lang="en-US" sz="1050" i="1" dirty="0">
                <a:solidFill>
                  <a:schemeClr val="accent4"/>
                </a:solidFill>
              </a:rPr>
              <a:t>Work permits (right top)</a:t>
            </a:r>
          </a:p>
          <a:p>
            <a:r>
              <a:rPr lang="en-US" sz="1050" i="1" dirty="0">
                <a:solidFill>
                  <a:schemeClr val="accent4"/>
                </a:solidFill>
              </a:rPr>
              <a:t>Process Description (right bottom)</a:t>
            </a:r>
          </a:p>
          <a:p>
            <a:endParaRPr lang="en-US" sz="1350" dirty="0">
              <a:solidFill>
                <a:schemeClr val="accent4"/>
              </a:solidFill>
            </a:endParaRPr>
          </a:p>
        </p:txBody>
      </p:sp>
      <p:pic>
        <p:nvPicPr>
          <p:cNvPr id="14" name="Picture 18" descr="Diagram&#10;&#10;Description automatically generated">
            <a:extLst>
              <a:ext uri="{FF2B5EF4-FFF2-40B4-BE49-F238E27FC236}">
                <a16:creationId xmlns:a16="http://schemas.microsoft.com/office/drawing/2014/main" id="{1C1C4A5D-51A8-4A74-9AA0-DA1CB1FC49B3}"/>
              </a:ext>
            </a:extLst>
          </p:cNvPr>
          <p:cNvPicPr>
            <a:picLocks noChangeAspect="1"/>
          </p:cNvPicPr>
          <p:nvPr/>
        </p:nvPicPr>
        <p:blipFill>
          <a:blip r:embed="rId5"/>
          <a:stretch>
            <a:fillRect/>
          </a:stretch>
        </p:blipFill>
        <p:spPr>
          <a:xfrm>
            <a:off x="7155612" y="2933138"/>
            <a:ext cx="1906438" cy="1412261"/>
          </a:xfrm>
          <a:prstGeom prst="rect">
            <a:avLst/>
          </a:prstGeom>
        </p:spPr>
      </p:pic>
    </p:spTree>
    <p:extLst>
      <p:ext uri="{BB962C8B-B14F-4D97-AF65-F5344CB8AC3E}">
        <p14:creationId xmlns:p14="http://schemas.microsoft.com/office/powerpoint/2010/main" val="3895451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0E201-0DF2-4556-874F-564F2067C99B}"/>
              </a:ext>
            </a:extLst>
          </p:cNvPr>
          <p:cNvSpPr>
            <a:spLocks noGrp="1"/>
          </p:cNvSpPr>
          <p:nvPr>
            <p:ph type="title"/>
          </p:nvPr>
        </p:nvSpPr>
        <p:spPr>
          <a:xfrm>
            <a:off x="4197253" y="797442"/>
            <a:ext cx="4330514" cy="1155080"/>
          </a:xfrm>
        </p:spPr>
        <p:txBody>
          <a:bodyPr vert="horz" wrap="square" lIns="68580" tIns="34290" rIns="68580" bIns="34290" rtlCol="0" anchor="t">
            <a:normAutofit fontScale="90000"/>
          </a:bodyPr>
          <a:lstStyle/>
          <a:p>
            <a:r>
              <a:rPr lang="en-US" sz="3825" i="1" kern="1200" spc="75">
                <a:solidFill>
                  <a:schemeClr val="tx1">
                    <a:lumMod val="85000"/>
                    <a:lumOff val="15000"/>
                  </a:schemeClr>
                </a:solidFill>
                <a:latin typeface="+mj-lt"/>
                <a:ea typeface="+mj-ea"/>
                <a:cs typeface="+mj-cs"/>
              </a:rPr>
              <a:t>Human in the loop </a:t>
            </a:r>
            <a:br>
              <a:rPr lang="en-US" sz="3825" i="1" kern="1200" spc="75">
                <a:solidFill>
                  <a:schemeClr val="tx1">
                    <a:lumMod val="85000"/>
                    <a:lumOff val="15000"/>
                  </a:schemeClr>
                </a:solidFill>
                <a:latin typeface="+mj-lt"/>
                <a:ea typeface="+mj-ea"/>
                <a:cs typeface="+mj-cs"/>
              </a:rPr>
            </a:br>
            <a:r>
              <a:rPr lang="en-US" sz="3825" i="1" kern="1200" spc="75">
                <a:solidFill>
                  <a:schemeClr val="tx1">
                    <a:lumMod val="85000"/>
                    <a:lumOff val="15000"/>
                  </a:schemeClr>
                </a:solidFill>
                <a:latin typeface="+mj-lt"/>
                <a:ea typeface="+mj-ea"/>
                <a:cs typeface="+mj-cs"/>
              </a:rPr>
              <a:t>analysis</a:t>
            </a:r>
          </a:p>
        </p:txBody>
      </p:sp>
      <p:pic>
        <p:nvPicPr>
          <p:cNvPr id="4" name="Online Media 3">
            <a:hlinkClick r:id="" action="ppaction://media"/>
            <a:extLst>
              <a:ext uri="{FF2B5EF4-FFF2-40B4-BE49-F238E27FC236}">
                <a16:creationId xmlns:a16="http://schemas.microsoft.com/office/drawing/2014/main" id="{F2AD1A5D-0500-4A70-816D-C735D8D4E155}"/>
              </a:ext>
            </a:extLst>
          </p:cNvPr>
          <p:cNvPicPr>
            <a:picLocks noGrp="1" noRot="1" noChangeAspect="1"/>
          </p:cNvPicPr>
          <p:nvPr>
            <p:ph idx="1"/>
            <a:videoFile r:link="rId1"/>
          </p:nvPr>
        </p:nvPicPr>
        <p:blipFill>
          <a:blip r:embed="rId3"/>
          <a:stretch>
            <a:fillRect/>
          </a:stretch>
        </p:blipFill>
        <p:spPr>
          <a:xfrm>
            <a:off x="-37383" y="1507571"/>
            <a:ext cx="4060505" cy="2473409"/>
          </a:xfrm>
          <a:prstGeom prst="rect">
            <a:avLst/>
          </a:prstGeom>
        </p:spPr>
      </p:pic>
      <p:sp>
        <p:nvSpPr>
          <p:cNvPr id="5" name="TextBox 4">
            <a:extLst>
              <a:ext uri="{FF2B5EF4-FFF2-40B4-BE49-F238E27FC236}">
                <a16:creationId xmlns:a16="http://schemas.microsoft.com/office/drawing/2014/main" id="{B3F7597B-9C8C-4D2D-B4C2-F720BD0559DD}"/>
              </a:ext>
            </a:extLst>
          </p:cNvPr>
          <p:cNvSpPr txBox="1"/>
          <p:nvPr/>
        </p:nvSpPr>
        <p:spPr>
          <a:xfrm>
            <a:off x="4197253" y="2200043"/>
            <a:ext cx="4330521" cy="2146012"/>
          </a:xfrm>
          <a:prstGeom prst="rect">
            <a:avLst/>
          </a:prstGeom>
        </p:spPr>
        <p:txBody>
          <a:bodyPr rot="0" spcFirstLastPara="0" vertOverflow="overflow" horzOverflow="overflow" vert="horz" lIns="68580" tIns="34290" rIns="68580" bIns="34290" numCol="1" spcCol="0" rtlCol="0" fromWordArt="0" anchorCtr="0" forceAA="0" compatLnSpc="1">
            <a:prstTxWarp prst="textNoShape">
              <a:avLst/>
            </a:prstTxWarp>
            <a:normAutofit fontScale="92500" lnSpcReduction="10000"/>
          </a:bodyPr>
          <a:lstStyle/>
          <a:p>
            <a:pPr marL="137160" indent="-214313">
              <a:spcBef>
                <a:spcPts val="300"/>
              </a:spcBef>
              <a:spcAft>
                <a:spcPts val="300"/>
              </a:spcAft>
              <a:buFont typeface="Arial" panose="020B0604020202020204" pitchFamily="34" charset="0"/>
              <a:buChar char="•"/>
            </a:pPr>
            <a:r>
              <a:rPr lang="en-US" sz="900" b="1" dirty="0">
                <a:solidFill>
                  <a:schemeClr val="accent4"/>
                </a:solidFill>
              </a:rPr>
              <a:t>Interaction analysis : Type and direction of the interaction. </a:t>
            </a:r>
          </a:p>
          <a:p>
            <a:pPr marL="480060" lvl="2" indent="-214313">
              <a:spcBef>
                <a:spcPts val="300"/>
              </a:spcBef>
              <a:spcAft>
                <a:spcPts val="300"/>
              </a:spcAft>
              <a:buFont typeface="Arial" panose="020B0604020202020204" pitchFamily="34" charset="0"/>
              <a:buChar char="•"/>
            </a:pPr>
            <a:r>
              <a:rPr lang="en-US" sz="900" b="1" dirty="0">
                <a:solidFill>
                  <a:schemeClr val="accent4"/>
                </a:solidFill>
              </a:rPr>
              <a:t>Efficiency (time)</a:t>
            </a:r>
          </a:p>
          <a:p>
            <a:pPr marL="480060" lvl="2" indent="-214313">
              <a:spcBef>
                <a:spcPts val="300"/>
              </a:spcBef>
              <a:spcAft>
                <a:spcPts val="300"/>
              </a:spcAft>
              <a:buFont typeface="Arial" panose="020B0604020202020204" pitchFamily="34" charset="0"/>
              <a:buChar char="•"/>
            </a:pPr>
            <a:r>
              <a:rPr lang="en-US" sz="900" b="1" dirty="0">
                <a:solidFill>
                  <a:schemeClr val="accent4"/>
                </a:solidFill>
              </a:rPr>
              <a:t>Efficacy (repetition)</a:t>
            </a:r>
          </a:p>
          <a:p>
            <a:pPr marL="480060" lvl="2" indent="-214313">
              <a:spcBef>
                <a:spcPts val="300"/>
              </a:spcBef>
              <a:spcAft>
                <a:spcPts val="300"/>
              </a:spcAft>
              <a:buFont typeface="Arial" panose="020B0604020202020204" pitchFamily="34" charset="0"/>
              <a:buChar char="•"/>
            </a:pPr>
            <a:r>
              <a:rPr lang="en-US" sz="900" b="1" dirty="0">
                <a:solidFill>
                  <a:schemeClr val="accent4"/>
                </a:solidFill>
              </a:rPr>
              <a:t>Feedback</a:t>
            </a:r>
          </a:p>
          <a:p>
            <a:pPr marL="137160" indent="-214313">
              <a:spcBef>
                <a:spcPts val="300"/>
              </a:spcBef>
              <a:spcAft>
                <a:spcPts val="300"/>
              </a:spcAft>
              <a:buFont typeface="Arial" panose="020B0604020202020204" pitchFamily="34" charset="0"/>
              <a:buChar char="•"/>
            </a:pPr>
            <a:r>
              <a:rPr lang="en-US" sz="900" b="1" dirty="0">
                <a:solidFill>
                  <a:schemeClr val="accent4"/>
                </a:solidFill>
              </a:rPr>
              <a:t>User </a:t>
            </a:r>
            <a:r>
              <a:rPr lang="en-US" sz="900" b="1" dirty="0" err="1">
                <a:solidFill>
                  <a:schemeClr val="accent4"/>
                </a:solidFill>
              </a:rPr>
              <a:t>assement</a:t>
            </a:r>
            <a:r>
              <a:rPr lang="en-US" sz="900" b="1" dirty="0">
                <a:solidFill>
                  <a:schemeClr val="accent4"/>
                </a:solidFill>
              </a:rPr>
              <a:t> </a:t>
            </a:r>
            <a:endParaRPr lang="en-US" sz="900" dirty="0">
              <a:solidFill>
                <a:schemeClr val="accent4"/>
              </a:solidFill>
            </a:endParaRPr>
          </a:p>
          <a:p>
            <a:pPr marL="480060" lvl="2" indent="-214313">
              <a:spcBef>
                <a:spcPts val="300"/>
              </a:spcBef>
              <a:spcAft>
                <a:spcPts val="300"/>
              </a:spcAft>
              <a:buFont typeface="Arial" panose="020B0604020202020204" pitchFamily="34" charset="0"/>
              <a:buChar char="•"/>
            </a:pPr>
            <a:r>
              <a:rPr lang="en-US" sz="900" b="1" dirty="0">
                <a:solidFill>
                  <a:schemeClr val="accent4"/>
                </a:solidFill>
              </a:rPr>
              <a:t>Situation awareness evaluation : SART</a:t>
            </a:r>
            <a:r>
              <a:rPr lang="en-US" sz="900" b="1" i="1" dirty="0">
                <a:solidFill>
                  <a:schemeClr val="accent4"/>
                </a:solidFill>
              </a:rPr>
              <a:t> (</a:t>
            </a:r>
            <a:r>
              <a:rPr lang="fr-FR" sz="900" i="1" dirty="0">
                <a:solidFill>
                  <a:schemeClr val="accent4"/>
                </a:solidFill>
                <a:ea typeface="+mn-lt"/>
                <a:cs typeface="+mn-lt"/>
              </a:rPr>
              <a:t>Taylor, 1990)</a:t>
            </a:r>
            <a:endParaRPr lang="en-US" sz="900" i="1" dirty="0">
              <a:solidFill>
                <a:schemeClr val="accent4"/>
              </a:solidFill>
            </a:endParaRPr>
          </a:p>
          <a:p>
            <a:pPr marL="480060" lvl="2" indent="-214313">
              <a:spcBef>
                <a:spcPts val="300"/>
              </a:spcBef>
              <a:spcAft>
                <a:spcPts val="300"/>
              </a:spcAft>
              <a:buFont typeface="Arial" panose="020B0604020202020204" pitchFamily="34" charset="0"/>
              <a:buChar char="•"/>
            </a:pPr>
            <a:r>
              <a:rPr lang="en-US" sz="900" dirty="0">
                <a:solidFill>
                  <a:schemeClr val="accent4"/>
                </a:solidFill>
              </a:rPr>
              <a:t>Individual Cognitive task load : </a:t>
            </a:r>
            <a:r>
              <a:rPr lang="en-US" sz="900" b="1" dirty="0">
                <a:solidFill>
                  <a:schemeClr val="accent4"/>
                </a:solidFill>
              </a:rPr>
              <a:t>NASA-TLX </a:t>
            </a:r>
            <a:r>
              <a:rPr lang="en-US" sz="900" dirty="0">
                <a:solidFill>
                  <a:schemeClr val="accent4"/>
                </a:solidFill>
              </a:rPr>
              <a:t>(</a:t>
            </a:r>
            <a:r>
              <a:rPr lang="en-US" sz="900" i="1" dirty="0">
                <a:solidFill>
                  <a:schemeClr val="accent4"/>
                </a:solidFill>
              </a:rPr>
              <a:t>Hart 1988)</a:t>
            </a:r>
          </a:p>
          <a:p>
            <a:pPr marL="480060" lvl="1" indent="-214313">
              <a:spcBef>
                <a:spcPts val="300"/>
              </a:spcBef>
              <a:spcAft>
                <a:spcPts val="300"/>
              </a:spcAft>
              <a:buFont typeface="Arial" panose="020B0604020202020204" pitchFamily="34" charset="0"/>
              <a:buChar char="•"/>
            </a:pPr>
            <a:r>
              <a:rPr lang="en-US" sz="900" dirty="0">
                <a:solidFill>
                  <a:schemeClr val="accent4"/>
                </a:solidFill>
              </a:rPr>
              <a:t>Group Cognitive task load :</a:t>
            </a:r>
            <a:r>
              <a:rPr lang="en-US" sz="900" b="1" dirty="0">
                <a:solidFill>
                  <a:schemeClr val="accent4"/>
                </a:solidFill>
              </a:rPr>
              <a:t> TWLQ</a:t>
            </a:r>
            <a:r>
              <a:rPr lang="en-US" sz="900" dirty="0">
                <a:solidFill>
                  <a:schemeClr val="accent4"/>
                </a:solidFill>
              </a:rPr>
              <a:t>  </a:t>
            </a:r>
            <a:r>
              <a:rPr lang="en-US" sz="900" i="1" dirty="0">
                <a:solidFill>
                  <a:schemeClr val="accent4"/>
                </a:solidFill>
              </a:rPr>
              <a:t>(</a:t>
            </a:r>
            <a:r>
              <a:rPr lang="fr-FR" sz="900" i="1" dirty="0">
                <a:solidFill>
                  <a:schemeClr val="accent4"/>
                </a:solidFill>
                <a:ea typeface="+mn-lt"/>
                <a:cs typeface="+mn-lt"/>
              </a:rPr>
              <a:t>Sellers, 2013)</a:t>
            </a:r>
            <a:endParaRPr lang="en-US" sz="900" b="1" i="1" dirty="0">
              <a:solidFill>
                <a:schemeClr val="accent4"/>
              </a:solidFill>
            </a:endParaRPr>
          </a:p>
          <a:p>
            <a:pPr marL="480060" lvl="1" indent="-214313">
              <a:spcBef>
                <a:spcPts val="300"/>
              </a:spcBef>
              <a:spcAft>
                <a:spcPts val="300"/>
              </a:spcAft>
              <a:buFont typeface="Arial" panose="020B0604020202020204" pitchFamily="34" charset="0"/>
              <a:buChar char="•"/>
            </a:pPr>
            <a:r>
              <a:rPr lang="fr-FR" sz="900" dirty="0">
                <a:solidFill>
                  <a:schemeClr val="accent4"/>
                </a:solidFill>
              </a:rPr>
              <a:t>User engagement </a:t>
            </a:r>
            <a:r>
              <a:rPr lang="fr-FR" sz="900" i="1" dirty="0">
                <a:solidFill>
                  <a:schemeClr val="accent4"/>
                </a:solidFill>
              </a:rPr>
              <a:t>(Shah 2010)</a:t>
            </a:r>
          </a:p>
          <a:p>
            <a:pPr marL="480060" lvl="1" indent="-214313">
              <a:spcBef>
                <a:spcPts val="300"/>
              </a:spcBef>
              <a:spcAft>
                <a:spcPts val="300"/>
              </a:spcAft>
              <a:buFont typeface="Arial" panose="020B0604020202020204" pitchFamily="34" charset="0"/>
              <a:buChar char="•"/>
            </a:pPr>
            <a:r>
              <a:rPr lang="en-US" sz="900" dirty="0">
                <a:solidFill>
                  <a:schemeClr val="accent4"/>
                </a:solidFill>
              </a:rPr>
              <a:t>User interface </a:t>
            </a:r>
            <a:r>
              <a:rPr lang="en-US" sz="900" b="1" dirty="0" err="1">
                <a:solidFill>
                  <a:schemeClr val="accent4"/>
                </a:solidFill>
              </a:rPr>
              <a:t>utilisabilité</a:t>
            </a:r>
            <a:r>
              <a:rPr lang="en-US" sz="900" b="1" dirty="0">
                <a:solidFill>
                  <a:schemeClr val="accent4"/>
                </a:solidFill>
              </a:rPr>
              <a:t> de </a:t>
            </a:r>
            <a:r>
              <a:rPr lang="en-US" sz="900" b="1" dirty="0" err="1">
                <a:solidFill>
                  <a:schemeClr val="accent4"/>
                </a:solidFill>
              </a:rPr>
              <a:t>l’interface</a:t>
            </a:r>
            <a:r>
              <a:rPr lang="en-US" sz="900" b="1" dirty="0">
                <a:solidFill>
                  <a:schemeClr val="accent4"/>
                </a:solidFill>
              </a:rPr>
              <a:t>: SUS</a:t>
            </a:r>
            <a:r>
              <a:rPr lang="en-US" sz="900" dirty="0">
                <a:solidFill>
                  <a:schemeClr val="accent4"/>
                </a:solidFill>
              </a:rPr>
              <a:t> </a:t>
            </a:r>
          </a:p>
          <a:p>
            <a:pPr marL="137160" indent="-214313">
              <a:spcBef>
                <a:spcPts val="300"/>
              </a:spcBef>
              <a:spcAft>
                <a:spcPts val="300"/>
              </a:spcAft>
              <a:buFont typeface="Arial" panose="020B0604020202020204" pitchFamily="34" charset="0"/>
              <a:buChar char="•"/>
            </a:pPr>
            <a:r>
              <a:rPr lang="en-US" sz="900" b="1" dirty="0">
                <a:solidFill>
                  <a:schemeClr val="accent4"/>
                </a:solidFill>
              </a:rPr>
              <a:t>BPMN </a:t>
            </a:r>
            <a:r>
              <a:rPr lang="en-US" sz="900" b="1" dirty="0" err="1">
                <a:solidFill>
                  <a:schemeClr val="accent4"/>
                </a:solidFill>
              </a:rPr>
              <a:t>Modelisation</a:t>
            </a:r>
            <a:endParaRPr lang="en-US" sz="900" dirty="0" err="1">
              <a:solidFill>
                <a:schemeClr val="accent4"/>
              </a:solidFill>
            </a:endParaRPr>
          </a:p>
        </p:txBody>
      </p:sp>
    </p:spTree>
    <p:extLst>
      <p:ext uri="{BB962C8B-B14F-4D97-AF65-F5344CB8AC3E}">
        <p14:creationId xmlns:p14="http://schemas.microsoft.com/office/powerpoint/2010/main" val="1548622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CC1F7BE7-06B0-E6FF-1CF1-12D57A4B8C05}"/>
              </a:ext>
            </a:extLst>
          </p:cNvPr>
          <p:cNvSpPr>
            <a:spLocks noGrp="1"/>
          </p:cNvSpPr>
          <p:nvPr>
            <p:ph type="body" sz="quarter" idx="21"/>
          </p:nvPr>
        </p:nvSpPr>
        <p:spPr>
          <a:xfrm>
            <a:off x="478382" y="3661610"/>
            <a:ext cx="1575711" cy="215359"/>
          </a:xfrm>
        </p:spPr>
        <p:txBody>
          <a:bodyPr/>
          <a:lstStyle/>
          <a:p>
            <a:r>
              <a:rPr lang="en-US" dirty="0"/>
              <a:t>2 min</a:t>
            </a:r>
          </a:p>
        </p:txBody>
      </p:sp>
      <p:pic>
        <p:nvPicPr>
          <p:cNvPr id="22" name="Picture 21">
            <a:extLst>
              <a:ext uri="{FF2B5EF4-FFF2-40B4-BE49-F238E27FC236}">
                <a16:creationId xmlns:a16="http://schemas.microsoft.com/office/drawing/2014/main" id="{FC50D133-0EBB-D3E2-E139-091F9532A4F9}"/>
              </a:ext>
            </a:extLst>
          </p:cNvPr>
          <p:cNvPicPr>
            <a:picLocks noChangeAspect="1"/>
          </p:cNvPicPr>
          <p:nvPr/>
        </p:nvPicPr>
        <p:blipFill>
          <a:blip r:embed="rId3"/>
          <a:stretch>
            <a:fillRect/>
          </a:stretch>
        </p:blipFill>
        <p:spPr>
          <a:xfrm>
            <a:off x="478382" y="1609656"/>
            <a:ext cx="1539350" cy="1924188"/>
          </a:xfrm>
          <a:prstGeom prst="rect">
            <a:avLst/>
          </a:prstGeom>
        </p:spPr>
      </p:pic>
      <p:sp>
        <p:nvSpPr>
          <p:cNvPr id="14" name="Text Placeholder 13">
            <a:extLst>
              <a:ext uri="{FF2B5EF4-FFF2-40B4-BE49-F238E27FC236}">
                <a16:creationId xmlns:a16="http://schemas.microsoft.com/office/drawing/2014/main" id="{07C8898D-981C-6965-3865-AF889728A18C}"/>
              </a:ext>
            </a:extLst>
          </p:cNvPr>
          <p:cNvSpPr>
            <a:spLocks noGrp="1"/>
          </p:cNvSpPr>
          <p:nvPr>
            <p:ph type="body" sz="quarter" idx="22"/>
          </p:nvPr>
        </p:nvSpPr>
        <p:spPr>
          <a:xfrm>
            <a:off x="478382" y="3894890"/>
            <a:ext cx="1575714" cy="1207577"/>
          </a:xfrm>
        </p:spPr>
        <p:txBody>
          <a:bodyPr/>
          <a:lstStyle/>
          <a:p>
            <a:r>
              <a:rPr lang="en-US" dirty="0"/>
              <a:t>INCOSE Systems Engineering Handbook</a:t>
            </a:r>
          </a:p>
        </p:txBody>
      </p:sp>
      <p:sp>
        <p:nvSpPr>
          <p:cNvPr id="15" name="Text Placeholder 14">
            <a:extLst>
              <a:ext uri="{FF2B5EF4-FFF2-40B4-BE49-F238E27FC236}">
                <a16:creationId xmlns:a16="http://schemas.microsoft.com/office/drawing/2014/main" id="{0DC1A6F2-FED6-9B0A-BCE6-E45C397A2864}"/>
              </a:ext>
            </a:extLst>
          </p:cNvPr>
          <p:cNvSpPr>
            <a:spLocks noGrp="1"/>
          </p:cNvSpPr>
          <p:nvPr>
            <p:ph type="body" sz="quarter" idx="23"/>
          </p:nvPr>
        </p:nvSpPr>
        <p:spPr>
          <a:xfrm>
            <a:off x="2549739" y="3661610"/>
            <a:ext cx="1575711" cy="215359"/>
          </a:xfrm>
        </p:spPr>
        <p:txBody>
          <a:bodyPr/>
          <a:lstStyle/>
          <a:p>
            <a:r>
              <a:rPr lang="en-US" dirty="0"/>
              <a:t>2 hour</a:t>
            </a:r>
          </a:p>
        </p:txBody>
      </p:sp>
      <p:sp>
        <p:nvSpPr>
          <p:cNvPr id="16" name="Text Placeholder 15">
            <a:extLst>
              <a:ext uri="{FF2B5EF4-FFF2-40B4-BE49-F238E27FC236}">
                <a16:creationId xmlns:a16="http://schemas.microsoft.com/office/drawing/2014/main" id="{E55C3151-C897-DB27-7BD6-DE97D8FCFBA6}"/>
              </a:ext>
            </a:extLst>
          </p:cNvPr>
          <p:cNvSpPr>
            <a:spLocks noGrp="1"/>
          </p:cNvSpPr>
          <p:nvPr>
            <p:ph type="body" sz="quarter" idx="24"/>
          </p:nvPr>
        </p:nvSpPr>
        <p:spPr>
          <a:xfrm>
            <a:off x="2549739" y="3894890"/>
            <a:ext cx="1575714" cy="1207577"/>
          </a:xfrm>
        </p:spPr>
        <p:txBody>
          <a:bodyPr/>
          <a:lstStyle/>
          <a:p>
            <a:r>
              <a:rPr lang="en-US" dirty="0"/>
              <a:t>INCOSE HSI </a:t>
            </a:r>
            <a:r>
              <a:rPr lang="en-US" dirty="0" err="1"/>
              <a:t>Wg</a:t>
            </a:r>
            <a:r>
              <a:rPr lang="en-US" dirty="0"/>
              <a:t> – Human System Integration Primer Vol. 1</a:t>
            </a:r>
          </a:p>
        </p:txBody>
      </p:sp>
      <p:sp>
        <p:nvSpPr>
          <p:cNvPr id="17" name="Text Placeholder 16">
            <a:extLst>
              <a:ext uri="{FF2B5EF4-FFF2-40B4-BE49-F238E27FC236}">
                <a16:creationId xmlns:a16="http://schemas.microsoft.com/office/drawing/2014/main" id="{DA42ED25-72D1-2D5C-BD31-CAFC6298A5CD}"/>
              </a:ext>
            </a:extLst>
          </p:cNvPr>
          <p:cNvSpPr>
            <a:spLocks noGrp="1"/>
          </p:cNvSpPr>
          <p:nvPr>
            <p:ph type="body" sz="quarter" idx="25"/>
          </p:nvPr>
        </p:nvSpPr>
        <p:spPr>
          <a:xfrm>
            <a:off x="4584923" y="3661610"/>
            <a:ext cx="1575711" cy="215359"/>
          </a:xfrm>
        </p:spPr>
        <p:txBody>
          <a:bodyPr/>
          <a:lstStyle/>
          <a:p>
            <a:r>
              <a:rPr lang="en-US" dirty="0"/>
              <a:t>2 week</a:t>
            </a:r>
          </a:p>
        </p:txBody>
      </p:sp>
      <p:sp>
        <p:nvSpPr>
          <p:cNvPr id="18" name="Text Placeholder 17">
            <a:extLst>
              <a:ext uri="{FF2B5EF4-FFF2-40B4-BE49-F238E27FC236}">
                <a16:creationId xmlns:a16="http://schemas.microsoft.com/office/drawing/2014/main" id="{EA05B687-01E7-6FD9-DB90-E58E21488F37}"/>
              </a:ext>
            </a:extLst>
          </p:cNvPr>
          <p:cNvSpPr>
            <a:spLocks noGrp="1"/>
          </p:cNvSpPr>
          <p:nvPr>
            <p:ph type="body" sz="quarter" idx="26"/>
          </p:nvPr>
        </p:nvSpPr>
        <p:spPr>
          <a:xfrm>
            <a:off x="4576131" y="3894890"/>
            <a:ext cx="1575714" cy="1207577"/>
          </a:xfrm>
        </p:spPr>
        <p:txBody>
          <a:bodyPr/>
          <a:lstStyle/>
          <a:p>
            <a:r>
              <a:rPr lang="en-US" dirty="0"/>
              <a:t>Nasa – Human System Integration Handbook</a:t>
            </a:r>
          </a:p>
        </p:txBody>
      </p:sp>
      <p:sp>
        <p:nvSpPr>
          <p:cNvPr id="19" name="Text Placeholder 18">
            <a:extLst>
              <a:ext uri="{FF2B5EF4-FFF2-40B4-BE49-F238E27FC236}">
                <a16:creationId xmlns:a16="http://schemas.microsoft.com/office/drawing/2014/main" id="{B78EE229-14BB-D7A6-23AE-9E7A5533BC02}"/>
              </a:ext>
            </a:extLst>
          </p:cNvPr>
          <p:cNvSpPr>
            <a:spLocks noGrp="1"/>
          </p:cNvSpPr>
          <p:nvPr>
            <p:ph type="body" sz="quarter" idx="27"/>
          </p:nvPr>
        </p:nvSpPr>
        <p:spPr>
          <a:xfrm>
            <a:off x="6602520" y="3661610"/>
            <a:ext cx="1575711" cy="215359"/>
          </a:xfrm>
        </p:spPr>
        <p:txBody>
          <a:bodyPr/>
          <a:lstStyle/>
          <a:p>
            <a:r>
              <a:rPr lang="en-US" dirty="0"/>
              <a:t>2 month</a:t>
            </a:r>
          </a:p>
        </p:txBody>
      </p:sp>
      <p:sp>
        <p:nvSpPr>
          <p:cNvPr id="20" name="Text Placeholder 19">
            <a:extLst>
              <a:ext uri="{FF2B5EF4-FFF2-40B4-BE49-F238E27FC236}">
                <a16:creationId xmlns:a16="http://schemas.microsoft.com/office/drawing/2014/main" id="{936BC292-9842-2289-3867-78133208FF0F}"/>
              </a:ext>
            </a:extLst>
          </p:cNvPr>
          <p:cNvSpPr>
            <a:spLocks noGrp="1"/>
          </p:cNvSpPr>
          <p:nvPr>
            <p:ph type="body" sz="quarter" idx="28"/>
          </p:nvPr>
        </p:nvSpPr>
        <p:spPr>
          <a:xfrm>
            <a:off x="6602520" y="3894890"/>
            <a:ext cx="1575714" cy="1207577"/>
          </a:xfrm>
        </p:spPr>
        <p:txBody>
          <a:bodyPr/>
          <a:lstStyle/>
          <a:p>
            <a:r>
              <a:rPr lang="en-US" dirty="0"/>
              <a:t>Braude University - Human System Integration </a:t>
            </a:r>
            <a:r>
              <a:rPr lang="en-US" dirty="0" err="1"/>
              <a:t>Mooc</a:t>
            </a:r>
            <a:endParaRPr lang="en-US" dirty="0"/>
          </a:p>
          <a:p>
            <a:r>
              <a:rPr lang="en-US" dirty="0"/>
              <a:t>Estia HSI Course</a:t>
            </a:r>
          </a:p>
        </p:txBody>
      </p:sp>
      <p:sp>
        <p:nvSpPr>
          <p:cNvPr id="7" name="Text Placeholder 6">
            <a:extLst>
              <a:ext uri="{FF2B5EF4-FFF2-40B4-BE49-F238E27FC236}">
                <a16:creationId xmlns:a16="http://schemas.microsoft.com/office/drawing/2014/main" id="{87A235AD-9458-84D9-1C35-476AAE9241EF}"/>
              </a:ext>
            </a:extLst>
          </p:cNvPr>
          <p:cNvSpPr>
            <a:spLocks noGrp="1"/>
          </p:cNvSpPr>
          <p:nvPr>
            <p:ph type="body" sz="quarter" idx="14"/>
          </p:nvPr>
        </p:nvSpPr>
        <p:spPr/>
        <p:txBody>
          <a:bodyPr/>
          <a:lstStyle/>
          <a:p>
            <a:r>
              <a:rPr lang="en-US" dirty="0" err="1"/>
              <a:t>Additionnal</a:t>
            </a:r>
            <a:r>
              <a:rPr lang="en-US" dirty="0"/>
              <a:t> Resources</a:t>
            </a:r>
          </a:p>
        </p:txBody>
      </p:sp>
      <p:sp>
        <p:nvSpPr>
          <p:cNvPr id="21" name="Text Placeholder 20">
            <a:extLst>
              <a:ext uri="{FF2B5EF4-FFF2-40B4-BE49-F238E27FC236}">
                <a16:creationId xmlns:a16="http://schemas.microsoft.com/office/drawing/2014/main" id="{2D137930-5BBE-3E86-6DA5-C9329BABE7EE}"/>
              </a:ext>
            </a:extLst>
          </p:cNvPr>
          <p:cNvSpPr>
            <a:spLocks noGrp="1"/>
          </p:cNvSpPr>
          <p:nvPr>
            <p:ph type="body" sz="quarter" idx="29"/>
          </p:nvPr>
        </p:nvSpPr>
        <p:spPr/>
        <p:txBody>
          <a:bodyPr/>
          <a:lstStyle/>
          <a:p>
            <a:endParaRPr lang="en-US"/>
          </a:p>
        </p:txBody>
      </p:sp>
      <p:pic>
        <p:nvPicPr>
          <p:cNvPr id="3" name="Picture 2">
            <a:extLst>
              <a:ext uri="{FF2B5EF4-FFF2-40B4-BE49-F238E27FC236}">
                <a16:creationId xmlns:a16="http://schemas.microsoft.com/office/drawing/2014/main" id="{1F224612-1470-4A04-C974-D7035B64B3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8228" y="1609656"/>
            <a:ext cx="1486873" cy="1924188"/>
          </a:xfrm>
          <a:prstGeom prst="rect">
            <a:avLst/>
          </a:prstGeom>
        </p:spPr>
      </p:pic>
      <p:pic>
        <p:nvPicPr>
          <p:cNvPr id="6" name="Picture 5">
            <a:extLst>
              <a:ext uri="{FF2B5EF4-FFF2-40B4-BE49-F238E27FC236}">
                <a16:creationId xmlns:a16="http://schemas.microsoft.com/office/drawing/2014/main" id="{44CFCFFD-653D-4E08-BCC3-85B9E61B39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6125" y="1620783"/>
            <a:ext cx="1486873" cy="1930451"/>
          </a:xfrm>
          <a:prstGeom prst="rect">
            <a:avLst/>
          </a:prstGeom>
        </p:spPr>
      </p:pic>
      <p:sp>
        <p:nvSpPr>
          <p:cNvPr id="24" name="TextBox 23">
            <a:extLst>
              <a:ext uri="{FF2B5EF4-FFF2-40B4-BE49-F238E27FC236}">
                <a16:creationId xmlns:a16="http://schemas.microsoft.com/office/drawing/2014/main" id="{7F22CE13-1470-33DD-BD5A-24089A8662AC}"/>
              </a:ext>
            </a:extLst>
          </p:cNvPr>
          <p:cNvSpPr txBox="1"/>
          <p:nvPr/>
        </p:nvSpPr>
        <p:spPr>
          <a:xfrm>
            <a:off x="2286000" y="2387084"/>
            <a:ext cx="4572000" cy="369332"/>
          </a:xfrm>
          <a:prstGeom prst="rect">
            <a:avLst/>
          </a:prstGeom>
          <a:noFill/>
        </p:spPr>
        <p:txBody>
          <a:bodyPr wrap="square">
            <a:spAutoFit/>
          </a:bodyPr>
          <a:lstStyle/>
          <a:p>
            <a:endParaRPr lang="en-US" dirty="0"/>
          </a:p>
        </p:txBody>
      </p:sp>
      <p:sp>
        <p:nvSpPr>
          <p:cNvPr id="31" name="TextBox 30">
            <a:extLst>
              <a:ext uri="{FF2B5EF4-FFF2-40B4-BE49-F238E27FC236}">
                <a16:creationId xmlns:a16="http://schemas.microsoft.com/office/drawing/2014/main" id="{3BBCA3F4-C5A1-ADF4-139D-62C209C4FED6}"/>
              </a:ext>
            </a:extLst>
          </p:cNvPr>
          <p:cNvSpPr txBox="1"/>
          <p:nvPr/>
        </p:nvSpPr>
        <p:spPr>
          <a:xfrm>
            <a:off x="2286000" y="2387084"/>
            <a:ext cx="4572000" cy="369332"/>
          </a:xfrm>
          <a:prstGeom prst="rect">
            <a:avLst/>
          </a:prstGeom>
          <a:noFill/>
        </p:spPr>
        <p:txBody>
          <a:bodyPr wrap="square">
            <a:spAutoFit/>
          </a:bodyPr>
          <a:lstStyle/>
          <a:p>
            <a:endParaRPr lang="en-US" dirty="0"/>
          </a:p>
        </p:txBody>
      </p:sp>
      <p:pic>
        <p:nvPicPr>
          <p:cNvPr id="32" name="Picture 31">
            <a:extLst>
              <a:ext uri="{FF2B5EF4-FFF2-40B4-BE49-F238E27FC236}">
                <a16:creationId xmlns:a16="http://schemas.microsoft.com/office/drawing/2014/main" id="{B33D6C2F-3055-D7DE-85ED-EA47A8C80ECD}"/>
              </a:ext>
            </a:extLst>
          </p:cNvPr>
          <p:cNvPicPr>
            <a:picLocks noChangeAspect="1"/>
          </p:cNvPicPr>
          <p:nvPr/>
        </p:nvPicPr>
        <p:blipFill>
          <a:blip r:embed="rId6"/>
          <a:stretch>
            <a:fillRect/>
          </a:stretch>
        </p:blipFill>
        <p:spPr>
          <a:xfrm>
            <a:off x="6543494" y="1671948"/>
            <a:ext cx="778344" cy="550030"/>
          </a:xfrm>
          <a:prstGeom prst="rect">
            <a:avLst/>
          </a:prstGeom>
        </p:spPr>
      </p:pic>
      <p:pic>
        <p:nvPicPr>
          <p:cNvPr id="34" name="Picture 33">
            <a:extLst>
              <a:ext uri="{FF2B5EF4-FFF2-40B4-BE49-F238E27FC236}">
                <a16:creationId xmlns:a16="http://schemas.microsoft.com/office/drawing/2014/main" id="{5A01B05E-B2E4-AA99-E906-B54D9C681E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26425" y="2593277"/>
            <a:ext cx="1287606" cy="762493"/>
          </a:xfrm>
          <a:prstGeom prst="rect">
            <a:avLst/>
          </a:prstGeom>
        </p:spPr>
      </p:pic>
      <p:pic>
        <p:nvPicPr>
          <p:cNvPr id="36" name="Picture 35">
            <a:extLst>
              <a:ext uri="{FF2B5EF4-FFF2-40B4-BE49-F238E27FC236}">
                <a16:creationId xmlns:a16="http://schemas.microsoft.com/office/drawing/2014/main" id="{BDF158CE-3791-20C7-7179-14E22F4EB15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81226" y="1490049"/>
            <a:ext cx="844230" cy="848138"/>
          </a:xfrm>
          <a:prstGeom prst="rect">
            <a:avLst/>
          </a:prstGeom>
        </p:spPr>
      </p:pic>
      <p:pic>
        <p:nvPicPr>
          <p:cNvPr id="38" name="Picture 37">
            <a:extLst>
              <a:ext uri="{FF2B5EF4-FFF2-40B4-BE49-F238E27FC236}">
                <a16:creationId xmlns:a16="http://schemas.microsoft.com/office/drawing/2014/main" id="{C00853C2-44FE-BCCA-E4F7-01070C756E8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74552" y="2513326"/>
            <a:ext cx="812248" cy="824077"/>
          </a:xfrm>
          <a:prstGeom prst="rect">
            <a:avLst/>
          </a:prstGeom>
        </p:spPr>
      </p:pic>
    </p:spTree>
    <p:extLst>
      <p:ext uri="{BB962C8B-B14F-4D97-AF65-F5344CB8AC3E}">
        <p14:creationId xmlns:p14="http://schemas.microsoft.com/office/powerpoint/2010/main" val="3488900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descr="A blue sphere with dots and lines&#10;&#10;AI-generated content may be incorrect.">
            <a:extLst>
              <a:ext uri="{FF2B5EF4-FFF2-40B4-BE49-F238E27FC236}">
                <a16:creationId xmlns:a16="http://schemas.microsoft.com/office/drawing/2014/main" id="{EDA342A8-3F18-A602-B3E8-40AB968087EE}"/>
              </a:ext>
            </a:extLst>
          </p:cNvPr>
          <p:cNvPicPr>
            <a:picLocks noGrp="1" noChangeAspect="1"/>
          </p:cNvPicPr>
          <p:nvPr>
            <p:ph type="pic" sz="quarter" idx="21"/>
          </p:nvPr>
        </p:nvPicPr>
        <p:blipFill>
          <a:blip r:embed="rId2">
            <a:extLst>
              <a:ext uri="{28A0092B-C50C-407E-A947-70E740481C1C}">
                <a14:useLocalDpi xmlns:a14="http://schemas.microsoft.com/office/drawing/2010/main" val="0"/>
              </a:ext>
            </a:extLst>
          </a:blip>
          <a:srcRect/>
          <a:stretch>
            <a:fillRect/>
          </a:stretch>
        </p:blipFill>
        <p:spPr/>
      </p:pic>
      <p:sp>
        <p:nvSpPr>
          <p:cNvPr id="7" name="Title 6"/>
          <p:cNvSpPr>
            <a:spLocks noGrp="1"/>
          </p:cNvSpPr>
          <p:nvPr>
            <p:ph type="title"/>
          </p:nvPr>
        </p:nvSpPr>
        <p:spPr>
          <a:xfrm>
            <a:off x="466852" y="438150"/>
            <a:ext cx="3765514" cy="2312253"/>
          </a:xfrm>
        </p:spPr>
        <p:txBody>
          <a:bodyPr wrap="square" anchor="t">
            <a:normAutofit/>
          </a:bodyPr>
          <a:lstStyle/>
          <a:p>
            <a:r>
              <a:rPr lang="en-US" spc="0" dirty="0"/>
              <a:t>About the </a:t>
            </a:r>
            <a:br>
              <a:rPr lang="en-US" spc="0" dirty="0"/>
            </a:br>
            <a:r>
              <a:rPr lang="en-US" spc="0" dirty="0"/>
              <a:t>INCOSE</a:t>
            </a:r>
            <a:br>
              <a:rPr lang="en-US" spc="0" dirty="0"/>
            </a:br>
            <a:r>
              <a:rPr lang="en-US" spc="0" dirty="0"/>
              <a:t>HSI Working Group</a:t>
            </a:r>
            <a:endParaRPr lang="en-GB" spc="0" dirty="0"/>
          </a:p>
        </p:txBody>
      </p:sp>
      <p:sp>
        <p:nvSpPr>
          <p:cNvPr id="2" name="TextBox 1">
            <a:extLst>
              <a:ext uri="{FF2B5EF4-FFF2-40B4-BE49-F238E27FC236}">
                <a16:creationId xmlns:a16="http://schemas.microsoft.com/office/drawing/2014/main" id="{4F2B3E01-BD79-BE9B-82F2-01794B81E8E7}"/>
              </a:ext>
            </a:extLst>
          </p:cNvPr>
          <p:cNvSpPr txBox="1"/>
          <p:nvPr/>
        </p:nvSpPr>
        <p:spPr>
          <a:xfrm>
            <a:off x="7880554" y="4560147"/>
            <a:ext cx="805350" cy="171450"/>
          </a:xfrm>
          <a:prstGeom prst="rect">
            <a:avLst/>
          </a:prstGeom>
          <a:noFill/>
        </p:spPr>
        <p:txBody>
          <a:bodyPr wrap="square" lIns="0" tIns="0" rIns="0" bIns="0" rtlCol="0" anchor="b">
            <a:noAutofit/>
          </a:bodyPr>
          <a:lstStyle/>
          <a:p>
            <a:pPr algn="r">
              <a:lnSpc>
                <a:spcPct val="150000"/>
              </a:lnSpc>
              <a:spcBef>
                <a:spcPts val="1200"/>
              </a:spcBef>
              <a:buClr>
                <a:srgbClr val="CC0000"/>
              </a:buClr>
              <a:buSzPct val="110000"/>
            </a:pPr>
            <a:r>
              <a:rPr lang="en-GB" sz="800" spc="0" baseline="0" dirty="0" err="1">
                <a:solidFill>
                  <a:schemeClr val="bg1"/>
                </a:solidFill>
                <a:latin typeface="Arial" panose="020B0604020202020204" pitchFamily="34" charset="0"/>
                <a:cs typeface="Arial" panose="020B0604020202020204" pitchFamily="34" charset="0"/>
              </a:rPr>
              <a:t>incose.org</a:t>
            </a:r>
            <a:r>
              <a:rPr lang="en-GB" sz="800" spc="0" baseline="0" dirty="0">
                <a:solidFill>
                  <a:schemeClr val="bg1"/>
                </a:solidFill>
                <a:latin typeface="Arial" panose="020B0604020202020204" pitchFamily="34" charset="0"/>
                <a:cs typeface="Arial" panose="020B0604020202020204" pitchFamily="34" charset="0"/>
              </a:rPr>
              <a:t> | </a:t>
            </a:r>
            <a:fld id="{A86CDF6F-2953-460E-BD1D-295C411077A7}" type="slidenum">
              <a:rPr lang="en-GB" sz="800" spc="0" baseline="0" smtClean="0">
                <a:solidFill>
                  <a:schemeClr val="bg1"/>
                </a:solidFill>
                <a:latin typeface="Arial" panose="020B0604020202020204" pitchFamily="34" charset="0"/>
                <a:cs typeface="Arial" panose="020B0604020202020204" pitchFamily="34" charset="0"/>
              </a:rPr>
              <a:t>33</a:t>
            </a:fld>
            <a:endParaRPr lang="en-GB" sz="800" spc="0" baseline="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23875A9-6045-8648-2850-893E29C7C87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pic>
        <p:nvPicPr>
          <p:cNvPr id="5" name="Picture 4">
            <a:extLst>
              <a:ext uri="{FF2B5EF4-FFF2-40B4-BE49-F238E27FC236}">
                <a16:creationId xmlns:a16="http://schemas.microsoft.com/office/drawing/2014/main" id="{180EA371-39D8-5493-1875-BE9C4B247E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649" y="2571750"/>
            <a:ext cx="2578710" cy="2312253"/>
          </a:xfrm>
          <a:prstGeom prst="rect">
            <a:avLst/>
          </a:prstGeom>
        </p:spPr>
      </p:pic>
    </p:spTree>
    <p:extLst>
      <p:ext uri="{BB962C8B-B14F-4D97-AF65-F5344CB8AC3E}">
        <p14:creationId xmlns:p14="http://schemas.microsoft.com/office/powerpoint/2010/main" val="1363118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19AB282-1BE0-4050-1154-85C11EA48016}"/>
              </a:ext>
            </a:extLst>
          </p:cNvPr>
          <p:cNvSpPr>
            <a:spLocks noGrp="1"/>
          </p:cNvSpPr>
          <p:nvPr>
            <p:ph type="body" sz="quarter" idx="17"/>
          </p:nvPr>
        </p:nvSpPr>
        <p:spPr/>
        <p:txBody>
          <a:bodyPr/>
          <a:lstStyle/>
          <a:p>
            <a:r>
              <a:rPr lang="en-AU" dirty="0"/>
              <a:t>HSI WG</a:t>
            </a:r>
          </a:p>
        </p:txBody>
      </p:sp>
      <p:sp>
        <p:nvSpPr>
          <p:cNvPr id="5" name="Text Placeholder 4">
            <a:extLst>
              <a:ext uri="{FF2B5EF4-FFF2-40B4-BE49-F238E27FC236}">
                <a16:creationId xmlns:a16="http://schemas.microsoft.com/office/drawing/2014/main" id="{8564EF4C-D8D5-CB5D-B51B-19252666531D}"/>
              </a:ext>
            </a:extLst>
          </p:cNvPr>
          <p:cNvSpPr>
            <a:spLocks noGrp="1"/>
          </p:cNvSpPr>
          <p:nvPr>
            <p:ph type="body" sz="quarter" idx="16"/>
          </p:nvPr>
        </p:nvSpPr>
        <p:spPr/>
        <p:txBody>
          <a:bodyPr/>
          <a:lstStyle/>
          <a:p>
            <a:r>
              <a:rPr lang="en-AU" dirty="0"/>
              <a:t>Mission and Aims</a:t>
            </a:r>
            <a:endParaRPr lang="en-US" dirty="0"/>
          </a:p>
        </p:txBody>
      </p:sp>
      <p:sp>
        <p:nvSpPr>
          <p:cNvPr id="4" name="Text Placeholder 3">
            <a:extLst>
              <a:ext uri="{FF2B5EF4-FFF2-40B4-BE49-F238E27FC236}">
                <a16:creationId xmlns:a16="http://schemas.microsoft.com/office/drawing/2014/main" id="{CD888EB1-CA57-52C3-ECD7-2157FDE794F2}"/>
              </a:ext>
            </a:extLst>
          </p:cNvPr>
          <p:cNvSpPr>
            <a:spLocks noGrp="1"/>
          </p:cNvSpPr>
          <p:nvPr>
            <p:ph type="body" sz="quarter" idx="18"/>
          </p:nvPr>
        </p:nvSpPr>
        <p:spPr/>
        <p:txBody>
          <a:bodyPr/>
          <a:lstStyle/>
          <a:p>
            <a:r>
              <a:rPr lang="en-AU" dirty="0" err="1"/>
              <a:t>sdfsdfs</a:t>
            </a:r>
            <a:endParaRPr lang="en-AU" dirty="0"/>
          </a:p>
        </p:txBody>
      </p:sp>
      <p:sp>
        <p:nvSpPr>
          <p:cNvPr id="6" name="Text Placeholder 5">
            <a:extLst>
              <a:ext uri="{FF2B5EF4-FFF2-40B4-BE49-F238E27FC236}">
                <a16:creationId xmlns:a16="http://schemas.microsoft.com/office/drawing/2014/main" id="{F38D0E27-CF5D-F06B-53BB-2A46FA2A7A83}"/>
              </a:ext>
            </a:extLst>
          </p:cNvPr>
          <p:cNvSpPr>
            <a:spLocks noGrp="1"/>
          </p:cNvSpPr>
          <p:nvPr>
            <p:ph type="body" sz="quarter" idx="19"/>
          </p:nvPr>
        </p:nvSpPr>
        <p:spPr/>
        <p:txBody>
          <a:bodyPr/>
          <a:lstStyle/>
          <a:p>
            <a:r>
              <a:rPr lang="en-US" sz="1400" dirty="0"/>
              <a:t>Our mission is to ensure all design and engineering disciplines include human and socio-technical interaction and integration to enable system performance.</a:t>
            </a:r>
          </a:p>
          <a:p>
            <a:r>
              <a:rPr lang="en-US" sz="1400" dirty="0"/>
              <a:t>The HSI WG aims to demonstrate the value of HSI as an integral part of the Systems Engineering effort and to develop associated practices, resources, organizations, and training to support the Systems Engineering community’s adoption of HSI by:</a:t>
            </a:r>
          </a:p>
          <a:p>
            <a:r>
              <a:rPr lang="en-US" sz="1400" dirty="0"/>
              <a:t>Staying at the forefront of evolving SE practices to ensure that the presence of humans is integrated into the engineering in order to deliver successful sociotechnical systems across their life cycle.</a:t>
            </a:r>
          </a:p>
          <a:p>
            <a:r>
              <a:rPr lang="en-US" sz="1400" dirty="0"/>
              <a:t>Fostering a community of practitioners from the contributing disciplines (System Engineering, Human Factors/Ergonomics, Information Technology, and Operational Domains) and develop a common framework.</a:t>
            </a:r>
          </a:p>
          <a:p>
            <a:endParaRPr lang="en-US" sz="1400" dirty="0"/>
          </a:p>
          <a:p>
            <a:endParaRPr lang="en-US" sz="1400" dirty="0"/>
          </a:p>
          <a:p>
            <a:endParaRPr lang="en-US" sz="1400" dirty="0"/>
          </a:p>
          <a:p>
            <a:endParaRPr lang="en-US" sz="1400" dirty="0"/>
          </a:p>
        </p:txBody>
      </p:sp>
      <p:sp>
        <p:nvSpPr>
          <p:cNvPr id="9" name="Content Placeholder 2">
            <a:extLst>
              <a:ext uri="{FF2B5EF4-FFF2-40B4-BE49-F238E27FC236}">
                <a16:creationId xmlns:a16="http://schemas.microsoft.com/office/drawing/2014/main" id="{E653D3F1-1051-534E-8317-1B746B0D13D8}"/>
              </a:ext>
            </a:extLst>
          </p:cNvPr>
          <p:cNvSpPr txBox="1">
            <a:spLocks/>
          </p:cNvSpPr>
          <p:nvPr/>
        </p:nvSpPr>
        <p:spPr>
          <a:xfrm>
            <a:off x="559904" y="1276948"/>
            <a:ext cx="7852576" cy="3545028"/>
          </a:xfrm>
          <a:prstGeom prst="rect">
            <a:avLst/>
          </a:prstGeom>
        </p:spPr>
        <p:txBody>
          <a:bodyPr>
            <a:normAutofit/>
          </a:bodyPr>
          <a:lstStyle>
            <a:lvl1pPr marL="173038" indent="-173038"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200" kern="1200" spc="0" baseline="0" dirty="0" smtClean="0">
                <a:solidFill>
                  <a:schemeClr val="accent4"/>
                </a:solidFill>
                <a:latin typeface="Arial" panose="020B0604020202020204" pitchFamily="34" charset="0"/>
                <a:ea typeface="+mn-ea"/>
                <a:cs typeface="Arial" panose="020B0604020202020204" pitchFamily="34" charset="0"/>
              </a:defRPr>
            </a:lvl1pPr>
            <a:lvl2pPr marL="323850" indent="-150813"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100" kern="1200" spc="0" baseline="0" dirty="0" smtClean="0">
                <a:solidFill>
                  <a:schemeClr val="accent4"/>
                </a:solidFill>
                <a:latin typeface="Arial" panose="020B0604020202020204" pitchFamily="34" charset="0"/>
                <a:ea typeface="+mn-ea"/>
                <a:cs typeface="Arial" panose="020B0604020202020204" pitchFamily="34" charset="0"/>
              </a:defRPr>
            </a:lvl2pPr>
            <a:lvl3pPr marL="457200" indent="-133350"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50" kern="1200" spc="0" baseline="0" dirty="0" smtClean="0">
                <a:solidFill>
                  <a:schemeClr val="accent4"/>
                </a:solidFill>
                <a:latin typeface="Arial" panose="020B0604020202020204" pitchFamily="34" charset="0"/>
                <a:ea typeface="+mn-ea"/>
                <a:cs typeface="Arial" panose="020B0604020202020204" pitchFamily="34" charset="0"/>
              </a:defRPr>
            </a:lvl3pPr>
            <a:lvl4pPr marL="590550" indent="-133350"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00" kern="1200" spc="0" baseline="0" dirty="0" smtClean="0">
                <a:solidFill>
                  <a:schemeClr val="accent4"/>
                </a:solidFill>
                <a:latin typeface="Arial" panose="020B0604020202020204" pitchFamily="34" charset="0"/>
                <a:ea typeface="+mn-ea"/>
                <a:cs typeface="Arial" panose="020B0604020202020204" pitchFamily="34" charset="0"/>
              </a:defRPr>
            </a:lvl4pPr>
            <a:lvl5pPr marL="704850" indent="-111125"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00" kern="1200" spc="0" baseline="0" dirty="0">
                <a:solidFill>
                  <a:schemeClr val="accent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1400" dirty="0">
              <a:latin typeface="Montserrat" pitchFamily="2" charset="0"/>
            </a:endParaRPr>
          </a:p>
        </p:txBody>
      </p:sp>
    </p:spTree>
    <p:extLst>
      <p:ext uri="{BB962C8B-B14F-4D97-AF65-F5344CB8AC3E}">
        <p14:creationId xmlns:p14="http://schemas.microsoft.com/office/powerpoint/2010/main" val="25467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9256FF68-9801-B84E-AED2-47801F0C2FB6}"/>
              </a:ext>
            </a:extLst>
          </p:cNvPr>
          <p:cNvSpPr/>
          <p:nvPr/>
        </p:nvSpPr>
        <p:spPr>
          <a:xfrm rot="10800000" flipV="1">
            <a:off x="1188" y="0"/>
            <a:ext cx="9142811" cy="5143500"/>
          </a:xfrm>
          <a:prstGeom prst="rect">
            <a:avLst/>
          </a:prstGeom>
          <a:solidFill>
            <a:srgbClr val="114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grpSp>
        <p:nvGrpSpPr>
          <p:cNvPr id="2" name="Group 1">
            <a:extLst>
              <a:ext uri="{FF2B5EF4-FFF2-40B4-BE49-F238E27FC236}">
                <a16:creationId xmlns:a16="http://schemas.microsoft.com/office/drawing/2014/main" id="{99B75920-E937-1748-B276-BE8AD24A6FCA}"/>
              </a:ext>
            </a:extLst>
          </p:cNvPr>
          <p:cNvGrpSpPr/>
          <p:nvPr/>
        </p:nvGrpSpPr>
        <p:grpSpPr>
          <a:xfrm>
            <a:off x="3432075" y="1354308"/>
            <a:ext cx="5207526" cy="2508932"/>
            <a:chOff x="3209292" y="3753014"/>
            <a:chExt cx="18885369" cy="9250862"/>
          </a:xfrm>
        </p:grpSpPr>
        <p:grpSp>
          <p:nvGrpSpPr>
            <p:cNvPr id="126" name="Group 125">
              <a:extLst>
                <a:ext uri="{FF2B5EF4-FFF2-40B4-BE49-F238E27FC236}">
                  <a16:creationId xmlns:a16="http://schemas.microsoft.com/office/drawing/2014/main" id="{53976A36-F0C8-B44F-97B2-B44FB55F5C23}"/>
                </a:ext>
              </a:extLst>
            </p:cNvPr>
            <p:cNvGrpSpPr/>
            <p:nvPr/>
          </p:nvGrpSpPr>
          <p:grpSpPr>
            <a:xfrm>
              <a:off x="3209292" y="3753014"/>
              <a:ext cx="17943828" cy="8876496"/>
              <a:chOff x="3843499" y="3719582"/>
              <a:chExt cx="16665619" cy="8244192"/>
            </a:xfrm>
            <a:solidFill>
              <a:schemeClr val="bg1"/>
            </a:solidFill>
          </p:grpSpPr>
          <p:sp>
            <p:nvSpPr>
              <p:cNvPr id="127" name="Freeform 781">
                <a:extLst>
                  <a:ext uri="{FF2B5EF4-FFF2-40B4-BE49-F238E27FC236}">
                    <a16:creationId xmlns:a16="http://schemas.microsoft.com/office/drawing/2014/main" id="{D8C38CD4-0F3C-424B-B322-AD6B8A5C2B2C}"/>
                  </a:ext>
                </a:extLst>
              </p:cNvPr>
              <p:cNvSpPr>
                <a:spLocks/>
              </p:cNvSpPr>
              <p:nvPr/>
            </p:nvSpPr>
            <p:spPr bwMode="auto">
              <a:xfrm>
                <a:off x="9818027" y="3757809"/>
                <a:ext cx="85988" cy="38227"/>
              </a:xfrm>
              <a:custGeom>
                <a:avLst/>
                <a:gdLst>
                  <a:gd name="T0" fmla="*/ 4 w 9"/>
                  <a:gd name="T1" fmla="*/ 3 h 4"/>
                  <a:gd name="T2" fmla="*/ 1 w 9"/>
                  <a:gd name="T3" fmla="*/ 2 h 4"/>
                  <a:gd name="T4" fmla="*/ 5 w 9"/>
                  <a:gd name="T5" fmla="*/ 2 h 4"/>
                  <a:gd name="T6" fmla="*/ 0 w 9"/>
                  <a:gd name="T7" fmla="*/ 0 h 4"/>
                  <a:gd name="T8" fmla="*/ 9 w 9"/>
                  <a:gd name="T9" fmla="*/ 2 h 4"/>
                  <a:gd name="T10" fmla="*/ 5 w 9"/>
                  <a:gd name="T11" fmla="*/ 2 h 4"/>
                  <a:gd name="T12" fmla="*/ 4 w 9"/>
                  <a:gd name="T13" fmla="*/ 3 h 4"/>
                  <a:gd name="T14" fmla="*/ 4 w 9"/>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4">
                    <a:moveTo>
                      <a:pt x="4" y="3"/>
                    </a:moveTo>
                    <a:cubicBezTo>
                      <a:pt x="4" y="3"/>
                      <a:pt x="1" y="2"/>
                      <a:pt x="1" y="2"/>
                    </a:cubicBezTo>
                    <a:cubicBezTo>
                      <a:pt x="1" y="2"/>
                      <a:pt x="4" y="2"/>
                      <a:pt x="5" y="2"/>
                    </a:cubicBezTo>
                    <a:cubicBezTo>
                      <a:pt x="3" y="1"/>
                      <a:pt x="1" y="2"/>
                      <a:pt x="0" y="0"/>
                    </a:cubicBezTo>
                    <a:cubicBezTo>
                      <a:pt x="1" y="1"/>
                      <a:pt x="8" y="0"/>
                      <a:pt x="9" y="2"/>
                    </a:cubicBezTo>
                    <a:cubicBezTo>
                      <a:pt x="9" y="2"/>
                      <a:pt x="6" y="2"/>
                      <a:pt x="5" y="2"/>
                    </a:cubicBezTo>
                    <a:cubicBezTo>
                      <a:pt x="5" y="2"/>
                      <a:pt x="7" y="4"/>
                      <a:pt x="4" y="3"/>
                    </a:cubicBezTo>
                    <a:cubicBezTo>
                      <a:pt x="3" y="3"/>
                      <a:pt x="6" y="4"/>
                      <a:pt x="4"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28" name="Freeform 403">
                <a:extLst>
                  <a:ext uri="{FF2B5EF4-FFF2-40B4-BE49-F238E27FC236}">
                    <a16:creationId xmlns:a16="http://schemas.microsoft.com/office/drawing/2014/main" id="{6E7D15CA-4343-3642-B9BC-724FE18A0A79}"/>
                  </a:ext>
                </a:extLst>
              </p:cNvPr>
              <p:cNvSpPr>
                <a:spLocks/>
              </p:cNvSpPr>
              <p:nvPr/>
            </p:nvSpPr>
            <p:spPr bwMode="auto">
              <a:xfrm>
                <a:off x="16859435" y="9558687"/>
                <a:ext cx="1904460" cy="1423937"/>
              </a:xfrm>
              <a:custGeom>
                <a:avLst/>
                <a:gdLst>
                  <a:gd name="T0" fmla="*/ 96 w 204"/>
                  <a:gd name="T1" fmla="*/ 3 h 152"/>
                  <a:gd name="T2" fmla="*/ 97 w 204"/>
                  <a:gd name="T3" fmla="*/ 7 h 152"/>
                  <a:gd name="T4" fmla="*/ 86 w 204"/>
                  <a:gd name="T5" fmla="*/ 13 h 152"/>
                  <a:gd name="T6" fmla="*/ 76 w 204"/>
                  <a:gd name="T7" fmla="*/ 24 h 152"/>
                  <a:gd name="T8" fmla="*/ 71 w 204"/>
                  <a:gd name="T9" fmla="*/ 15 h 152"/>
                  <a:gd name="T10" fmla="*/ 65 w 204"/>
                  <a:gd name="T11" fmla="*/ 19 h 152"/>
                  <a:gd name="T12" fmla="*/ 62 w 204"/>
                  <a:gd name="T13" fmla="*/ 22 h 152"/>
                  <a:gd name="T14" fmla="*/ 59 w 204"/>
                  <a:gd name="T15" fmla="*/ 26 h 152"/>
                  <a:gd name="T16" fmla="*/ 55 w 204"/>
                  <a:gd name="T17" fmla="*/ 33 h 152"/>
                  <a:gd name="T18" fmla="*/ 51 w 204"/>
                  <a:gd name="T19" fmla="*/ 30 h 152"/>
                  <a:gd name="T20" fmla="*/ 47 w 204"/>
                  <a:gd name="T21" fmla="*/ 38 h 152"/>
                  <a:gd name="T22" fmla="*/ 24 w 204"/>
                  <a:gd name="T23" fmla="*/ 50 h 152"/>
                  <a:gd name="T24" fmla="*/ 7 w 204"/>
                  <a:gd name="T25" fmla="*/ 60 h 152"/>
                  <a:gd name="T26" fmla="*/ 3 w 204"/>
                  <a:gd name="T27" fmla="*/ 68 h 152"/>
                  <a:gd name="T28" fmla="*/ 4 w 204"/>
                  <a:gd name="T29" fmla="*/ 82 h 152"/>
                  <a:gd name="T30" fmla="*/ 7 w 204"/>
                  <a:gd name="T31" fmla="*/ 91 h 152"/>
                  <a:gd name="T32" fmla="*/ 13 w 204"/>
                  <a:gd name="T33" fmla="*/ 106 h 152"/>
                  <a:gd name="T34" fmla="*/ 11 w 204"/>
                  <a:gd name="T35" fmla="*/ 121 h 152"/>
                  <a:gd name="T36" fmla="*/ 30 w 204"/>
                  <a:gd name="T37" fmla="*/ 125 h 152"/>
                  <a:gd name="T38" fmla="*/ 54 w 204"/>
                  <a:gd name="T39" fmla="*/ 121 h 152"/>
                  <a:gd name="T40" fmla="*/ 73 w 204"/>
                  <a:gd name="T41" fmla="*/ 112 h 152"/>
                  <a:gd name="T42" fmla="*/ 96 w 204"/>
                  <a:gd name="T43" fmla="*/ 111 h 152"/>
                  <a:gd name="T44" fmla="*/ 111 w 204"/>
                  <a:gd name="T45" fmla="*/ 121 h 152"/>
                  <a:gd name="T46" fmla="*/ 116 w 204"/>
                  <a:gd name="T47" fmla="*/ 125 h 152"/>
                  <a:gd name="T48" fmla="*/ 125 w 204"/>
                  <a:gd name="T49" fmla="*/ 120 h 152"/>
                  <a:gd name="T50" fmla="*/ 122 w 204"/>
                  <a:gd name="T51" fmla="*/ 129 h 152"/>
                  <a:gd name="T52" fmla="*/ 131 w 204"/>
                  <a:gd name="T53" fmla="*/ 132 h 152"/>
                  <a:gd name="T54" fmla="*/ 145 w 204"/>
                  <a:gd name="T55" fmla="*/ 147 h 152"/>
                  <a:gd name="T56" fmla="*/ 161 w 204"/>
                  <a:gd name="T57" fmla="*/ 145 h 152"/>
                  <a:gd name="T58" fmla="*/ 165 w 204"/>
                  <a:gd name="T59" fmla="*/ 149 h 152"/>
                  <a:gd name="T60" fmla="*/ 174 w 204"/>
                  <a:gd name="T61" fmla="*/ 145 h 152"/>
                  <a:gd name="T62" fmla="*/ 194 w 204"/>
                  <a:gd name="T63" fmla="*/ 118 h 152"/>
                  <a:gd name="T64" fmla="*/ 200 w 204"/>
                  <a:gd name="T65" fmla="*/ 108 h 152"/>
                  <a:gd name="T66" fmla="*/ 202 w 204"/>
                  <a:gd name="T67" fmla="*/ 96 h 152"/>
                  <a:gd name="T68" fmla="*/ 201 w 204"/>
                  <a:gd name="T69" fmla="*/ 83 h 152"/>
                  <a:gd name="T70" fmla="*/ 196 w 204"/>
                  <a:gd name="T71" fmla="*/ 70 h 152"/>
                  <a:gd name="T72" fmla="*/ 184 w 204"/>
                  <a:gd name="T73" fmla="*/ 59 h 152"/>
                  <a:gd name="T74" fmla="*/ 180 w 204"/>
                  <a:gd name="T75" fmla="*/ 50 h 152"/>
                  <a:gd name="T76" fmla="*/ 166 w 204"/>
                  <a:gd name="T77" fmla="*/ 36 h 152"/>
                  <a:gd name="T78" fmla="*/ 161 w 204"/>
                  <a:gd name="T79" fmla="*/ 20 h 152"/>
                  <a:gd name="T80" fmla="*/ 152 w 204"/>
                  <a:gd name="T81" fmla="*/ 8 h 152"/>
                  <a:gd name="T82" fmla="*/ 145 w 204"/>
                  <a:gd name="T83" fmla="*/ 6 h 152"/>
                  <a:gd name="T84" fmla="*/ 143 w 204"/>
                  <a:gd name="T85" fmla="*/ 16 h 152"/>
                  <a:gd name="T86" fmla="*/ 130 w 204"/>
                  <a:gd name="T87" fmla="*/ 31 h 152"/>
                  <a:gd name="T88" fmla="*/ 115 w 204"/>
                  <a:gd name="T89" fmla="*/ 17 h 152"/>
                  <a:gd name="T90" fmla="*/ 118 w 204"/>
                  <a:gd name="T91" fmla="*/ 11 h 152"/>
                  <a:gd name="T92" fmla="*/ 117 w 204"/>
                  <a:gd name="T93" fmla="*/ 8 h 152"/>
                  <a:gd name="T94" fmla="*/ 109 w 204"/>
                  <a:gd name="T95" fmla="*/ 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4" h="152">
                    <a:moveTo>
                      <a:pt x="101" y="4"/>
                    </a:moveTo>
                    <a:cubicBezTo>
                      <a:pt x="99" y="4"/>
                      <a:pt x="98" y="2"/>
                      <a:pt x="96" y="2"/>
                    </a:cubicBezTo>
                    <a:cubicBezTo>
                      <a:pt x="95" y="1"/>
                      <a:pt x="95" y="2"/>
                      <a:pt x="96" y="3"/>
                    </a:cubicBezTo>
                    <a:cubicBezTo>
                      <a:pt x="96" y="4"/>
                      <a:pt x="98" y="3"/>
                      <a:pt x="98" y="3"/>
                    </a:cubicBezTo>
                    <a:cubicBezTo>
                      <a:pt x="99" y="4"/>
                      <a:pt x="98" y="6"/>
                      <a:pt x="99" y="6"/>
                    </a:cubicBezTo>
                    <a:cubicBezTo>
                      <a:pt x="99" y="7"/>
                      <a:pt x="98" y="7"/>
                      <a:pt x="97" y="7"/>
                    </a:cubicBezTo>
                    <a:cubicBezTo>
                      <a:pt x="96" y="8"/>
                      <a:pt x="95" y="8"/>
                      <a:pt x="94" y="8"/>
                    </a:cubicBezTo>
                    <a:cubicBezTo>
                      <a:pt x="92" y="7"/>
                      <a:pt x="92" y="8"/>
                      <a:pt x="90" y="8"/>
                    </a:cubicBezTo>
                    <a:cubicBezTo>
                      <a:pt x="87" y="9"/>
                      <a:pt x="88" y="12"/>
                      <a:pt x="86" y="13"/>
                    </a:cubicBezTo>
                    <a:cubicBezTo>
                      <a:pt x="84" y="15"/>
                      <a:pt x="83" y="18"/>
                      <a:pt x="84" y="20"/>
                    </a:cubicBezTo>
                    <a:cubicBezTo>
                      <a:pt x="86" y="23"/>
                      <a:pt x="81" y="21"/>
                      <a:pt x="80" y="21"/>
                    </a:cubicBezTo>
                    <a:cubicBezTo>
                      <a:pt x="79" y="21"/>
                      <a:pt x="76" y="24"/>
                      <a:pt x="76" y="24"/>
                    </a:cubicBezTo>
                    <a:cubicBezTo>
                      <a:pt x="76" y="24"/>
                      <a:pt x="75" y="19"/>
                      <a:pt x="74" y="18"/>
                    </a:cubicBezTo>
                    <a:cubicBezTo>
                      <a:pt x="74" y="17"/>
                      <a:pt x="73" y="17"/>
                      <a:pt x="72" y="17"/>
                    </a:cubicBezTo>
                    <a:cubicBezTo>
                      <a:pt x="71" y="16"/>
                      <a:pt x="71" y="16"/>
                      <a:pt x="71" y="15"/>
                    </a:cubicBezTo>
                    <a:cubicBezTo>
                      <a:pt x="70" y="14"/>
                      <a:pt x="70" y="16"/>
                      <a:pt x="70" y="17"/>
                    </a:cubicBezTo>
                    <a:cubicBezTo>
                      <a:pt x="69" y="17"/>
                      <a:pt x="68" y="17"/>
                      <a:pt x="68" y="16"/>
                    </a:cubicBezTo>
                    <a:cubicBezTo>
                      <a:pt x="66" y="16"/>
                      <a:pt x="67" y="20"/>
                      <a:pt x="65" y="19"/>
                    </a:cubicBezTo>
                    <a:cubicBezTo>
                      <a:pt x="65" y="19"/>
                      <a:pt x="64" y="18"/>
                      <a:pt x="64" y="18"/>
                    </a:cubicBezTo>
                    <a:cubicBezTo>
                      <a:pt x="63" y="19"/>
                      <a:pt x="63" y="19"/>
                      <a:pt x="63" y="19"/>
                    </a:cubicBezTo>
                    <a:cubicBezTo>
                      <a:pt x="60" y="18"/>
                      <a:pt x="62" y="22"/>
                      <a:pt x="62" y="22"/>
                    </a:cubicBezTo>
                    <a:cubicBezTo>
                      <a:pt x="62" y="22"/>
                      <a:pt x="60" y="22"/>
                      <a:pt x="60" y="22"/>
                    </a:cubicBezTo>
                    <a:cubicBezTo>
                      <a:pt x="60" y="23"/>
                      <a:pt x="61" y="23"/>
                      <a:pt x="61" y="23"/>
                    </a:cubicBezTo>
                    <a:cubicBezTo>
                      <a:pt x="60" y="25"/>
                      <a:pt x="59" y="23"/>
                      <a:pt x="59" y="26"/>
                    </a:cubicBezTo>
                    <a:cubicBezTo>
                      <a:pt x="59" y="27"/>
                      <a:pt x="60" y="27"/>
                      <a:pt x="60" y="28"/>
                    </a:cubicBezTo>
                    <a:cubicBezTo>
                      <a:pt x="60" y="30"/>
                      <a:pt x="53" y="26"/>
                      <a:pt x="53" y="29"/>
                    </a:cubicBezTo>
                    <a:cubicBezTo>
                      <a:pt x="53" y="30"/>
                      <a:pt x="57" y="32"/>
                      <a:pt x="55" y="33"/>
                    </a:cubicBezTo>
                    <a:cubicBezTo>
                      <a:pt x="54" y="33"/>
                      <a:pt x="54" y="32"/>
                      <a:pt x="54" y="33"/>
                    </a:cubicBezTo>
                    <a:cubicBezTo>
                      <a:pt x="53" y="34"/>
                      <a:pt x="53" y="34"/>
                      <a:pt x="52" y="33"/>
                    </a:cubicBezTo>
                    <a:cubicBezTo>
                      <a:pt x="51" y="33"/>
                      <a:pt x="52" y="31"/>
                      <a:pt x="51" y="30"/>
                    </a:cubicBezTo>
                    <a:cubicBezTo>
                      <a:pt x="50" y="28"/>
                      <a:pt x="48" y="32"/>
                      <a:pt x="47" y="33"/>
                    </a:cubicBezTo>
                    <a:cubicBezTo>
                      <a:pt x="47" y="34"/>
                      <a:pt x="46" y="35"/>
                      <a:pt x="46" y="36"/>
                    </a:cubicBezTo>
                    <a:cubicBezTo>
                      <a:pt x="46" y="36"/>
                      <a:pt x="47" y="37"/>
                      <a:pt x="47" y="38"/>
                    </a:cubicBezTo>
                    <a:cubicBezTo>
                      <a:pt x="47" y="38"/>
                      <a:pt x="45" y="40"/>
                      <a:pt x="44" y="41"/>
                    </a:cubicBezTo>
                    <a:cubicBezTo>
                      <a:pt x="41" y="44"/>
                      <a:pt x="38" y="46"/>
                      <a:pt x="34" y="47"/>
                    </a:cubicBezTo>
                    <a:cubicBezTo>
                      <a:pt x="31" y="47"/>
                      <a:pt x="28" y="49"/>
                      <a:pt x="24" y="50"/>
                    </a:cubicBezTo>
                    <a:cubicBezTo>
                      <a:pt x="21" y="51"/>
                      <a:pt x="18" y="51"/>
                      <a:pt x="15" y="53"/>
                    </a:cubicBezTo>
                    <a:cubicBezTo>
                      <a:pt x="13" y="55"/>
                      <a:pt x="12" y="55"/>
                      <a:pt x="10" y="56"/>
                    </a:cubicBezTo>
                    <a:cubicBezTo>
                      <a:pt x="9" y="57"/>
                      <a:pt x="7" y="60"/>
                      <a:pt x="7" y="60"/>
                    </a:cubicBezTo>
                    <a:cubicBezTo>
                      <a:pt x="6" y="60"/>
                      <a:pt x="7" y="57"/>
                      <a:pt x="7" y="56"/>
                    </a:cubicBezTo>
                    <a:cubicBezTo>
                      <a:pt x="5" y="56"/>
                      <a:pt x="4" y="61"/>
                      <a:pt x="4" y="61"/>
                    </a:cubicBezTo>
                    <a:cubicBezTo>
                      <a:pt x="5" y="64"/>
                      <a:pt x="3" y="65"/>
                      <a:pt x="3" y="68"/>
                    </a:cubicBezTo>
                    <a:cubicBezTo>
                      <a:pt x="3" y="69"/>
                      <a:pt x="8" y="80"/>
                      <a:pt x="6" y="81"/>
                    </a:cubicBezTo>
                    <a:cubicBezTo>
                      <a:pt x="6" y="81"/>
                      <a:pt x="3" y="77"/>
                      <a:pt x="3" y="77"/>
                    </a:cubicBezTo>
                    <a:cubicBezTo>
                      <a:pt x="3" y="78"/>
                      <a:pt x="6" y="81"/>
                      <a:pt x="4" y="82"/>
                    </a:cubicBezTo>
                    <a:cubicBezTo>
                      <a:pt x="2" y="82"/>
                      <a:pt x="2" y="77"/>
                      <a:pt x="0" y="77"/>
                    </a:cubicBezTo>
                    <a:cubicBezTo>
                      <a:pt x="0" y="77"/>
                      <a:pt x="6" y="85"/>
                      <a:pt x="6" y="86"/>
                    </a:cubicBezTo>
                    <a:cubicBezTo>
                      <a:pt x="7" y="87"/>
                      <a:pt x="6" y="89"/>
                      <a:pt x="7" y="91"/>
                    </a:cubicBezTo>
                    <a:cubicBezTo>
                      <a:pt x="8" y="93"/>
                      <a:pt x="9" y="94"/>
                      <a:pt x="10" y="96"/>
                    </a:cubicBezTo>
                    <a:cubicBezTo>
                      <a:pt x="11" y="97"/>
                      <a:pt x="11" y="100"/>
                      <a:pt x="11" y="101"/>
                    </a:cubicBezTo>
                    <a:cubicBezTo>
                      <a:pt x="11" y="103"/>
                      <a:pt x="12" y="105"/>
                      <a:pt x="13" y="106"/>
                    </a:cubicBezTo>
                    <a:cubicBezTo>
                      <a:pt x="14" y="109"/>
                      <a:pt x="14" y="110"/>
                      <a:pt x="14" y="113"/>
                    </a:cubicBezTo>
                    <a:cubicBezTo>
                      <a:pt x="14" y="114"/>
                      <a:pt x="14" y="119"/>
                      <a:pt x="14" y="119"/>
                    </a:cubicBezTo>
                    <a:cubicBezTo>
                      <a:pt x="13" y="120"/>
                      <a:pt x="12" y="120"/>
                      <a:pt x="11" y="121"/>
                    </a:cubicBezTo>
                    <a:cubicBezTo>
                      <a:pt x="10" y="124"/>
                      <a:pt x="12" y="124"/>
                      <a:pt x="13" y="125"/>
                    </a:cubicBezTo>
                    <a:cubicBezTo>
                      <a:pt x="17" y="127"/>
                      <a:pt x="20" y="129"/>
                      <a:pt x="25" y="128"/>
                    </a:cubicBezTo>
                    <a:cubicBezTo>
                      <a:pt x="27" y="127"/>
                      <a:pt x="29" y="126"/>
                      <a:pt x="30" y="125"/>
                    </a:cubicBezTo>
                    <a:cubicBezTo>
                      <a:pt x="33" y="124"/>
                      <a:pt x="32" y="125"/>
                      <a:pt x="33" y="123"/>
                    </a:cubicBezTo>
                    <a:cubicBezTo>
                      <a:pt x="35" y="121"/>
                      <a:pt x="42" y="121"/>
                      <a:pt x="44" y="122"/>
                    </a:cubicBezTo>
                    <a:cubicBezTo>
                      <a:pt x="47" y="122"/>
                      <a:pt x="52" y="124"/>
                      <a:pt x="54" y="121"/>
                    </a:cubicBezTo>
                    <a:cubicBezTo>
                      <a:pt x="55" y="120"/>
                      <a:pt x="55" y="118"/>
                      <a:pt x="57" y="117"/>
                    </a:cubicBezTo>
                    <a:cubicBezTo>
                      <a:pt x="59" y="116"/>
                      <a:pt x="61" y="115"/>
                      <a:pt x="63" y="114"/>
                    </a:cubicBezTo>
                    <a:cubicBezTo>
                      <a:pt x="66" y="112"/>
                      <a:pt x="70" y="114"/>
                      <a:pt x="73" y="112"/>
                    </a:cubicBezTo>
                    <a:cubicBezTo>
                      <a:pt x="78" y="110"/>
                      <a:pt x="82" y="110"/>
                      <a:pt x="88" y="109"/>
                    </a:cubicBezTo>
                    <a:cubicBezTo>
                      <a:pt x="89" y="109"/>
                      <a:pt x="90" y="108"/>
                      <a:pt x="92" y="108"/>
                    </a:cubicBezTo>
                    <a:cubicBezTo>
                      <a:pt x="93" y="109"/>
                      <a:pt x="95" y="110"/>
                      <a:pt x="96" y="111"/>
                    </a:cubicBezTo>
                    <a:cubicBezTo>
                      <a:pt x="97" y="111"/>
                      <a:pt x="107" y="113"/>
                      <a:pt x="107" y="114"/>
                    </a:cubicBezTo>
                    <a:cubicBezTo>
                      <a:pt x="106" y="115"/>
                      <a:pt x="105" y="118"/>
                      <a:pt x="107" y="117"/>
                    </a:cubicBezTo>
                    <a:cubicBezTo>
                      <a:pt x="108" y="117"/>
                      <a:pt x="110" y="120"/>
                      <a:pt x="111" y="121"/>
                    </a:cubicBezTo>
                    <a:cubicBezTo>
                      <a:pt x="112" y="122"/>
                      <a:pt x="112" y="123"/>
                      <a:pt x="112" y="125"/>
                    </a:cubicBezTo>
                    <a:cubicBezTo>
                      <a:pt x="113" y="126"/>
                      <a:pt x="115" y="128"/>
                      <a:pt x="115" y="128"/>
                    </a:cubicBezTo>
                    <a:cubicBezTo>
                      <a:pt x="115" y="127"/>
                      <a:pt x="114" y="126"/>
                      <a:pt x="116" y="125"/>
                    </a:cubicBezTo>
                    <a:cubicBezTo>
                      <a:pt x="117" y="124"/>
                      <a:pt x="118" y="123"/>
                      <a:pt x="120" y="122"/>
                    </a:cubicBezTo>
                    <a:cubicBezTo>
                      <a:pt x="121" y="121"/>
                      <a:pt x="126" y="116"/>
                      <a:pt x="125" y="115"/>
                    </a:cubicBezTo>
                    <a:cubicBezTo>
                      <a:pt x="126" y="117"/>
                      <a:pt x="125" y="118"/>
                      <a:pt x="125" y="120"/>
                    </a:cubicBezTo>
                    <a:cubicBezTo>
                      <a:pt x="126" y="121"/>
                      <a:pt x="124" y="122"/>
                      <a:pt x="124" y="122"/>
                    </a:cubicBezTo>
                    <a:cubicBezTo>
                      <a:pt x="123" y="124"/>
                      <a:pt x="123" y="125"/>
                      <a:pt x="123" y="126"/>
                    </a:cubicBezTo>
                    <a:cubicBezTo>
                      <a:pt x="123" y="128"/>
                      <a:pt x="119" y="129"/>
                      <a:pt x="122" y="129"/>
                    </a:cubicBezTo>
                    <a:cubicBezTo>
                      <a:pt x="126" y="129"/>
                      <a:pt x="124" y="125"/>
                      <a:pt x="125" y="123"/>
                    </a:cubicBezTo>
                    <a:cubicBezTo>
                      <a:pt x="125" y="123"/>
                      <a:pt x="129" y="127"/>
                      <a:pt x="128" y="129"/>
                    </a:cubicBezTo>
                    <a:cubicBezTo>
                      <a:pt x="125" y="133"/>
                      <a:pt x="129" y="130"/>
                      <a:pt x="131" y="132"/>
                    </a:cubicBezTo>
                    <a:cubicBezTo>
                      <a:pt x="134" y="135"/>
                      <a:pt x="134" y="136"/>
                      <a:pt x="134" y="139"/>
                    </a:cubicBezTo>
                    <a:cubicBezTo>
                      <a:pt x="133" y="142"/>
                      <a:pt x="137" y="145"/>
                      <a:pt x="139" y="145"/>
                    </a:cubicBezTo>
                    <a:cubicBezTo>
                      <a:pt x="141" y="146"/>
                      <a:pt x="143" y="147"/>
                      <a:pt x="145" y="147"/>
                    </a:cubicBezTo>
                    <a:cubicBezTo>
                      <a:pt x="147" y="147"/>
                      <a:pt x="151" y="152"/>
                      <a:pt x="153" y="151"/>
                    </a:cubicBezTo>
                    <a:cubicBezTo>
                      <a:pt x="155" y="150"/>
                      <a:pt x="157" y="149"/>
                      <a:pt x="158" y="147"/>
                    </a:cubicBezTo>
                    <a:cubicBezTo>
                      <a:pt x="158" y="147"/>
                      <a:pt x="160" y="144"/>
                      <a:pt x="161" y="145"/>
                    </a:cubicBezTo>
                    <a:cubicBezTo>
                      <a:pt x="161" y="146"/>
                      <a:pt x="159" y="147"/>
                      <a:pt x="160" y="148"/>
                    </a:cubicBezTo>
                    <a:cubicBezTo>
                      <a:pt x="161" y="149"/>
                      <a:pt x="161" y="146"/>
                      <a:pt x="162" y="146"/>
                    </a:cubicBezTo>
                    <a:cubicBezTo>
                      <a:pt x="162" y="146"/>
                      <a:pt x="164" y="149"/>
                      <a:pt x="165" y="149"/>
                    </a:cubicBezTo>
                    <a:cubicBezTo>
                      <a:pt x="165" y="150"/>
                      <a:pt x="167" y="152"/>
                      <a:pt x="168" y="152"/>
                    </a:cubicBezTo>
                    <a:cubicBezTo>
                      <a:pt x="167" y="152"/>
                      <a:pt x="170" y="149"/>
                      <a:pt x="170" y="149"/>
                    </a:cubicBezTo>
                    <a:cubicBezTo>
                      <a:pt x="172" y="148"/>
                      <a:pt x="173" y="146"/>
                      <a:pt x="174" y="145"/>
                    </a:cubicBezTo>
                    <a:cubicBezTo>
                      <a:pt x="177" y="144"/>
                      <a:pt x="185" y="146"/>
                      <a:pt x="185" y="142"/>
                    </a:cubicBezTo>
                    <a:cubicBezTo>
                      <a:pt x="186" y="137"/>
                      <a:pt x="187" y="134"/>
                      <a:pt x="188" y="130"/>
                    </a:cubicBezTo>
                    <a:cubicBezTo>
                      <a:pt x="190" y="126"/>
                      <a:pt x="191" y="122"/>
                      <a:pt x="194" y="118"/>
                    </a:cubicBezTo>
                    <a:cubicBezTo>
                      <a:pt x="195" y="117"/>
                      <a:pt x="197" y="116"/>
                      <a:pt x="198" y="114"/>
                    </a:cubicBezTo>
                    <a:cubicBezTo>
                      <a:pt x="198" y="113"/>
                      <a:pt x="198" y="113"/>
                      <a:pt x="198" y="112"/>
                    </a:cubicBezTo>
                    <a:cubicBezTo>
                      <a:pt x="199" y="111"/>
                      <a:pt x="200" y="110"/>
                      <a:pt x="200" y="108"/>
                    </a:cubicBezTo>
                    <a:cubicBezTo>
                      <a:pt x="201" y="106"/>
                      <a:pt x="200" y="104"/>
                      <a:pt x="201" y="102"/>
                    </a:cubicBezTo>
                    <a:cubicBezTo>
                      <a:pt x="201" y="101"/>
                      <a:pt x="202" y="100"/>
                      <a:pt x="202" y="99"/>
                    </a:cubicBezTo>
                    <a:cubicBezTo>
                      <a:pt x="203" y="98"/>
                      <a:pt x="201" y="97"/>
                      <a:pt x="202" y="96"/>
                    </a:cubicBezTo>
                    <a:cubicBezTo>
                      <a:pt x="203" y="95"/>
                      <a:pt x="204" y="92"/>
                      <a:pt x="203" y="91"/>
                    </a:cubicBezTo>
                    <a:cubicBezTo>
                      <a:pt x="203" y="89"/>
                      <a:pt x="202" y="88"/>
                      <a:pt x="202" y="87"/>
                    </a:cubicBezTo>
                    <a:cubicBezTo>
                      <a:pt x="201" y="86"/>
                      <a:pt x="201" y="84"/>
                      <a:pt x="201" y="83"/>
                    </a:cubicBezTo>
                    <a:cubicBezTo>
                      <a:pt x="200" y="79"/>
                      <a:pt x="203" y="77"/>
                      <a:pt x="202" y="73"/>
                    </a:cubicBezTo>
                    <a:cubicBezTo>
                      <a:pt x="202" y="74"/>
                      <a:pt x="201" y="76"/>
                      <a:pt x="200" y="76"/>
                    </a:cubicBezTo>
                    <a:cubicBezTo>
                      <a:pt x="198" y="76"/>
                      <a:pt x="197" y="72"/>
                      <a:pt x="196" y="70"/>
                    </a:cubicBezTo>
                    <a:cubicBezTo>
                      <a:pt x="194" y="67"/>
                      <a:pt x="190" y="67"/>
                      <a:pt x="190" y="62"/>
                    </a:cubicBezTo>
                    <a:cubicBezTo>
                      <a:pt x="189" y="60"/>
                      <a:pt x="188" y="60"/>
                      <a:pt x="187" y="59"/>
                    </a:cubicBezTo>
                    <a:cubicBezTo>
                      <a:pt x="185" y="58"/>
                      <a:pt x="185" y="61"/>
                      <a:pt x="184" y="59"/>
                    </a:cubicBezTo>
                    <a:cubicBezTo>
                      <a:pt x="184" y="56"/>
                      <a:pt x="183" y="55"/>
                      <a:pt x="181" y="53"/>
                    </a:cubicBezTo>
                    <a:cubicBezTo>
                      <a:pt x="181" y="53"/>
                      <a:pt x="180" y="52"/>
                      <a:pt x="180" y="51"/>
                    </a:cubicBezTo>
                    <a:cubicBezTo>
                      <a:pt x="179" y="51"/>
                      <a:pt x="180" y="49"/>
                      <a:pt x="180" y="50"/>
                    </a:cubicBezTo>
                    <a:cubicBezTo>
                      <a:pt x="178" y="48"/>
                      <a:pt x="176" y="47"/>
                      <a:pt x="174" y="46"/>
                    </a:cubicBezTo>
                    <a:cubicBezTo>
                      <a:pt x="172" y="44"/>
                      <a:pt x="169" y="45"/>
                      <a:pt x="168" y="43"/>
                    </a:cubicBezTo>
                    <a:cubicBezTo>
                      <a:pt x="166" y="41"/>
                      <a:pt x="167" y="37"/>
                      <a:pt x="166" y="36"/>
                    </a:cubicBezTo>
                    <a:cubicBezTo>
                      <a:pt x="166" y="34"/>
                      <a:pt x="166" y="32"/>
                      <a:pt x="165" y="31"/>
                    </a:cubicBezTo>
                    <a:cubicBezTo>
                      <a:pt x="164" y="30"/>
                      <a:pt x="163" y="30"/>
                      <a:pt x="163" y="28"/>
                    </a:cubicBezTo>
                    <a:cubicBezTo>
                      <a:pt x="163" y="26"/>
                      <a:pt x="163" y="23"/>
                      <a:pt x="161" y="20"/>
                    </a:cubicBezTo>
                    <a:cubicBezTo>
                      <a:pt x="160" y="20"/>
                      <a:pt x="158" y="17"/>
                      <a:pt x="158" y="18"/>
                    </a:cubicBezTo>
                    <a:cubicBezTo>
                      <a:pt x="156" y="18"/>
                      <a:pt x="156" y="19"/>
                      <a:pt x="155" y="17"/>
                    </a:cubicBezTo>
                    <a:cubicBezTo>
                      <a:pt x="153" y="15"/>
                      <a:pt x="154" y="11"/>
                      <a:pt x="152" y="8"/>
                    </a:cubicBezTo>
                    <a:cubicBezTo>
                      <a:pt x="152" y="7"/>
                      <a:pt x="148" y="0"/>
                      <a:pt x="148" y="0"/>
                    </a:cubicBezTo>
                    <a:cubicBezTo>
                      <a:pt x="147" y="0"/>
                      <a:pt x="147" y="2"/>
                      <a:pt x="147" y="3"/>
                    </a:cubicBezTo>
                    <a:cubicBezTo>
                      <a:pt x="147" y="4"/>
                      <a:pt x="146" y="5"/>
                      <a:pt x="145" y="6"/>
                    </a:cubicBezTo>
                    <a:cubicBezTo>
                      <a:pt x="145" y="6"/>
                      <a:pt x="143" y="8"/>
                      <a:pt x="144" y="9"/>
                    </a:cubicBezTo>
                    <a:cubicBezTo>
                      <a:pt x="144" y="9"/>
                      <a:pt x="146" y="9"/>
                      <a:pt x="145" y="10"/>
                    </a:cubicBezTo>
                    <a:cubicBezTo>
                      <a:pt x="144" y="10"/>
                      <a:pt x="143" y="15"/>
                      <a:pt x="143" y="16"/>
                    </a:cubicBezTo>
                    <a:cubicBezTo>
                      <a:pt x="144" y="18"/>
                      <a:pt x="144" y="20"/>
                      <a:pt x="144" y="22"/>
                    </a:cubicBezTo>
                    <a:cubicBezTo>
                      <a:pt x="143" y="26"/>
                      <a:pt x="143" y="36"/>
                      <a:pt x="137" y="36"/>
                    </a:cubicBezTo>
                    <a:cubicBezTo>
                      <a:pt x="133" y="36"/>
                      <a:pt x="133" y="32"/>
                      <a:pt x="130" y="31"/>
                    </a:cubicBezTo>
                    <a:cubicBezTo>
                      <a:pt x="128" y="30"/>
                      <a:pt x="126" y="30"/>
                      <a:pt x="124" y="28"/>
                    </a:cubicBezTo>
                    <a:cubicBezTo>
                      <a:pt x="123" y="27"/>
                      <a:pt x="112" y="21"/>
                      <a:pt x="113" y="20"/>
                    </a:cubicBezTo>
                    <a:cubicBezTo>
                      <a:pt x="113" y="19"/>
                      <a:pt x="114" y="18"/>
                      <a:pt x="115" y="17"/>
                    </a:cubicBezTo>
                    <a:cubicBezTo>
                      <a:pt x="115" y="16"/>
                      <a:pt x="117" y="16"/>
                      <a:pt x="117" y="15"/>
                    </a:cubicBezTo>
                    <a:cubicBezTo>
                      <a:pt x="117" y="15"/>
                      <a:pt x="116" y="14"/>
                      <a:pt x="116" y="13"/>
                    </a:cubicBezTo>
                    <a:cubicBezTo>
                      <a:pt x="117" y="12"/>
                      <a:pt x="117" y="12"/>
                      <a:pt x="118" y="11"/>
                    </a:cubicBezTo>
                    <a:cubicBezTo>
                      <a:pt x="118" y="10"/>
                      <a:pt x="120" y="9"/>
                      <a:pt x="121" y="8"/>
                    </a:cubicBezTo>
                    <a:cubicBezTo>
                      <a:pt x="121" y="7"/>
                      <a:pt x="119" y="5"/>
                      <a:pt x="118" y="6"/>
                    </a:cubicBezTo>
                    <a:cubicBezTo>
                      <a:pt x="118" y="6"/>
                      <a:pt x="117" y="8"/>
                      <a:pt x="117" y="8"/>
                    </a:cubicBezTo>
                    <a:cubicBezTo>
                      <a:pt x="116" y="7"/>
                      <a:pt x="116" y="7"/>
                      <a:pt x="115" y="6"/>
                    </a:cubicBezTo>
                    <a:cubicBezTo>
                      <a:pt x="115" y="5"/>
                      <a:pt x="113" y="7"/>
                      <a:pt x="112" y="7"/>
                    </a:cubicBezTo>
                    <a:cubicBezTo>
                      <a:pt x="111" y="8"/>
                      <a:pt x="110" y="7"/>
                      <a:pt x="109" y="7"/>
                    </a:cubicBezTo>
                    <a:cubicBezTo>
                      <a:pt x="107" y="6"/>
                      <a:pt x="104" y="5"/>
                      <a:pt x="101" y="4"/>
                    </a:cubicBezTo>
                    <a:cubicBezTo>
                      <a:pt x="99" y="4"/>
                      <a:pt x="103" y="5"/>
                      <a:pt x="101"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29" name="Freeform 404">
                <a:extLst>
                  <a:ext uri="{FF2B5EF4-FFF2-40B4-BE49-F238E27FC236}">
                    <a16:creationId xmlns:a16="http://schemas.microsoft.com/office/drawing/2014/main" id="{B39C3362-D10E-A449-8EBA-5A903C80F399}"/>
                  </a:ext>
                </a:extLst>
              </p:cNvPr>
              <p:cNvSpPr>
                <a:spLocks/>
              </p:cNvSpPr>
              <p:nvPr/>
            </p:nvSpPr>
            <p:spPr bwMode="auto">
              <a:xfrm>
                <a:off x="11416754" y="5927165"/>
                <a:ext cx="372610" cy="563840"/>
              </a:xfrm>
              <a:custGeom>
                <a:avLst/>
                <a:gdLst>
                  <a:gd name="T0" fmla="*/ 7 w 40"/>
                  <a:gd name="T1" fmla="*/ 0 h 60"/>
                  <a:gd name="T2" fmla="*/ 4 w 40"/>
                  <a:gd name="T3" fmla="*/ 3 h 60"/>
                  <a:gd name="T4" fmla="*/ 2 w 40"/>
                  <a:gd name="T5" fmla="*/ 8 h 60"/>
                  <a:gd name="T6" fmla="*/ 5 w 40"/>
                  <a:gd name="T7" fmla="*/ 14 h 60"/>
                  <a:gd name="T8" fmla="*/ 3 w 40"/>
                  <a:gd name="T9" fmla="*/ 18 h 60"/>
                  <a:gd name="T10" fmla="*/ 3 w 40"/>
                  <a:gd name="T11" fmla="*/ 19 h 60"/>
                  <a:gd name="T12" fmla="*/ 2 w 40"/>
                  <a:gd name="T13" fmla="*/ 23 h 60"/>
                  <a:gd name="T14" fmla="*/ 5 w 40"/>
                  <a:gd name="T15" fmla="*/ 23 h 60"/>
                  <a:gd name="T16" fmla="*/ 7 w 40"/>
                  <a:gd name="T17" fmla="*/ 19 h 60"/>
                  <a:gd name="T18" fmla="*/ 7 w 40"/>
                  <a:gd name="T19" fmla="*/ 23 h 60"/>
                  <a:gd name="T20" fmla="*/ 11 w 40"/>
                  <a:gd name="T21" fmla="*/ 27 h 60"/>
                  <a:gd name="T22" fmla="*/ 14 w 40"/>
                  <a:gd name="T23" fmla="*/ 30 h 60"/>
                  <a:gd name="T24" fmla="*/ 16 w 40"/>
                  <a:gd name="T25" fmla="*/ 36 h 60"/>
                  <a:gd name="T26" fmla="*/ 8 w 40"/>
                  <a:gd name="T27" fmla="*/ 39 h 60"/>
                  <a:gd name="T28" fmla="*/ 9 w 40"/>
                  <a:gd name="T29" fmla="*/ 42 h 60"/>
                  <a:gd name="T30" fmla="*/ 5 w 40"/>
                  <a:gd name="T31" fmla="*/ 47 h 60"/>
                  <a:gd name="T32" fmla="*/ 9 w 40"/>
                  <a:gd name="T33" fmla="*/ 48 h 60"/>
                  <a:gd name="T34" fmla="*/ 18 w 40"/>
                  <a:gd name="T35" fmla="*/ 48 h 60"/>
                  <a:gd name="T36" fmla="*/ 10 w 40"/>
                  <a:gd name="T37" fmla="*/ 52 h 60"/>
                  <a:gd name="T38" fmla="*/ 7 w 40"/>
                  <a:gd name="T39" fmla="*/ 55 h 60"/>
                  <a:gd name="T40" fmla="*/ 3 w 40"/>
                  <a:gd name="T41" fmla="*/ 59 h 60"/>
                  <a:gd name="T42" fmla="*/ 5 w 40"/>
                  <a:gd name="T43" fmla="*/ 60 h 60"/>
                  <a:gd name="T44" fmla="*/ 12 w 40"/>
                  <a:gd name="T45" fmla="*/ 57 h 60"/>
                  <a:gd name="T46" fmla="*/ 19 w 40"/>
                  <a:gd name="T47" fmla="*/ 55 h 60"/>
                  <a:gd name="T48" fmla="*/ 27 w 40"/>
                  <a:gd name="T49" fmla="*/ 54 h 60"/>
                  <a:gd name="T50" fmla="*/ 38 w 40"/>
                  <a:gd name="T51" fmla="*/ 51 h 60"/>
                  <a:gd name="T52" fmla="*/ 38 w 40"/>
                  <a:gd name="T53" fmla="*/ 46 h 60"/>
                  <a:gd name="T54" fmla="*/ 32 w 40"/>
                  <a:gd name="T55" fmla="*/ 41 h 60"/>
                  <a:gd name="T56" fmla="*/ 31 w 40"/>
                  <a:gd name="T57" fmla="*/ 36 h 60"/>
                  <a:gd name="T58" fmla="*/ 30 w 40"/>
                  <a:gd name="T59" fmla="*/ 34 h 60"/>
                  <a:gd name="T60" fmla="*/ 23 w 40"/>
                  <a:gd name="T61" fmla="*/ 25 h 60"/>
                  <a:gd name="T62" fmla="*/ 12 w 40"/>
                  <a:gd name="T63" fmla="*/ 18 h 60"/>
                  <a:gd name="T64" fmla="*/ 14 w 40"/>
                  <a:gd name="T65" fmla="*/ 16 h 60"/>
                  <a:gd name="T66" fmla="*/ 21 w 40"/>
                  <a:gd name="T67" fmla="*/ 8 h 60"/>
                  <a:gd name="T68" fmla="*/ 9 w 40"/>
                  <a:gd name="T69" fmla="*/ 7 h 60"/>
                  <a:gd name="T70" fmla="*/ 9 w 40"/>
                  <a:gd name="T71" fmla="*/ 6 h 60"/>
                  <a:gd name="T72" fmla="*/ 15 w 40"/>
                  <a:gd name="T73"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 h="60">
                    <a:moveTo>
                      <a:pt x="15" y="0"/>
                    </a:moveTo>
                    <a:cubicBezTo>
                      <a:pt x="12" y="0"/>
                      <a:pt x="10" y="1"/>
                      <a:pt x="7" y="0"/>
                    </a:cubicBezTo>
                    <a:cubicBezTo>
                      <a:pt x="6" y="0"/>
                      <a:pt x="5" y="0"/>
                      <a:pt x="5" y="1"/>
                    </a:cubicBezTo>
                    <a:cubicBezTo>
                      <a:pt x="6" y="3"/>
                      <a:pt x="5" y="2"/>
                      <a:pt x="4" y="3"/>
                    </a:cubicBezTo>
                    <a:cubicBezTo>
                      <a:pt x="5" y="2"/>
                      <a:pt x="5" y="4"/>
                      <a:pt x="5" y="4"/>
                    </a:cubicBezTo>
                    <a:cubicBezTo>
                      <a:pt x="4" y="6"/>
                      <a:pt x="1" y="5"/>
                      <a:pt x="2" y="8"/>
                    </a:cubicBezTo>
                    <a:cubicBezTo>
                      <a:pt x="4" y="10"/>
                      <a:pt x="3" y="11"/>
                      <a:pt x="2" y="13"/>
                    </a:cubicBezTo>
                    <a:cubicBezTo>
                      <a:pt x="2" y="15"/>
                      <a:pt x="4" y="15"/>
                      <a:pt x="5" y="14"/>
                    </a:cubicBezTo>
                    <a:cubicBezTo>
                      <a:pt x="4" y="15"/>
                      <a:pt x="5" y="15"/>
                      <a:pt x="5" y="16"/>
                    </a:cubicBezTo>
                    <a:cubicBezTo>
                      <a:pt x="5" y="15"/>
                      <a:pt x="3" y="18"/>
                      <a:pt x="3" y="18"/>
                    </a:cubicBezTo>
                    <a:cubicBezTo>
                      <a:pt x="2" y="18"/>
                      <a:pt x="0" y="18"/>
                      <a:pt x="0" y="20"/>
                    </a:cubicBezTo>
                    <a:cubicBezTo>
                      <a:pt x="1" y="20"/>
                      <a:pt x="2" y="18"/>
                      <a:pt x="3" y="19"/>
                    </a:cubicBezTo>
                    <a:cubicBezTo>
                      <a:pt x="3" y="20"/>
                      <a:pt x="3" y="21"/>
                      <a:pt x="3" y="21"/>
                    </a:cubicBezTo>
                    <a:cubicBezTo>
                      <a:pt x="2" y="22"/>
                      <a:pt x="2" y="23"/>
                      <a:pt x="2" y="23"/>
                    </a:cubicBezTo>
                    <a:cubicBezTo>
                      <a:pt x="2" y="24"/>
                      <a:pt x="3" y="22"/>
                      <a:pt x="4" y="22"/>
                    </a:cubicBezTo>
                    <a:cubicBezTo>
                      <a:pt x="4" y="21"/>
                      <a:pt x="5" y="23"/>
                      <a:pt x="5" y="23"/>
                    </a:cubicBezTo>
                    <a:cubicBezTo>
                      <a:pt x="6" y="23"/>
                      <a:pt x="5" y="19"/>
                      <a:pt x="4" y="19"/>
                    </a:cubicBezTo>
                    <a:cubicBezTo>
                      <a:pt x="5" y="19"/>
                      <a:pt x="7" y="20"/>
                      <a:pt x="7" y="19"/>
                    </a:cubicBezTo>
                    <a:cubicBezTo>
                      <a:pt x="7" y="19"/>
                      <a:pt x="6" y="20"/>
                      <a:pt x="6" y="20"/>
                    </a:cubicBezTo>
                    <a:cubicBezTo>
                      <a:pt x="6" y="21"/>
                      <a:pt x="7" y="22"/>
                      <a:pt x="7" y="23"/>
                    </a:cubicBezTo>
                    <a:cubicBezTo>
                      <a:pt x="7" y="24"/>
                      <a:pt x="4" y="27"/>
                      <a:pt x="7" y="27"/>
                    </a:cubicBezTo>
                    <a:cubicBezTo>
                      <a:pt x="7" y="27"/>
                      <a:pt x="10" y="27"/>
                      <a:pt x="11" y="27"/>
                    </a:cubicBezTo>
                    <a:cubicBezTo>
                      <a:pt x="12" y="26"/>
                      <a:pt x="15" y="26"/>
                      <a:pt x="15" y="26"/>
                    </a:cubicBezTo>
                    <a:cubicBezTo>
                      <a:pt x="14" y="28"/>
                      <a:pt x="13" y="28"/>
                      <a:pt x="14" y="30"/>
                    </a:cubicBezTo>
                    <a:cubicBezTo>
                      <a:pt x="15" y="33"/>
                      <a:pt x="15" y="31"/>
                      <a:pt x="16" y="32"/>
                    </a:cubicBezTo>
                    <a:cubicBezTo>
                      <a:pt x="16" y="33"/>
                      <a:pt x="15" y="35"/>
                      <a:pt x="16" y="36"/>
                    </a:cubicBezTo>
                    <a:cubicBezTo>
                      <a:pt x="17" y="38"/>
                      <a:pt x="14" y="38"/>
                      <a:pt x="13" y="38"/>
                    </a:cubicBezTo>
                    <a:cubicBezTo>
                      <a:pt x="11" y="39"/>
                      <a:pt x="10" y="37"/>
                      <a:pt x="8" y="39"/>
                    </a:cubicBezTo>
                    <a:cubicBezTo>
                      <a:pt x="7" y="41"/>
                      <a:pt x="12" y="40"/>
                      <a:pt x="11" y="41"/>
                    </a:cubicBezTo>
                    <a:cubicBezTo>
                      <a:pt x="11" y="41"/>
                      <a:pt x="9" y="42"/>
                      <a:pt x="9" y="42"/>
                    </a:cubicBezTo>
                    <a:cubicBezTo>
                      <a:pt x="9" y="43"/>
                      <a:pt x="10" y="43"/>
                      <a:pt x="9" y="44"/>
                    </a:cubicBezTo>
                    <a:cubicBezTo>
                      <a:pt x="8" y="45"/>
                      <a:pt x="7" y="46"/>
                      <a:pt x="5" y="47"/>
                    </a:cubicBezTo>
                    <a:cubicBezTo>
                      <a:pt x="4" y="48"/>
                      <a:pt x="6" y="49"/>
                      <a:pt x="6" y="49"/>
                    </a:cubicBezTo>
                    <a:cubicBezTo>
                      <a:pt x="7" y="49"/>
                      <a:pt x="9" y="48"/>
                      <a:pt x="9" y="48"/>
                    </a:cubicBezTo>
                    <a:cubicBezTo>
                      <a:pt x="9" y="49"/>
                      <a:pt x="12" y="49"/>
                      <a:pt x="13" y="50"/>
                    </a:cubicBezTo>
                    <a:cubicBezTo>
                      <a:pt x="15" y="50"/>
                      <a:pt x="17" y="48"/>
                      <a:pt x="18" y="48"/>
                    </a:cubicBezTo>
                    <a:cubicBezTo>
                      <a:pt x="18" y="48"/>
                      <a:pt x="16" y="53"/>
                      <a:pt x="13" y="52"/>
                    </a:cubicBezTo>
                    <a:cubicBezTo>
                      <a:pt x="12" y="51"/>
                      <a:pt x="11" y="52"/>
                      <a:pt x="10" y="52"/>
                    </a:cubicBezTo>
                    <a:cubicBezTo>
                      <a:pt x="8" y="52"/>
                      <a:pt x="9" y="51"/>
                      <a:pt x="8" y="51"/>
                    </a:cubicBezTo>
                    <a:cubicBezTo>
                      <a:pt x="8" y="51"/>
                      <a:pt x="8" y="54"/>
                      <a:pt x="7" y="55"/>
                    </a:cubicBezTo>
                    <a:cubicBezTo>
                      <a:pt x="7" y="55"/>
                      <a:pt x="6" y="56"/>
                      <a:pt x="5" y="57"/>
                    </a:cubicBezTo>
                    <a:cubicBezTo>
                      <a:pt x="5" y="57"/>
                      <a:pt x="3" y="58"/>
                      <a:pt x="3" y="59"/>
                    </a:cubicBezTo>
                    <a:cubicBezTo>
                      <a:pt x="3" y="59"/>
                      <a:pt x="5" y="59"/>
                      <a:pt x="5" y="59"/>
                    </a:cubicBezTo>
                    <a:cubicBezTo>
                      <a:pt x="5" y="59"/>
                      <a:pt x="4" y="59"/>
                      <a:pt x="5" y="60"/>
                    </a:cubicBezTo>
                    <a:cubicBezTo>
                      <a:pt x="5" y="60"/>
                      <a:pt x="7" y="57"/>
                      <a:pt x="8" y="57"/>
                    </a:cubicBezTo>
                    <a:cubicBezTo>
                      <a:pt x="9" y="57"/>
                      <a:pt x="11" y="58"/>
                      <a:pt x="12" y="57"/>
                    </a:cubicBezTo>
                    <a:cubicBezTo>
                      <a:pt x="14" y="57"/>
                      <a:pt x="13" y="55"/>
                      <a:pt x="15" y="55"/>
                    </a:cubicBezTo>
                    <a:cubicBezTo>
                      <a:pt x="16" y="54"/>
                      <a:pt x="17" y="55"/>
                      <a:pt x="19" y="55"/>
                    </a:cubicBezTo>
                    <a:cubicBezTo>
                      <a:pt x="20" y="56"/>
                      <a:pt x="21" y="54"/>
                      <a:pt x="23" y="55"/>
                    </a:cubicBezTo>
                    <a:cubicBezTo>
                      <a:pt x="24" y="56"/>
                      <a:pt x="26" y="55"/>
                      <a:pt x="27" y="54"/>
                    </a:cubicBezTo>
                    <a:cubicBezTo>
                      <a:pt x="29" y="54"/>
                      <a:pt x="32" y="54"/>
                      <a:pt x="34" y="54"/>
                    </a:cubicBezTo>
                    <a:cubicBezTo>
                      <a:pt x="34" y="54"/>
                      <a:pt x="38" y="51"/>
                      <a:pt x="38" y="51"/>
                    </a:cubicBezTo>
                    <a:cubicBezTo>
                      <a:pt x="37" y="50"/>
                      <a:pt x="33" y="51"/>
                      <a:pt x="33" y="50"/>
                    </a:cubicBezTo>
                    <a:cubicBezTo>
                      <a:pt x="33" y="49"/>
                      <a:pt x="37" y="46"/>
                      <a:pt x="38" y="46"/>
                    </a:cubicBezTo>
                    <a:cubicBezTo>
                      <a:pt x="39" y="44"/>
                      <a:pt x="40" y="40"/>
                      <a:pt x="36" y="40"/>
                    </a:cubicBezTo>
                    <a:cubicBezTo>
                      <a:pt x="35" y="40"/>
                      <a:pt x="33" y="41"/>
                      <a:pt x="32" y="41"/>
                    </a:cubicBezTo>
                    <a:cubicBezTo>
                      <a:pt x="30" y="40"/>
                      <a:pt x="32" y="40"/>
                      <a:pt x="32" y="39"/>
                    </a:cubicBezTo>
                    <a:cubicBezTo>
                      <a:pt x="32" y="38"/>
                      <a:pt x="32" y="37"/>
                      <a:pt x="31" y="36"/>
                    </a:cubicBezTo>
                    <a:cubicBezTo>
                      <a:pt x="31" y="36"/>
                      <a:pt x="27" y="35"/>
                      <a:pt x="28" y="34"/>
                    </a:cubicBezTo>
                    <a:cubicBezTo>
                      <a:pt x="28" y="34"/>
                      <a:pt x="30" y="35"/>
                      <a:pt x="30" y="34"/>
                    </a:cubicBezTo>
                    <a:cubicBezTo>
                      <a:pt x="31" y="33"/>
                      <a:pt x="30" y="32"/>
                      <a:pt x="29" y="31"/>
                    </a:cubicBezTo>
                    <a:cubicBezTo>
                      <a:pt x="26" y="29"/>
                      <a:pt x="25" y="29"/>
                      <a:pt x="23" y="25"/>
                    </a:cubicBezTo>
                    <a:cubicBezTo>
                      <a:pt x="22" y="23"/>
                      <a:pt x="21" y="21"/>
                      <a:pt x="18" y="19"/>
                    </a:cubicBezTo>
                    <a:cubicBezTo>
                      <a:pt x="17" y="18"/>
                      <a:pt x="13" y="20"/>
                      <a:pt x="12" y="18"/>
                    </a:cubicBezTo>
                    <a:cubicBezTo>
                      <a:pt x="12" y="18"/>
                      <a:pt x="18" y="17"/>
                      <a:pt x="17" y="16"/>
                    </a:cubicBezTo>
                    <a:cubicBezTo>
                      <a:pt x="17" y="16"/>
                      <a:pt x="15" y="17"/>
                      <a:pt x="14" y="16"/>
                    </a:cubicBezTo>
                    <a:cubicBezTo>
                      <a:pt x="14" y="16"/>
                      <a:pt x="18" y="15"/>
                      <a:pt x="18" y="15"/>
                    </a:cubicBezTo>
                    <a:cubicBezTo>
                      <a:pt x="19" y="14"/>
                      <a:pt x="22" y="9"/>
                      <a:pt x="21" y="8"/>
                    </a:cubicBezTo>
                    <a:cubicBezTo>
                      <a:pt x="20" y="6"/>
                      <a:pt x="17" y="6"/>
                      <a:pt x="15" y="6"/>
                    </a:cubicBezTo>
                    <a:cubicBezTo>
                      <a:pt x="14" y="7"/>
                      <a:pt x="9" y="7"/>
                      <a:pt x="9" y="7"/>
                    </a:cubicBezTo>
                    <a:cubicBezTo>
                      <a:pt x="9" y="7"/>
                      <a:pt x="11" y="6"/>
                      <a:pt x="11" y="6"/>
                    </a:cubicBezTo>
                    <a:cubicBezTo>
                      <a:pt x="11" y="6"/>
                      <a:pt x="9" y="5"/>
                      <a:pt x="9" y="6"/>
                    </a:cubicBezTo>
                    <a:cubicBezTo>
                      <a:pt x="9" y="5"/>
                      <a:pt x="18" y="1"/>
                      <a:pt x="15" y="0"/>
                    </a:cubicBezTo>
                    <a:cubicBezTo>
                      <a:pt x="14" y="0"/>
                      <a:pt x="17" y="1"/>
                      <a:pt x="15"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0" name="Freeform 405">
                <a:extLst>
                  <a:ext uri="{FF2B5EF4-FFF2-40B4-BE49-F238E27FC236}">
                    <a16:creationId xmlns:a16="http://schemas.microsoft.com/office/drawing/2014/main" id="{57C3D42E-4CBD-7841-889C-56E9BF209E39}"/>
                  </a:ext>
                </a:extLst>
              </p:cNvPr>
              <p:cNvSpPr>
                <a:spLocks/>
              </p:cNvSpPr>
              <p:nvPr/>
            </p:nvSpPr>
            <p:spPr bwMode="auto">
              <a:xfrm>
                <a:off x="10566434" y="5337841"/>
                <a:ext cx="503186" cy="245289"/>
              </a:xfrm>
              <a:custGeom>
                <a:avLst/>
                <a:gdLst>
                  <a:gd name="T0" fmla="*/ 53 w 54"/>
                  <a:gd name="T1" fmla="*/ 10 h 26"/>
                  <a:gd name="T2" fmla="*/ 49 w 54"/>
                  <a:gd name="T3" fmla="*/ 9 h 26"/>
                  <a:gd name="T4" fmla="*/ 50 w 54"/>
                  <a:gd name="T5" fmla="*/ 8 h 26"/>
                  <a:gd name="T6" fmla="*/ 48 w 54"/>
                  <a:gd name="T7" fmla="*/ 7 h 26"/>
                  <a:gd name="T8" fmla="*/ 49 w 54"/>
                  <a:gd name="T9" fmla="*/ 6 h 26"/>
                  <a:gd name="T10" fmla="*/ 46 w 54"/>
                  <a:gd name="T11" fmla="*/ 5 h 26"/>
                  <a:gd name="T12" fmla="*/ 48 w 54"/>
                  <a:gd name="T13" fmla="*/ 3 h 26"/>
                  <a:gd name="T14" fmla="*/ 43 w 54"/>
                  <a:gd name="T15" fmla="*/ 3 h 26"/>
                  <a:gd name="T16" fmla="*/ 39 w 54"/>
                  <a:gd name="T17" fmla="*/ 1 h 26"/>
                  <a:gd name="T18" fmla="*/ 39 w 54"/>
                  <a:gd name="T19" fmla="*/ 4 h 26"/>
                  <a:gd name="T20" fmla="*/ 36 w 54"/>
                  <a:gd name="T21" fmla="*/ 5 h 26"/>
                  <a:gd name="T22" fmla="*/ 32 w 54"/>
                  <a:gd name="T23" fmla="*/ 5 h 26"/>
                  <a:gd name="T24" fmla="*/ 32 w 54"/>
                  <a:gd name="T25" fmla="*/ 9 h 26"/>
                  <a:gd name="T26" fmla="*/ 26 w 54"/>
                  <a:gd name="T27" fmla="*/ 5 h 26"/>
                  <a:gd name="T28" fmla="*/ 25 w 54"/>
                  <a:gd name="T29" fmla="*/ 8 h 26"/>
                  <a:gd name="T30" fmla="*/ 21 w 54"/>
                  <a:gd name="T31" fmla="*/ 5 h 26"/>
                  <a:gd name="T32" fmla="*/ 21 w 54"/>
                  <a:gd name="T33" fmla="*/ 9 h 26"/>
                  <a:gd name="T34" fmla="*/ 19 w 54"/>
                  <a:gd name="T35" fmla="*/ 9 h 26"/>
                  <a:gd name="T36" fmla="*/ 17 w 54"/>
                  <a:gd name="T37" fmla="*/ 12 h 26"/>
                  <a:gd name="T38" fmla="*/ 14 w 54"/>
                  <a:gd name="T39" fmla="*/ 8 h 26"/>
                  <a:gd name="T40" fmla="*/ 16 w 54"/>
                  <a:gd name="T41" fmla="*/ 8 h 26"/>
                  <a:gd name="T42" fmla="*/ 14 w 54"/>
                  <a:gd name="T43" fmla="*/ 5 h 26"/>
                  <a:gd name="T44" fmla="*/ 7 w 54"/>
                  <a:gd name="T45" fmla="*/ 2 h 26"/>
                  <a:gd name="T46" fmla="*/ 9 w 54"/>
                  <a:gd name="T47" fmla="*/ 4 h 26"/>
                  <a:gd name="T48" fmla="*/ 8 w 54"/>
                  <a:gd name="T49" fmla="*/ 4 h 26"/>
                  <a:gd name="T50" fmla="*/ 10 w 54"/>
                  <a:gd name="T51" fmla="*/ 8 h 26"/>
                  <a:gd name="T52" fmla="*/ 5 w 54"/>
                  <a:gd name="T53" fmla="*/ 6 h 26"/>
                  <a:gd name="T54" fmla="*/ 3 w 54"/>
                  <a:gd name="T55" fmla="*/ 6 h 26"/>
                  <a:gd name="T56" fmla="*/ 5 w 54"/>
                  <a:gd name="T57" fmla="*/ 7 h 26"/>
                  <a:gd name="T58" fmla="*/ 5 w 54"/>
                  <a:gd name="T59" fmla="*/ 8 h 26"/>
                  <a:gd name="T60" fmla="*/ 2 w 54"/>
                  <a:gd name="T61" fmla="*/ 7 h 26"/>
                  <a:gd name="T62" fmla="*/ 1 w 54"/>
                  <a:gd name="T63" fmla="*/ 9 h 26"/>
                  <a:gd name="T64" fmla="*/ 8 w 54"/>
                  <a:gd name="T65" fmla="*/ 10 h 26"/>
                  <a:gd name="T66" fmla="*/ 13 w 54"/>
                  <a:gd name="T67" fmla="*/ 11 h 26"/>
                  <a:gd name="T68" fmla="*/ 11 w 54"/>
                  <a:gd name="T69" fmla="*/ 12 h 26"/>
                  <a:gd name="T70" fmla="*/ 12 w 54"/>
                  <a:gd name="T71" fmla="*/ 13 h 26"/>
                  <a:gd name="T72" fmla="*/ 8 w 54"/>
                  <a:gd name="T73" fmla="*/ 14 h 26"/>
                  <a:gd name="T74" fmla="*/ 3 w 54"/>
                  <a:gd name="T75" fmla="*/ 15 h 26"/>
                  <a:gd name="T76" fmla="*/ 10 w 54"/>
                  <a:gd name="T77" fmla="*/ 16 h 26"/>
                  <a:gd name="T78" fmla="*/ 12 w 54"/>
                  <a:gd name="T79" fmla="*/ 18 h 26"/>
                  <a:gd name="T80" fmla="*/ 15 w 54"/>
                  <a:gd name="T81" fmla="*/ 17 h 26"/>
                  <a:gd name="T82" fmla="*/ 13 w 54"/>
                  <a:gd name="T83" fmla="*/ 18 h 26"/>
                  <a:gd name="T84" fmla="*/ 15 w 54"/>
                  <a:gd name="T85" fmla="*/ 18 h 26"/>
                  <a:gd name="T86" fmla="*/ 10 w 54"/>
                  <a:gd name="T87" fmla="*/ 23 h 26"/>
                  <a:gd name="T88" fmla="*/ 15 w 54"/>
                  <a:gd name="T89" fmla="*/ 23 h 26"/>
                  <a:gd name="T90" fmla="*/ 21 w 54"/>
                  <a:gd name="T91" fmla="*/ 24 h 26"/>
                  <a:gd name="T92" fmla="*/ 20 w 54"/>
                  <a:gd name="T93" fmla="*/ 24 h 26"/>
                  <a:gd name="T94" fmla="*/ 22 w 54"/>
                  <a:gd name="T95" fmla="*/ 25 h 26"/>
                  <a:gd name="T96" fmla="*/ 29 w 54"/>
                  <a:gd name="T97" fmla="*/ 26 h 26"/>
                  <a:gd name="T98" fmla="*/ 33 w 54"/>
                  <a:gd name="T99" fmla="*/ 25 h 26"/>
                  <a:gd name="T100" fmla="*/ 39 w 54"/>
                  <a:gd name="T101" fmla="*/ 23 h 26"/>
                  <a:gd name="T102" fmla="*/ 46 w 54"/>
                  <a:gd name="T103" fmla="*/ 19 h 26"/>
                  <a:gd name="T104" fmla="*/ 52 w 54"/>
                  <a:gd name="T105" fmla="*/ 16 h 26"/>
                  <a:gd name="T106" fmla="*/ 52 w 54"/>
                  <a:gd name="T107" fmla="*/ 14 h 26"/>
                  <a:gd name="T108" fmla="*/ 54 w 54"/>
                  <a:gd name="T109" fmla="*/ 13 h 26"/>
                  <a:gd name="T110" fmla="*/ 52 w 54"/>
                  <a:gd name="T111" fmla="*/ 12 h 26"/>
                  <a:gd name="T112" fmla="*/ 53 w 54"/>
                  <a:gd name="T113" fmla="*/ 10 h 26"/>
                  <a:gd name="T114" fmla="*/ 53 w 54"/>
                  <a:gd name="T115"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26">
                    <a:moveTo>
                      <a:pt x="53" y="10"/>
                    </a:moveTo>
                    <a:cubicBezTo>
                      <a:pt x="53" y="10"/>
                      <a:pt x="49" y="9"/>
                      <a:pt x="49" y="9"/>
                    </a:cubicBezTo>
                    <a:cubicBezTo>
                      <a:pt x="49" y="9"/>
                      <a:pt x="50" y="8"/>
                      <a:pt x="50" y="8"/>
                    </a:cubicBezTo>
                    <a:cubicBezTo>
                      <a:pt x="49" y="8"/>
                      <a:pt x="47" y="8"/>
                      <a:pt x="48" y="7"/>
                    </a:cubicBezTo>
                    <a:cubicBezTo>
                      <a:pt x="48" y="7"/>
                      <a:pt x="49" y="6"/>
                      <a:pt x="49" y="6"/>
                    </a:cubicBezTo>
                    <a:cubicBezTo>
                      <a:pt x="48" y="5"/>
                      <a:pt x="46" y="5"/>
                      <a:pt x="46" y="5"/>
                    </a:cubicBezTo>
                    <a:cubicBezTo>
                      <a:pt x="46" y="4"/>
                      <a:pt x="48" y="3"/>
                      <a:pt x="48" y="3"/>
                    </a:cubicBezTo>
                    <a:cubicBezTo>
                      <a:pt x="48" y="3"/>
                      <a:pt x="44" y="4"/>
                      <a:pt x="43" y="3"/>
                    </a:cubicBezTo>
                    <a:cubicBezTo>
                      <a:pt x="42" y="2"/>
                      <a:pt x="41" y="1"/>
                      <a:pt x="39" y="1"/>
                    </a:cubicBezTo>
                    <a:cubicBezTo>
                      <a:pt x="38" y="1"/>
                      <a:pt x="40" y="3"/>
                      <a:pt x="39" y="4"/>
                    </a:cubicBezTo>
                    <a:cubicBezTo>
                      <a:pt x="38" y="5"/>
                      <a:pt x="37" y="4"/>
                      <a:pt x="36" y="5"/>
                    </a:cubicBezTo>
                    <a:cubicBezTo>
                      <a:pt x="35" y="6"/>
                      <a:pt x="34" y="5"/>
                      <a:pt x="32" y="5"/>
                    </a:cubicBezTo>
                    <a:cubicBezTo>
                      <a:pt x="30" y="4"/>
                      <a:pt x="33" y="8"/>
                      <a:pt x="32" y="9"/>
                    </a:cubicBezTo>
                    <a:cubicBezTo>
                      <a:pt x="32" y="9"/>
                      <a:pt x="28" y="2"/>
                      <a:pt x="26" y="5"/>
                    </a:cubicBezTo>
                    <a:cubicBezTo>
                      <a:pt x="25" y="5"/>
                      <a:pt x="26" y="7"/>
                      <a:pt x="25" y="8"/>
                    </a:cubicBezTo>
                    <a:cubicBezTo>
                      <a:pt x="25" y="9"/>
                      <a:pt x="22" y="5"/>
                      <a:pt x="21" y="5"/>
                    </a:cubicBezTo>
                    <a:cubicBezTo>
                      <a:pt x="20" y="5"/>
                      <a:pt x="23" y="9"/>
                      <a:pt x="21" y="9"/>
                    </a:cubicBezTo>
                    <a:cubicBezTo>
                      <a:pt x="20" y="9"/>
                      <a:pt x="20" y="9"/>
                      <a:pt x="19" y="9"/>
                    </a:cubicBezTo>
                    <a:cubicBezTo>
                      <a:pt x="18" y="9"/>
                      <a:pt x="17" y="11"/>
                      <a:pt x="17" y="12"/>
                    </a:cubicBezTo>
                    <a:cubicBezTo>
                      <a:pt x="17" y="11"/>
                      <a:pt x="14" y="9"/>
                      <a:pt x="14" y="8"/>
                    </a:cubicBezTo>
                    <a:cubicBezTo>
                      <a:pt x="14" y="8"/>
                      <a:pt x="16" y="8"/>
                      <a:pt x="16" y="8"/>
                    </a:cubicBezTo>
                    <a:cubicBezTo>
                      <a:pt x="16" y="7"/>
                      <a:pt x="14" y="5"/>
                      <a:pt x="14" y="5"/>
                    </a:cubicBezTo>
                    <a:cubicBezTo>
                      <a:pt x="13" y="5"/>
                      <a:pt x="8" y="0"/>
                      <a:pt x="7" y="2"/>
                    </a:cubicBezTo>
                    <a:cubicBezTo>
                      <a:pt x="7" y="3"/>
                      <a:pt x="10" y="3"/>
                      <a:pt x="9" y="4"/>
                    </a:cubicBezTo>
                    <a:cubicBezTo>
                      <a:pt x="9" y="4"/>
                      <a:pt x="9" y="4"/>
                      <a:pt x="8" y="4"/>
                    </a:cubicBezTo>
                    <a:cubicBezTo>
                      <a:pt x="10" y="3"/>
                      <a:pt x="11" y="7"/>
                      <a:pt x="10" y="8"/>
                    </a:cubicBezTo>
                    <a:cubicBezTo>
                      <a:pt x="10" y="8"/>
                      <a:pt x="2" y="1"/>
                      <a:pt x="5" y="6"/>
                    </a:cubicBezTo>
                    <a:cubicBezTo>
                      <a:pt x="5" y="6"/>
                      <a:pt x="3" y="6"/>
                      <a:pt x="3" y="6"/>
                    </a:cubicBezTo>
                    <a:cubicBezTo>
                      <a:pt x="3" y="7"/>
                      <a:pt x="5" y="7"/>
                      <a:pt x="5" y="7"/>
                    </a:cubicBezTo>
                    <a:cubicBezTo>
                      <a:pt x="5" y="6"/>
                      <a:pt x="5" y="8"/>
                      <a:pt x="5" y="8"/>
                    </a:cubicBezTo>
                    <a:cubicBezTo>
                      <a:pt x="5" y="8"/>
                      <a:pt x="3" y="7"/>
                      <a:pt x="2" y="7"/>
                    </a:cubicBezTo>
                    <a:cubicBezTo>
                      <a:pt x="3" y="7"/>
                      <a:pt x="0" y="10"/>
                      <a:pt x="1" y="9"/>
                    </a:cubicBezTo>
                    <a:cubicBezTo>
                      <a:pt x="0" y="11"/>
                      <a:pt x="8" y="10"/>
                      <a:pt x="8" y="10"/>
                    </a:cubicBezTo>
                    <a:cubicBezTo>
                      <a:pt x="9" y="10"/>
                      <a:pt x="13" y="11"/>
                      <a:pt x="13" y="11"/>
                    </a:cubicBezTo>
                    <a:cubicBezTo>
                      <a:pt x="12" y="11"/>
                      <a:pt x="11" y="11"/>
                      <a:pt x="11" y="12"/>
                    </a:cubicBezTo>
                    <a:cubicBezTo>
                      <a:pt x="11" y="12"/>
                      <a:pt x="12" y="13"/>
                      <a:pt x="12" y="13"/>
                    </a:cubicBezTo>
                    <a:cubicBezTo>
                      <a:pt x="11" y="14"/>
                      <a:pt x="9" y="14"/>
                      <a:pt x="8" y="14"/>
                    </a:cubicBezTo>
                    <a:cubicBezTo>
                      <a:pt x="8" y="14"/>
                      <a:pt x="2" y="15"/>
                      <a:pt x="3" y="15"/>
                    </a:cubicBezTo>
                    <a:cubicBezTo>
                      <a:pt x="5" y="16"/>
                      <a:pt x="8" y="15"/>
                      <a:pt x="10" y="16"/>
                    </a:cubicBezTo>
                    <a:cubicBezTo>
                      <a:pt x="11" y="17"/>
                      <a:pt x="11" y="18"/>
                      <a:pt x="12" y="18"/>
                    </a:cubicBezTo>
                    <a:cubicBezTo>
                      <a:pt x="12" y="18"/>
                      <a:pt x="14" y="17"/>
                      <a:pt x="15" y="17"/>
                    </a:cubicBezTo>
                    <a:cubicBezTo>
                      <a:pt x="14" y="17"/>
                      <a:pt x="13" y="18"/>
                      <a:pt x="13" y="18"/>
                    </a:cubicBezTo>
                    <a:cubicBezTo>
                      <a:pt x="13" y="19"/>
                      <a:pt x="15" y="18"/>
                      <a:pt x="15" y="18"/>
                    </a:cubicBezTo>
                    <a:cubicBezTo>
                      <a:pt x="16" y="19"/>
                      <a:pt x="8" y="23"/>
                      <a:pt x="10" y="23"/>
                    </a:cubicBezTo>
                    <a:cubicBezTo>
                      <a:pt x="12" y="24"/>
                      <a:pt x="14" y="23"/>
                      <a:pt x="15" y="23"/>
                    </a:cubicBezTo>
                    <a:cubicBezTo>
                      <a:pt x="17" y="23"/>
                      <a:pt x="19" y="23"/>
                      <a:pt x="21" y="24"/>
                    </a:cubicBezTo>
                    <a:cubicBezTo>
                      <a:pt x="20" y="23"/>
                      <a:pt x="20" y="24"/>
                      <a:pt x="20" y="24"/>
                    </a:cubicBezTo>
                    <a:cubicBezTo>
                      <a:pt x="21" y="25"/>
                      <a:pt x="22" y="25"/>
                      <a:pt x="22" y="25"/>
                    </a:cubicBezTo>
                    <a:cubicBezTo>
                      <a:pt x="24" y="26"/>
                      <a:pt x="27" y="26"/>
                      <a:pt x="29" y="26"/>
                    </a:cubicBezTo>
                    <a:cubicBezTo>
                      <a:pt x="31" y="26"/>
                      <a:pt x="31" y="25"/>
                      <a:pt x="33" y="25"/>
                    </a:cubicBezTo>
                    <a:cubicBezTo>
                      <a:pt x="35" y="24"/>
                      <a:pt x="37" y="24"/>
                      <a:pt x="39" y="23"/>
                    </a:cubicBezTo>
                    <a:cubicBezTo>
                      <a:pt x="42" y="21"/>
                      <a:pt x="43" y="20"/>
                      <a:pt x="46" y="19"/>
                    </a:cubicBezTo>
                    <a:cubicBezTo>
                      <a:pt x="48" y="19"/>
                      <a:pt x="49" y="16"/>
                      <a:pt x="52" y="16"/>
                    </a:cubicBezTo>
                    <a:cubicBezTo>
                      <a:pt x="52" y="15"/>
                      <a:pt x="53" y="15"/>
                      <a:pt x="52" y="14"/>
                    </a:cubicBezTo>
                    <a:cubicBezTo>
                      <a:pt x="51" y="13"/>
                      <a:pt x="53" y="13"/>
                      <a:pt x="54" y="13"/>
                    </a:cubicBezTo>
                    <a:cubicBezTo>
                      <a:pt x="54" y="13"/>
                      <a:pt x="52" y="12"/>
                      <a:pt x="52" y="12"/>
                    </a:cubicBezTo>
                    <a:cubicBezTo>
                      <a:pt x="52" y="11"/>
                      <a:pt x="54" y="10"/>
                      <a:pt x="53" y="10"/>
                    </a:cubicBezTo>
                    <a:cubicBezTo>
                      <a:pt x="51" y="9"/>
                      <a:pt x="54" y="10"/>
                      <a:pt x="53"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1" name="Freeform 406">
                <a:extLst>
                  <a:ext uri="{FF2B5EF4-FFF2-40B4-BE49-F238E27FC236}">
                    <a16:creationId xmlns:a16="http://schemas.microsoft.com/office/drawing/2014/main" id="{3C2DAA39-840D-174C-BC2A-4D3AA29AEE05}"/>
                  </a:ext>
                </a:extLst>
              </p:cNvPr>
              <p:cNvSpPr>
                <a:spLocks/>
              </p:cNvSpPr>
              <p:nvPr/>
            </p:nvSpPr>
            <p:spPr bwMode="auto">
              <a:xfrm>
                <a:off x="14085545" y="4439516"/>
                <a:ext cx="840765" cy="579771"/>
              </a:xfrm>
              <a:custGeom>
                <a:avLst/>
                <a:gdLst>
                  <a:gd name="T0" fmla="*/ 77 w 90"/>
                  <a:gd name="T1" fmla="*/ 2 h 62"/>
                  <a:gd name="T2" fmla="*/ 66 w 90"/>
                  <a:gd name="T3" fmla="*/ 6 h 62"/>
                  <a:gd name="T4" fmla="*/ 51 w 90"/>
                  <a:gd name="T5" fmla="*/ 8 h 62"/>
                  <a:gd name="T6" fmla="*/ 48 w 90"/>
                  <a:gd name="T7" fmla="*/ 9 h 62"/>
                  <a:gd name="T8" fmla="*/ 39 w 90"/>
                  <a:gd name="T9" fmla="*/ 11 h 62"/>
                  <a:gd name="T10" fmla="*/ 32 w 90"/>
                  <a:gd name="T11" fmla="*/ 14 h 62"/>
                  <a:gd name="T12" fmla="*/ 26 w 90"/>
                  <a:gd name="T13" fmla="*/ 19 h 62"/>
                  <a:gd name="T14" fmla="*/ 26 w 90"/>
                  <a:gd name="T15" fmla="*/ 21 h 62"/>
                  <a:gd name="T16" fmla="*/ 27 w 90"/>
                  <a:gd name="T17" fmla="*/ 23 h 62"/>
                  <a:gd name="T18" fmla="*/ 23 w 90"/>
                  <a:gd name="T19" fmla="*/ 25 h 62"/>
                  <a:gd name="T20" fmla="*/ 21 w 90"/>
                  <a:gd name="T21" fmla="*/ 28 h 62"/>
                  <a:gd name="T22" fmla="*/ 21 w 90"/>
                  <a:gd name="T23" fmla="*/ 29 h 62"/>
                  <a:gd name="T24" fmla="*/ 14 w 90"/>
                  <a:gd name="T25" fmla="*/ 31 h 62"/>
                  <a:gd name="T26" fmla="*/ 19 w 90"/>
                  <a:gd name="T27" fmla="*/ 34 h 62"/>
                  <a:gd name="T28" fmla="*/ 9 w 90"/>
                  <a:gd name="T29" fmla="*/ 38 h 62"/>
                  <a:gd name="T30" fmla="*/ 6 w 90"/>
                  <a:gd name="T31" fmla="*/ 41 h 62"/>
                  <a:gd name="T32" fmla="*/ 5 w 90"/>
                  <a:gd name="T33" fmla="*/ 47 h 62"/>
                  <a:gd name="T34" fmla="*/ 4 w 90"/>
                  <a:gd name="T35" fmla="*/ 53 h 62"/>
                  <a:gd name="T36" fmla="*/ 12 w 90"/>
                  <a:gd name="T37" fmla="*/ 55 h 62"/>
                  <a:gd name="T38" fmla="*/ 12 w 90"/>
                  <a:gd name="T39" fmla="*/ 56 h 62"/>
                  <a:gd name="T40" fmla="*/ 16 w 90"/>
                  <a:gd name="T41" fmla="*/ 62 h 62"/>
                  <a:gd name="T42" fmla="*/ 26 w 90"/>
                  <a:gd name="T43" fmla="*/ 61 h 62"/>
                  <a:gd name="T44" fmla="*/ 26 w 90"/>
                  <a:gd name="T45" fmla="*/ 59 h 62"/>
                  <a:gd name="T46" fmla="*/ 20 w 90"/>
                  <a:gd name="T47" fmla="*/ 48 h 62"/>
                  <a:gd name="T48" fmla="*/ 20 w 90"/>
                  <a:gd name="T49" fmla="*/ 42 h 62"/>
                  <a:gd name="T50" fmla="*/ 22 w 90"/>
                  <a:gd name="T51" fmla="*/ 40 h 62"/>
                  <a:gd name="T52" fmla="*/ 21 w 90"/>
                  <a:gd name="T53" fmla="*/ 36 h 62"/>
                  <a:gd name="T54" fmla="*/ 27 w 90"/>
                  <a:gd name="T55" fmla="*/ 34 h 62"/>
                  <a:gd name="T56" fmla="*/ 27 w 90"/>
                  <a:gd name="T57" fmla="*/ 32 h 62"/>
                  <a:gd name="T58" fmla="*/ 32 w 90"/>
                  <a:gd name="T59" fmla="*/ 31 h 62"/>
                  <a:gd name="T60" fmla="*/ 35 w 90"/>
                  <a:gd name="T61" fmla="*/ 29 h 62"/>
                  <a:gd name="T62" fmla="*/ 35 w 90"/>
                  <a:gd name="T63" fmla="*/ 26 h 62"/>
                  <a:gd name="T64" fmla="*/ 42 w 90"/>
                  <a:gd name="T65" fmla="*/ 24 h 62"/>
                  <a:gd name="T66" fmla="*/ 45 w 90"/>
                  <a:gd name="T67" fmla="*/ 22 h 62"/>
                  <a:gd name="T68" fmla="*/ 58 w 90"/>
                  <a:gd name="T69" fmla="*/ 15 h 62"/>
                  <a:gd name="T70" fmla="*/ 81 w 90"/>
                  <a:gd name="T71" fmla="*/ 8 h 62"/>
                  <a:gd name="T72" fmla="*/ 84 w 90"/>
                  <a:gd name="T73"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0" h="62">
                    <a:moveTo>
                      <a:pt x="84" y="1"/>
                    </a:moveTo>
                    <a:cubicBezTo>
                      <a:pt x="81" y="1"/>
                      <a:pt x="80" y="0"/>
                      <a:pt x="77" y="2"/>
                    </a:cubicBezTo>
                    <a:cubicBezTo>
                      <a:pt x="76" y="2"/>
                      <a:pt x="72" y="3"/>
                      <a:pt x="73" y="4"/>
                    </a:cubicBezTo>
                    <a:cubicBezTo>
                      <a:pt x="72" y="4"/>
                      <a:pt x="68" y="6"/>
                      <a:pt x="66" y="6"/>
                    </a:cubicBezTo>
                    <a:cubicBezTo>
                      <a:pt x="64" y="6"/>
                      <a:pt x="61" y="7"/>
                      <a:pt x="59" y="8"/>
                    </a:cubicBezTo>
                    <a:cubicBezTo>
                      <a:pt x="56" y="8"/>
                      <a:pt x="54" y="8"/>
                      <a:pt x="51" y="8"/>
                    </a:cubicBezTo>
                    <a:cubicBezTo>
                      <a:pt x="51" y="8"/>
                      <a:pt x="45" y="8"/>
                      <a:pt x="46" y="9"/>
                    </a:cubicBezTo>
                    <a:cubicBezTo>
                      <a:pt x="46" y="9"/>
                      <a:pt x="48" y="9"/>
                      <a:pt x="48" y="9"/>
                    </a:cubicBezTo>
                    <a:cubicBezTo>
                      <a:pt x="47" y="10"/>
                      <a:pt x="45" y="10"/>
                      <a:pt x="44" y="11"/>
                    </a:cubicBezTo>
                    <a:cubicBezTo>
                      <a:pt x="43" y="11"/>
                      <a:pt x="41" y="11"/>
                      <a:pt x="39" y="11"/>
                    </a:cubicBezTo>
                    <a:cubicBezTo>
                      <a:pt x="38" y="11"/>
                      <a:pt x="38" y="11"/>
                      <a:pt x="36" y="12"/>
                    </a:cubicBezTo>
                    <a:cubicBezTo>
                      <a:pt x="35" y="15"/>
                      <a:pt x="34" y="14"/>
                      <a:pt x="32" y="14"/>
                    </a:cubicBezTo>
                    <a:cubicBezTo>
                      <a:pt x="30" y="15"/>
                      <a:pt x="31" y="17"/>
                      <a:pt x="28" y="17"/>
                    </a:cubicBezTo>
                    <a:cubicBezTo>
                      <a:pt x="26" y="17"/>
                      <a:pt x="27" y="19"/>
                      <a:pt x="26" y="19"/>
                    </a:cubicBezTo>
                    <a:cubicBezTo>
                      <a:pt x="25" y="20"/>
                      <a:pt x="22" y="18"/>
                      <a:pt x="23" y="19"/>
                    </a:cubicBezTo>
                    <a:cubicBezTo>
                      <a:pt x="23" y="20"/>
                      <a:pt x="26" y="21"/>
                      <a:pt x="26" y="21"/>
                    </a:cubicBezTo>
                    <a:cubicBezTo>
                      <a:pt x="26" y="21"/>
                      <a:pt x="22" y="22"/>
                      <a:pt x="22" y="22"/>
                    </a:cubicBezTo>
                    <a:cubicBezTo>
                      <a:pt x="22" y="23"/>
                      <a:pt x="27" y="23"/>
                      <a:pt x="27" y="23"/>
                    </a:cubicBezTo>
                    <a:cubicBezTo>
                      <a:pt x="27" y="24"/>
                      <a:pt x="20" y="24"/>
                      <a:pt x="21" y="25"/>
                    </a:cubicBezTo>
                    <a:cubicBezTo>
                      <a:pt x="21" y="24"/>
                      <a:pt x="23" y="25"/>
                      <a:pt x="23" y="25"/>
                    </a:cubicBezTo>
                    <a:cubicBezTo>
                      <a:pt x="21" y="26"/>
                      <a:pt x="20" y="25"/>
                      <a:pt x="20" y="26"/>
                    </a:cubicBezTo>
                    <a:cubicBezTo>
                      <a:pt x="19" y="27"/>
                      <a:pt x="21" y="28"/>
                      <a:pt x="21" y="28"/>
                    </a:cubicBezTo>
                    <a:cubicBezTo>
                      <a:pt x="20" y="28"/>
                      <a:pt x="19" y="28"/>
                      <a:pt x="18" y="28"/>
                    </a:cubicBezTo>
                    <a:cubicBezTo>
                      <a:pt x="18" y="28"/>
                      <a:pt x="20" y="29"/>
                      <a:pt x="21" y="29"/>
                    </a:cubicBezTo>
                    <a:cubicBezTo>
                      <a:pt x="19" y="29"/>
                      <a:pt x="18" y="29"/>
                      <a:pt x="17" y="30"/>
                    </a:cubicBezTo>
                    <a:cubicBezTo>
                      <a:pt x="16" y="31"/>
                      <a:pt x="15" y="31"/>
                      <a:pt x="14" y="31"/>
                    </a:cubicBezTo>
                    <a:cubicBezTo>
                      <a:pt x="12" y="32"/>
                      <a:pt x="12" y="33"/>
                      <a:pt x="14" y="33"/>
                    </a:cubicBezTo>
                    <a:cubicBezTo>
                      <a:pt x="15" y="33"/>
                      <a:pt x="18" y="34"/>
                      <a:pt x="19" y="34"/>
                    </a:cubicBezTo>
                    <a:cubicBezTo>
                      <a:pt x="17" y="35"/>
                      <a:pt x="15" y="33"/>
                      <a:pt x="15" y="36"/>
                    </a:cubicBezTo>
                    <a:cubicBezTo>
                      <a:pt x="15" y="37"/>
                      <a:pt x="10" y="37"/>
                      <a:pt x="9" y="38"/>
                    </a:cubicBezTo>
                    <a:cubicBezTo>
                      <a:pt x="8" y="39"/>
                      <a:pt x="9" y="39"/>
                      <a:pt x="9" y="40"/>
                    </a:cubicBezTo>
                    <a:cubicBezTo>
                      <a:pt x="9" y="40"/>
                      <a:pt x="6" y="41"/>
                      <a:pt x="6" y="41"/>
                    </a:cubicBezTo>
                    <a:cubicBezTo>
                      <a:pt x="2" y="42"/>
                      <a:pt x="7" y="42"/>
                      <a:pt x="7" y="43"/>
                    </a:cubicBezTo>
                    <a:cubicBezTo>
                      <a:pt x="8" y="44"/>
                      <a:pt x="5" y="47"/>
                      <a:pt x="5" y="47"/>
                    </a:cubicBezTo>
                    <a:cubicBezTo>
                      <a:pt x="3" y="49"/>
                      <a:pt x="0" y="47"/>
                      <a:pt x="0" y="51"/>
                    </a:cubicBezTo>
                    <a:cubicBezTo>
                      <a:pt x="0" y="55"/>
                      <a:pt x="2" y="53"/>
                      <a:pt x="4" y="53"/>
                    </a:cubicBezTo>
                    <a:cubicBezTo>
                      <a:pt x="6" y="54"/>
                      <a:pt x="7" y="55"/>
                      <a:pt x="9" y="54"/>
                    </a:cubicBezTo>
                    <a:cubicBezTo>
                      <a:pt x="9" y="54"/>
                      <a:pt x="11" y="56"/>
                      <a:pt x="12" y="55"/>
                    </a:cubicBezTo>
                    <a:cubicBezTo>
                      <a:pt x="12" y="55"/>
                      <a:pt x="10" y="55"/>
                      <a:pt x="10" y="56"/>
                    </a:cubicBezTo>
                    <a:cubicBezTo>
                      <a:pt x="11" y="56"/>
                      <a:pt x="12" y="56"/>
                      <a:pt x="12" y="56"/>
                    </a:cubicBezTo>
                    <a:cubicBezTo>
                      <a:pt x="12" y="56"/>
                      <a:pt x="10" y="60"/>
                      <a:pt x="10" y="60"/>
                    </a:cubicBezTo>
                    <a:cubicBezTo>
                      <a:pt x="12" y="61"/>
                      <a:pt x="14" y="61"/>
                      <a:pt x="16" y="62"/>
                    </a:cubicBezTo>
                    <a:cubicBezTo>
                      <a:pt x="19" y="62"/>
                      <a:pt x="20" y="62"/>
                      <a:pt x="23" y="62"/>
                    </a:cubicBezTo>
                    <a:cubicBezTo>
                      <a:pt x="24" y="61"/>
                      <a:pt x="25" y="61"/>
                      <a:pt x="26" y="61"/>
                    </a:cubicBezTo>
                    <a:cubicBezTo>
                      <a:pt x="27" y="62"/>
                      <a:pt x="28" y="62"/>
                      <a:pt x="30" y="62"/>
                    </a:cubicBezTo>
                    <a:cubicBezTo>
                      <a:pt x="31" y="62"/>
                      <a:pt x="27" y="59"/>
                      <a:pt x="26" y="59"/>
                    </a:cubicBezTo>
                    <a:cubicBezTo>
                      <a:pt x="24" y="57"/>
                      <a:pt x="23" y="55"/>
                      <a:pt x="22" y="53"/>
                    </a:cubicBezTo>
                    <a:cubicBezTo>
                      <a:pt x="20" y="51"/>
                      <a:pt x="21" y="50"/>
                      <a:pt x="20" y="48"/>
                    </a:cubicBezTo>
                    <a:cubicBezTo>
                      <a:pt x="19" y="45"/>
                      <a:pt x="18" y="45"/>
                      <a:pt x="20" y="43"/>
                    </a:cubicBezTo>
                    <a:cubicBezTo>
                      <a:pt x="21" y="43"/>
                      <a:pt x="20" y="43"/>
                      <a:pt x="20" y="42"/>
                    </a:cubicBezTo>
                    <a:cubicBezTo>
                      <a:pt x="21" y="41"/>
                      <a:pt x="24" y="42"/>
                      <a:pt x="24" y="41"/>
                    </a:cubicBezTo>
                    <a:cubicBezTo>
                      <a:pt x="24" y="41"/>
                      <a:pt x="22" y="40"/>
                      <a:pt x="22" y="40"/>
                    </a:cubicBezTo>
                    <a:cubicBezTo>
                      <a:pt x="23" y="39"/>
                      <a:pt x="26" y="40"/>
                      <a:pt x="26" y="39"/>
                    </a:cubicBezTo>
                    <a:cubicBezTo>
                      <a:pt x="26" y="38"/>
                      <a:pt x="21" y="37"/>
                      <a:pt x="21" y="36"/>
                    </a:cubicBezTo>
                    <a:cubicBezTo>
                      <a:pt x="21" y="36"/>
                      <a:pt x="29" y="37"/>
                      <a:pt x="29" y="37"/>
                    </a:cubicBezTo>
                    <a:cubicBezTo>
                      <a:pt x="29" y="36"/>
                      <a:pt x="27" y="35"/>
                      <a:pt x="27" y="34"/>
                    </a:cubicBezTo>
                    <a:cubicBezTo>
                      <a:pt x="27" y="33"/>
                      <a:pt x="30" y="35"/>
                      <a:pt x="31" y="34"/>
                    </a:cubicBezTo>
                    <a:cubicBezTo>
                      <a:pt x="31" y="33"/>
                      <a:pt x="27" y="31"/>
                      <a:pt x="27" y="32"/>
                    </a:cubicBezTo>
                    <a:cubicBezTo>
                      <a:pt x="27" y="31"/>
                      <a:pt x="31" y="33"/>
                      <a:pt x="32" y="32"/>
                    </a:cubicBezTo>
                    <a:cubicBezTo>
                      <a:pt x="32" y="32"/>
                      <a:pt x="33" y="31"/>
                      <a:pt x="32" y="31"/>
                    </a:cubicBezTo>
                    <a:cubicBezTo>
                      <a:pt x="32" y="31"/>
                      <a:pt x="30" y="29"/>
                      <a:pt x="30" y="29"/>
                    </a:cubicBezTo>
                    <a:cubicBezTo>
                      <a:pt x="32" y="29"/>
                      <a:pt x="33" y="30"/>
                      <a:pt x="35" y="29"/>
                    </a:cubicBezTo>
                    <a:cubicBezTo>
                      <a:pt x="35" y="28"/>
                      <a:pt x="37" y="27"/>
                      <a:pt x="37" y="27"/>
                    </a:cubicBezTo>
                    <a:cubicBezTo>
                      <a:pt x="37" y="26"/>
                      <a:pt x="35" y="26"/>
                      <a:pt x="35" y="26"/>
                    </a:cubicBezTo>
                    <a:cubicBezTo>
                      <a:pt x="36" y="26"/>
                      <a:pt x="39" y="26"/>
                      <a:pt x="39" y="24"/>
                    </a:cubicBezTo>
                    <a:cubicBezTo>
                      <a:pt x="39" y="22"/>
                      <a:pt x="41" y="25"/>
                      <a:pt x="42" y="24"/>
                    </a:cubicBezTo>
                    <a:cubicBezTo>
                      <a:pt x="42" y="24"/>
                      <a:pt x="41" y="23"/>
                      <a:pt x="41" y="23"/>
                    </a:cubicBezTo>
                    <a:cubicBezTo>
                      <a:pt x="42" y="22"/>
                      <a:pt x="45" y="23"/>
                      <a:pt x="45" y="22"/>
                    </a:cubicBezTo>
                    <a:cubicBezTo>
                      <a:pt x="46" y="21"/>
                      <a:pt x="45" y="20"/>
                      <a:pt x="44" y="20"/>
                    </a:cubicBezTo>
                    <a:cubicBezTo>
                      <a:pt x="49" y="18"/>
                      <a:pt x="53" y="16"/>
                      <a:pt x="58" y="15"/>
                    </a:cubicBezTo>
                    <a:cubicBezTo>
                      <a:pt x="61" y="14"/>
                      <a:pt x="65" y="13"/>
                      <a:pt x="68" y="12"/>
                    </a:cubicBezTo>
                    <a:cubicBezTo>
                      <a:pt x="73" y="11"/>
                      <a:pt x="77" y="10"/>
                      <a:pt x="81" y="8"/>
                    </a:cubicBezTo>
                    <a:cubicBezTo>
                      <a:pt x="83" y="8"/>
                      <a:pt x="86" y="6"/>
                      <a:pt x="88" y="4"/>
                    </a:cubicBezTo>
                    <a:cubicBezTo>
                      <a:pt x="90" y="2"/>
                      <a:pt x="86" y="1"/>
                      <a:pt x="84" y="1"/>
                    </a:cubicBezTo>
                    <a:cubicBezTo>
                      <a:pt x="82" y="1"/>
                      <a:pt x="86" y="1"/>
                      <a:pt x="84"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2" name="Freeform 407">
                <a:extLst>
                  <a:ext uri="{FF2B5EF4-FFF2-40B4-BE49-F238E27FC236}">
                    <a16:creationId xmlns:a16="http://schemas.microsoft.com/office/drawing/2014/main" id="{1A09AC03-21DD-EB4D-81BF-68898A3D5FD6}"/>
                  </a:ext>
                </a:extLst>
              </p:cNvPr>
              <p:cNvSpPr>
                <a:spLocks/>
              </p:cNvSpPr>
              <p:nvPr/>
            </p:nvSpPr>
            <p:spPr bwMode="auto">
              <a:xfrm>
                <a:off x="16241600" y="4197415"/>
                <a:ext cx="299364" cy="149721"/>
              </a:xfrm>
              <a:custGeom>
                <a:avLst/>
                <a:gdLst>
                  <a:gd name="T0" fmla="*/ 16 w 32"/>
                  <a:gd name="T1" fmla="*/ 6 h 16"/>
                  <a:gd name="T2" fmla="*/ 19 w 32"/>
                  <a:gd name="T3" fmla="*/ 1 h 16"/>
                  <a:gd name="T4" fmla="*/ 16 w 32"/>
                  <a:gd name="T5" fmla="*/ 0 h 16"/>
                  <a:gd name="T6" fmla="*/ 15 w 32"/>
                  <a:gd name="T7" fmla="*/ 2 h 16"/>
                  <a:gd name="T8" fmla="*/ 10 w 32"/>
                  <a:gd name="T9" fmla="*/ 2 h 16"/>
                  <a:gd name="T10" fmla="*/ 9 w 32"/>
                  <a:gd name="T11" fmla="*/ 4 h 16"/>
                  <a:gd name="T12" fmla="*/ 12 w 32"/>
                  <a:gd name="T13" fmla="*/ 4 h 16"/>
                  <a:gd name="T14" fmla="*/ 10 w 32"/>
                  <a:gd name="T15" fmla="*/ 8 h 16"/>
                  <a:gd name="T16" fmla="*/ 5 w 32"/>
                  <a:gd name="T17" fmla="*/ 10 h 16"/>
                  <a:gd name="T18" fmla="*/ 1 w 32"/>
                  <a:gd name="T19" fmla="*/ 15 h 16"/>
                  <a:gd name="T20" fmla="*/ 8 w 32"/>
                  <a:gd name="T21" fmla="*/ 15 h 16"/>
                  <a:gd name="T22" fmla="*/ 17 w 32"/>
                  <a:gd name="T23" fmla="*/ 14 h 16"/>
                  <a:gd name="T24" fmla="*/ 28 w 32"/>
                  <a:gd name="T25" fmla="*/ 12 h 16"/>
                  <a:gd name="T26" fmla="*/ 29 w 32"/>
                  <a:gd name="T27" fmla="*/ 7 h 16"/>
                  <a:gd name="T28" fmla="*/ 22 w 32"/>
                  <a:gd name="T29" fmla="*/ 3 h 16"/>
                  <a:gd name="T30" fmla="*/ 16 w 32"/>
                  <a:gd name="T31" fmla="*/ 6 h 16"/>
                  <a:gd name="T32" fmla="*/ 16 w 32"/>
                  <a:gd name="T33"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16">
                    <a:moveTo>
                      <a:pt x="16" y="6"/>
                    </a:moveTo>
                    <a:cubicBezTo>
                      <a:pt x="16" y="6"/>
                      <a:pt x="19" y="2"/>
                      <a:pt x="19" y="1"/>
                    </a:cubicBezTo>
                    <a:cubicBezTo>
                      <a:pt x="18" y="0"/>
                      <a:pt x="17" y="0"/>
                      <a:pt x="16" y="0"/>
                    </a:cubicBezTo>
                    <a:cubicBezTo>
                      <a:pt x="15" y="0"/>
                      <a:pt x="15" y="2"/>
                      <a:pt x="15" y="2"/>
                    </a:cubicBezTo>
                    <a:cubicBezTo>
                      <a:pt x="13" y="2"/>
                      <a:pt x="12" y="0"/>
                      <a:pt x="10" y="2"/>
                    </a:cubicBezTo>
                    <a:cubicBezTo>
                      <a:pt x="10" y="2"/>
                      <a:pt x="8" y="3"/>
                      <a:pt x="9" y="4"/>
                    </a:cubicBezTo>
                    <a:cubicBezTo>
                      <a:pt x="10" y="4"/>
                      <a:pt x="11" y="5"/>
                      <a:pt x="12" y="4"/>
                    </a:cubicBezTo>
                    <a:cubicBezTo>
                      <a:pt x="10" y="5"/>
                      <a:pt x="5" y="6"/>
                      <a:pt x="10" y="8"/>
                    </a:cubicBezTo>
                    <a:cubicBezTo>
                      <a:pt x="7" y="7"/>
                      <a:pt x="6" y="8"/>
                      <a:pt x="5" y="10"/>
                    </a:cubicBezTo>
                    <a:cubicBezTo>
                      <a:pt x="4" y="11"/>
                      <a:pt x="0" y="15"/>
                      <a:pt x="1" y="15"/>
                    </a:cubicBezTo>
                    <a:cubicBezTo>
                      <a:pt x="3" y="16"/>
                      <a:pt x="6" y="16"/>
                      <a:pt x="8" y="15"/>
                    </a:cubicBezTo>
                    <a:cubicBezTo>
                      <a:pt x="11" y="13"/>
                      <a:pt x="14" y="13"/>
                      <a:pt x="17" y="14"/>
                    </a:cubicBezTo>
                    <a:cubicBezTo>
                      <a:pt x="21" y="14"/>
                      <a:pt x="24" y="13"/>
                      <a:pt x="28" y="12"/>
                    </a:cubicBezTo>
                    <a:cubicBezTo>
                      <a:pt x="30" y="11"/>
                      <a:pt x="32" y="8"/>
                      <a:pt x="29" y="7"/>
                    </a:cubicBezTo>
                    <a:cubicBezTo>
                      <a:pt x="27" y="6"/>
                      <a:pt x="24" y="2"/>
                      <a:pt x="22" y="3"/>
                    </a:cubicBezTo>
                    <a:cubicBezTo>
                      <a:pt x="20" y="3"/>
                      <a:pt x="18" y="6"/>
                      <a:pt x="16" y="6"/>
                    </a:cubicBezTo>
                    <a:cubicBezTo>
                      <a:pt x="15" y="6"/>
                      <a:pt x="17" y="6"/>
                      <a:pt x="16"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3" name="Freeform 408">
                <a:extLst>
                  <a:ext uri="{FF2B5EF4-FFF2-40B4-BE49-F238E27FC236}">
                    <a16:creationId xmlns:a16="http://schemas.microsoft.com/office/drawing/2014/main" id="{5AEB5DBB-690D-A945-AA09-669F1109FE40}"/>
                  </a:ext>
                </a:extLst>
              </p:cNvPr>
              <p:cNvSpPr>
                <a:spLocks/>
              </p:cNvSpPr>
              <p:nvPr/>
            </p:nvSpPr>
            <p:spPr bwMode="auto">
              <a:xfrm>
                <a:off x="15999561" y="4111405"/>
                <a:ext cx="280256" cy="149721"/>
              </a:xfrm>
              <a:custGeom>
                <a:avLst/>
                <a:gdLst>
                  <a:gd name="T0" fmla="*/ 26 w 30"/>
                  <a:gd name="T1" fmla="*/ 10 h 16"/>
                  <a:gd name="T2" fmla="*/ 28 w 30"/>
                  <a:gd name="T3" fmla="*/ 7 h 16"/>
                  <a:gd name="T4" fmla="*/ 29 w 30"/>
                  <a:gd name="T5" fmla="*/ 5 h 16"/>
                  <a:gd name="T6" fmla="*/ 26 w 30"/>
                  <a:gd name="T7" fmla="*/ 3 h 16"/>
                  <a:gd name="T8" fmla="*/ 22 w 30"/>
                  <a:gd name="T9" fmla="*/ 3 h 16"/>
                  <a:gd name="T10" fmla="*/ 17 w 30"/>
                  <a:gd name="T11" fmla="*/ 4 h 16"/>
                  <a:gd name="T12" fmla="*/ 18 w 30"/>
                  <a:gd name="T13" fmla="*/ 1 h 16"/>
                  <a:gd name="T14" fmla="*/ 12 w 30"/>
                  <a:gd name="T15" fmla="*/ 1 h 16"/>
                  <a:gd name="T16" fmla="*/ 5 w 30"/>
                  <a:gd name="T17" fmla="*/ 4 h 16"/>
                  <a:gd name="T18" fmla="*/ 7 w 30"/>
                  <a:gd name="T19" fmla="*/ 4 h 16"/>
                  <a:gd name="T20" fmla="*/ 0 w 30"/>
                  <a:gd name="T21" fmla="*/ 8 h 16"/>
                  <a:gd name="T22" fmla="*/ 4 w 30"/>
                  <a:gd name="T23" fmla="*/ 9 h 16"/>
                  <a:gd name="T24" fmla="*/ 7 w 30"/>
                  <a:gd name="T25" fmla="*/ 12 h 16"/>
                  <a:gd name="T26" fmla="*/ 12 w 30"/>
                  <a:gd name="T27" fmla="*/ 13 h 16"/>
                  <a:gd name="T28" fmla="*/ 19 w 30"/>
                  <a:gd name="T29" fmla="*/ 16 h 16"/>
                  <a:gd name="T30" fmla="*/ 28 w 30"/>
                  <a:gd name="T31" fmla="*/ 15 h 16"/>
                  <a:gd name="T32" fmla="*/ 26 w 30"/>
                  <a:gd name="T33" fmla="*/ 10 h 16"/>
                  <a:gd name="T34" fmla="*/ 26 w 30"/>
                  <a:gd name="T35"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16">
                    <a:moveTo>
                      <a:pt x="26" y="10"/>
                    </a:moveTo>
                    <a:cubicBezTo>
                      <a:pt x="29" y="11"/>
                      <a:pt x="27" y="9"/>
                      <a:pt x="28" y="7"/>
                    </a:cubicBezTo>
                    <a:cubicBezTo>
                      <a:pt x="28" y="6"/>
                      <a:pt x="29" y="6"/>
                      <a:pt x="29" y="5"/>
                    </a:cubicBezTo>
                    <a:cubicBezTo>
                      <a:pt x="29" y="4"/>
                      <a:pt x="27" y="3"/>
                      <a:pt x="26" y="3"/>
                    </a:cubicBezTo>
                    <a:cubicBezTo>
                      <a:pt x="25" y="2"/>
                      <a:pt x="23" y="2"/>
                      <a:pt x="22" y="3"/>
                    </a:cubicBezTo>
                    <a:cubicBezTo>
                      <a:pt x="22" y="3"/>
                      <a:pt x="17" y="4"/>
                      <a:pt x="17" y="4"/>
                    </a:cubicBezTo>
                    <a:cubicBezTo>
                      <a:pt x="17" y="4"/>
                      <a:pt x="21" y="2"/>
                      <a:pt x="18" y="1"/>
                    </a:cubicBezTo>
                    <a:cubicBezTo>
                      <a:pt x="16" y="0"/>
                      <a:pt x="14" y="1"/>
                      <a:pt x="12" y="1"/>
                    </a:cubicBezTo>
                    <a:cubicBezTo>
                      <a:pt x="11" y="1"/>
                      <a:pt x="6" y="2"/>
                      <a:pt x="5" y="4"/>
                    </a:cubicBezTo>
                    <a:cubicBezTo>
                      <a:pt x="5" y="4"/>
                      <a:pt x="7" y="4"/>
                      <a:pt x="7" y="4"/>
                    </a:cubicBezTo>
                    <a:cubicBezTo>
                      <a:pt x="7" y="4"/>
                      <a:pt x="0" y="7"/>
                      <a:pt x="0" y="8"/>
                    </a:cubicBezTo>
                    <a:cubicBezTo>
                      <a:pt x="0" y="8"/>
                      <a:pt x="4" y="9"/>
                      <a:pt x="4" y="9"/>
                    </a:cubicBezTo>
                    <a:cubicBezTo>
                      <a:pt x="5" y="9"/>
                      <a:pt x="6" y="11"/>
                      <a:pt x="7" y="12"/>
                    </a:cubicBezTo>
                    <a:cubicBezTo>
                      <a:pt x="9" y="13"/>
                      <a:pt x="10" y="13"/>
                      <a:pt x="12" y="13"/>
                    </a:cubicBezTo>
                    <a:cubicBezTo>
                      <a:pt x="14" y="14"/>
                      <a:pt x="17" y="16"/>
                      <a:pt x="19" y="16"/>
                    </a:cubicBezTo>
                    <a:cubicBezTo>
                      <a:pt x="22" y="16"/>
                      <a:pt x="25" y="16"/>
                      <a:pt x="28" y="15"/>
                    </a:cubicBezTo>
                    <a:cubicBezTo>
                      <a:pt x="30" y="15"/>
                      <a:pt x="26" y="10"/>
                      <a:pt x="26" y="10"/>
                    </a:cubicBezTo>
                    <a:cubicBezTo>
                      <a:pt x="27" y="10"/>
                      <a:pt x="25" y="10"/>
                      <a:pt x="26"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4" name="Freeform 409">
                <a:extLst>
                  <a:ext uri="{FF2B5EF4-FFF2-40B4-BE49-F238E27FC236}">
                    <a16:creationId xmlns:a16="http://schemas.microsoft.com/office/drawing/2014/main" id="{03F16651-985C-894D-91BF-A12F30B992B8}"/>
                  </a:ext>
                </a:extLst>
              </p:cNvPr>
              <p:cNvSpPr>
                <a:spLocks/>
              </p:cNvSpPr>
              <p:nvPr/>
            </p:nvSpPr>
            <p:spPr bwMode="auto">
              <a:xfrm>
                <a:off x="15916758" y="4120960"/>
                <a:ext cx="140127" cy="47785"/>
              </a:xfrm>
              <a:custGeom>
                <a:avLst/>
                <a:gdLst>
                  <a:gd name="T0" fmla="*/ 9 w 15"/>
                  <a:gd name="T1" fmla="*/ 1 h 5"/>
                  <a:gd name="T2" fmla="*/ 4 w 15"/>
                  <a:gd name="T3" fmla="*/ 1 h 5"/>
                  <a:gd name="T4" fmla="*/ 0 w 15"/>
                  <a:gd name="T5" fmla="*/ 1 h 5"/>
                  <a:gd name="T6" fmla="*/ 1 w 15"/>
                  <a:gd name="T7" fmla="*/ 3 h 5"/>
                  <a:gd name="T8" fmla="*/ 6 w 15"/>
                  <a:gd name="T9" fmla="*/ 5 h 5"/>
                  <a:gd name="T10" fmla="*/ 9 w 15"/>
                  <a:gd name="T11" fmla="*/ 1 h 5"/>
                  <a:gd name="T12" fmla="*/ 9 w 15"/>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15" h="5">
                    <a:moveTo>
                      <a:pt x="9" y="1"/>
                    </a:moveTo>
                    <a:cubicBezTo>
                      <a:pt x="8" y="1"/>
                      <a:pt x="6" y="1"/>
                      <a:pt x="4" y="1"/>
                    </a:cubicBezTo>
                    <a:cubicBezTo>
                      <a:pt x="3" y="1"/>
                      <a:pt x="1" y="0"/>
                      <a:pt x="0" y="1"/>
                    </a:cubicBezTo>
                    <a:cubicBezTo>
                      <a:pt x="0" y="1"/>
                      <a:pt x="0" y="3"/>
                      <a:pt x="1" y="3"/>
                    </a:cubicBezTo>
                    <a:cubicBezTo>
                      <a:pt x="3" y="4"/>
                      <a:pt x="4" y="5"/>
                      <a:pt x="6" y="5"/>
                    </a:cubicBezTo>
                    <a:cubicBezTo>
                      <a:pt x="8" y="5"/>
                      <a:pt x="15" y="2"/>
                      <a:pt x="9" y="1"/>
                    </a:cubicBezTo>
                    <a:cubicBezTo>
                      <a:pt x="8" y="1"/>
                      <a:pt x="10" y="2"/>
                      <a:pt x="9"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5" name="Freeform 410">
                <a:extLst>
                  <a:ext uri="{FF2B5EF4-FFF2-40B4-BE49-F238E27FC236}">
                    <a16:creationId xmlns:a16="http://schemas.microsoft.com/office/drawing/2014/main" id="{F7715155-7372-E447-8D08-BC1602345254}"/>
                  </a:ext>
                </a:extLst>
              </p:cNvPr>
              <p:cNvSpPr>
                <a:spLocks/>
              </p:cNvSpPr>
              <p:nvPr/>
            </p:nvSpPr>
            <p:spPr bwMode="auto">
              <a:xfrm>
                <a:off x="15942235" y="3990355"/>
                <a:ext cx="235667" cy="149721"/>
              </a:xfrm>
              <a:custGeom>
                <a:avLst/>
                <a:gdLst>
                  <a:gd name="T0" fmla="*/ 7 w 25"/>
                  <a:gd name="T1" fmla="*/ 15 h 16"/>
                  <a:gd name="T2" fmla="*/ 3 w 25"/>
                  <a:gd name="T3" fmla="*/ 13 h 16"/>
                  <a:gd name="T4" fmla="*/ 4 w 25"/>
                  <a:gd name="T5" fmla="*/ 12 h 16"/>
                  <a:gd name="T6" fmla="*/ 0 w 25"/>
                  <a:gd name="T7" fmla="*/ 12 h 16"/>
                  <a:gd name="T8" fmla="*/ 3 w 25"/>
                  <a:gd name="T9" fmla="*/ 11 h 16"/>
                  <a:gd name="T10" fmla="*/ 2 w 25"/>
                  <a:gd name="T11" fmla="*/ 10 h 16"/>
                  <a:gd name="T12" fmla="*/ 6 w 25"/>
                  <a:gd name="T13" fmla="*/ 6 h 16"/>
                  <a:gd name="T14" fmla="*/ 5 w 25"/>
                  <a:gd name="T15" fmla="*/ 6 h 16"/>
                  <a:gd name="T16" fmla="*/ 11 w 25"/>
                  <a:gd name="T17" fmla="*/ 3 h 16"/>
                  <a:gd name="T18" fmla="*/ 18 w 25"/>
                  <a:gd name="T19" fmla="*/ 0 h 16"/>
                  <a:gd name="T20" fmla="*/ 20 w 25"/>
                  <a:gd name="T21" fmla="*/ 4 h 16"/>
                  <a:gd name="T22" fmla="*/ 25 w 25"/>
                  <a:gd name="T23" fmla="*/ 7 h 16"/>
                  <a:gd name="T24" fmla="*/ 21 w 25"/>
                  <a:gd name="T25" fmla="*/ 9 h 16"/>
                  <a:gd name="T26" fmla="*/ 23 w 25"/>
                  <a:gd name="T27" fmla="*/ 12 h 16"/>
                  <a:gd name="T28" fmla="*/ 19 w 25"/>
                  <a:gd name="T29" fmla="*/ 13 h 16"/>
                  <a:gd name="T30" fmla="*/ 7 w 25"/>
                  <a:gd name="T31" fmla="*/ 15 h 16"/>
                  <a:gd name="T32" fmla="*/ 7 w 25"/>
                  <a:gd name="T33"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16">
                    <a:moveTo>
                      <a:pt x="7" y="15"/>
                    </a:moveTo>
                    <a:cubicBezTo>
                      <a:pt x="6" y="14"/>
                      <a:pt x="4" y="14"/>
                      <a:pt x="3" y="13"/>
                    </a:cubicBezTo>
                    <a:cubicBezTo>
                      <a:pt x="2" y="12"/>
                      <a:pt x="4" y="12"/>
                      <a:pt x="4" y="12"/>
                    </a:cubicBezTo>
                    <a:cubicBezTo>
                      <a:pt x="4" y="12"/>
                      <a:pt x="0" y="13"/>
                      <a:pt x="0" y="12"/>
                    </a:cubicBezTo>
                    <a:cubicBezTo>
                      <a:pt x="0" y="10"/>
                      <a:pt x="3" y="11"/>
                      <a:pt x="3" y="11"/>
                    </a:cubicBezTo>
                    <a:cubicBezTo>
                      <a:pt x="3" y="10"/>
                      <a:pt x="2" y="10"/>
                      <a:pt x="2" y="10"/>
                    </a:cubicBezTo>
                    <a:cubicBezTo>
                      <a:pt x="2" y="10"/>
                      <a:pt x="7" y="7"/>
                      <a:pt x="6" y="6"/>
                    </a:cubicBezTo>
                    <a:cubicBezTo>
                      <a:pt x="6" y="6"/>
                      <a:pt x="5" y="6"/>
                      <a:pt x="5" y="6"/>
                    </a:cubicBezTo>
                    <a:cubicBezTo>
                      <a:pt x="6" y="4"/>
                      <a:pt x="9" y="4"/>
                      <a:pt x="11" y="3"/>
                    </a:cubicBezTo>
                    <a:cubicBezTo>
                      <a:pt x="13" y="2"/>
                      <a:pt x="16" y="1"/>
                      <a:pt x="18" y="0"/>
                    </a:cubicBezTo>
                    <a:cubicBezTo>
                      <a:pt x="18" y="0"/>
                      <a:pt x="19" y="3"/>
                      <a:pt x="20" y="4"/>
                    </a:cubicBezTo>
                    <a:cubicBezTo>
                      <a:pt x="20" y="4"/>
                      <a:pt x="25" y="6"/>
                      <a:pt x="25" y="7"/>
                    </a:cubicBezTo>
                    <a:cubicBezTo>
                      <a:pt x="25" y="8"/>
                      <a:pt x="20" y="7"/>
                      <a:pt x="21" y="9"/>
                    </a:cubicBezTo>
                    <a:cubicBezTo>
                      <a:pt x="21" y="9"/>
                      <a:pt x="23" y="10"/>
                      <a:pt x="23" y="12"/>
                    </a:cubicBezTo>
                    <a:cubicBezTo>
                      <a:pt x="22" y="12"/>
                      <a:pt x="20" y="12"/>
                      <a:pt x="19" y="13"/>
                    </a:cubicBezTo>
                    <a:cubicBezTo>
                      <a:pt x="16" y="14"/>
                      <a:pt x="10" y="16"/>
                      <a:pt x="7" y="15"/>
                    </a:cubicBezTo>
                    <a:cubicBezTo>
                      <a:pt x="6" y="14"/>
                      <a:pt x="9" y="16"/>
                      <a:pt x="7" y="1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6" name="Freeform 411">
                <a:extLst>
                  <a:ext uri="{FF2B5EF4-FFF2-40B4-BE49-F238E27FC236}">
                    <a16:creationId xmlns:a16="http://schemas.microsoft.com/office/drawing/2014/main" id="{3E45C619-102C-3147-AD8E-10B47ED6A69D}"/>
                  </a:ext>
                </a:extLst>
              </p:cNvPr>
              <p:cNvSpPr>
                <a:spLocks/>
              </p:cNvSpPr>
              <p:nvPr/>
            </p:nvSpPr>
            <p:spPr bwMode="auto">
              <a:xfrm>
                <a:off x="18426316" y="4579679"/>
                <a:ext cx="235667" cy="76452"/>
              </a:xfrm>
              <a:custGeom>
                <a:avLst/>
                <a:gdLst>
                  <a:gd name="T0" fmla="*/ 5 w 25"/>
                  <a:gd name="T1" fmla="*/ 3 h 8"/>
                  <a:gd name="T2" fmla="*/ 3 w 25"/>
                  <a:gd name="T3" fmla="*/ 1 h 8"/>
                  <a:gd name="T4" fmla="*/ 1 w 25"/>
                  <a:gd name="T5" fmla="*/ 2 h 8"/>
                  <a:gd name="T6" fmla="*/ 2 w 25"/>
                  <a:gd name="T7" fmla="*/ 4 h 8"/>
                  <a:gd name="T8" fmla="*/ 5 w 25"/>
                  <a:gd name="T9" fmla="*/ 6 h 8"/>
                  <a:gd name="T10" fmla="*/ 16 w 25"/>
                  <a:gd name="T11" fmla="*/ 8 h 8"/>
                  <a:gd name="T12" fmla="*/ 24 w 25"/>
                  <a:gd name="T13" fmla="*/ 5 h 8"/>
                  <a:gd name="T14" fmla="*/ 23 w 25"/>
                  <a:gd name="T15" fmla="*/ 6 h 8"/>
                  <a:gd name="T16" fmla="*/ 20 w 25"/>
                  <a:gd name="T17" fmla="*/ 4 h 8"/>
                  <a:gd name="T18" fmla="*/ 15 w 25"/>
                  <a:gd name="T19" fmla="*/ 4 h 8"/>
                  <a:gd name="T20" fmla="*/ 10 w 25"/>
                  <a:gd name="T21" fmla="*/ 2 h 8"/>
                  <a:gd name="T22" fmla="*/ 5 w 25"/>
                  <a:gd name="T23"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8">
                    <a:moveTo>
                      <a:pt x="5" y="3"/>
                    </a:moveTo>
                    <a:cubicBezTo>
                      <a:pt x="4" y="3"/>
                      <a:pt x="4" y="1"/>
                      <a:pt x="3" y="1"/>
                    </a:cubicBezTo>
                    <a:cubicBezTo>
                      <a:pt x="3" y="0"/>
                      <a:pt x="1" y="2"/>
                      <a:pt x="1" y="2"/>
                    </a:cubicBezTo>
                    <a:cubicBezTo>
                      <a:pt x="0" y="4"/>
                      <a:pt x="1" y="4"/>
                      <a:pt x="2" y="4"/>
                    </a:cubicBezTo>
                    <a:cubicBezTo>
                      <a:pt x="3" y="4"/>
                      <a:pt x="4" y="6"/>
                      <a:pt x="5" y="6"/>
                    </a:cubicBezTo>
                    <a:cubicBezTo>
                      <a:pt x="9" y="7"/>
                      <a:pt x="12" y="8"/>
                      <a:pt x="16" y="8"/>
                    </a:cubicBezTo>
                    <a:cubicBezTo>
                      <a:pt x="17" y="8"/>
                      <a:pt x="25" y="7"/>
                      <a:pt x="24" y="5"/>
                    </a:cubicBezTo>
                    <a:cubicBezTo>
                      <a:pt x="23" y="5"/>
                      <a:pt x="23" y="6"/>
                      <a:pt x="23" y="6"/>
                    </a:cubicBezTo>
                    <a:cubicBezTo>
                      <a:pt x="22" y="6"/>
                      <a:pt x="21" y="5"/>
                      <a:pt x="20" y="4"/>
                    </a:cubicBezTo>
                    <a:cubicBezTo>
                      <a:pt x="19" y="4"/>
                      <a:pt x="17" y="3"/>
                      <a:pt x="15" y="4"/>
                    </a:cubicBezTo>
                    <a:cubicBezTo>
                      <a:pt x="14" y="4"/>
                      <a:pt x="12" y="2"/>
                      <a:pt x="10" y="2"/>
                    </a:cubicBezTo>
                    <a:cubicBezTo>
                      <a:pt x="8" y="2"/>
                      <a:pt x="7" y="3"/>
                      <a:pt x="5"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7" name="Freeform 412">
                <a:extLst>
                  <a:ext uri="{FF2B5EF4-FFF2-40B4-BE49-F238E27FC236}">
                    <a16:creationId xmlns:a16="http://schemas.microsoft.com/office/drawing/2014/main" id="{4F13D974-4A54-5143-A74B-F9F9B355DFB0}"/>
                  </a:ext>
                </a:extLst>
              </p:cNvPr>
              <p:cNvSpPr>
                <a:spLocks/>
              </p:cNvSpPr>
              <p:nvPr/>
            </p:nvSpPr>
            <p:spPr bwMode="auto">
              <a:xfrm>
                <a:off x="18126952" y="4729398"/>
                <a:ext cx="197453" cy="76452"/>
              </a:xfrm>
              <a:custGeom>
                <a:avLst/>
                <a:gdLst>
                  <a:gd name="T0" fmla="*/ 2 w 21"/>
                  <a:gd name="T1" fmla="*/ 6 h 8"/>
                  <a:gd name="T2" fmla="*/ 8 w 21"/>
                  <a:gd name="T3" fmla="*/ 6 h 8"/>
                  <a:gd name="T4" fmla="*/ 14 w 21"/>
                  <a:gd name="T5" fmla="*/ 8 h 8"/>
                  <a:gd name="T6" fmla="*/ 19 w 21"/>
                  <a:gd name="T7" fmla="*/ 7 h 8"/>
                  <a:gd name="T8" fmla="*/ 17 w 21"/>
                  <a:gd name="T9" fmla="*/ 4 h 8"/>
                  <a:gd name="T10" fmla="*/ 7 w 21"/>
                  <a:gd name="T11" fmla="*/ 2 h 8"/>
                  <a:gd name="T12" fmla="*/ 4 w 21"/>
                  <a:gd name="T13" fmla="*/ 5 h 8"/>
                  <a:gd name="T14" fmla="*/ 2 w 21"/>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8">
                    <a:moveTo>
                      <a:pt x="2" y="6"/>
                    </a:moveTo>
                    <a:cubicBezTo>
                      <a:pt x="5" y="6"/>
                      <a:pt x="6" y="6"/>
                      <a:pt x="8" y="6"/>
                    </a:cubicBezTo>
                    <a:cubicBezTo>
                      <a:pt x="10" y="7"/>
                      <a:pt x="12" y="7"/>
                      <a:pt x="14" y="8"/>
                    </a:cubicBezTo>
                    <a:cubicBezTo>
                      <a:pt x="16" y="8"/>
                      <a:pt x="18" y="8"/>
                      <a:pt x="19" y="7"/>
                    </a:cubicBezTo>
                    <a:cubicBezTo>
                      <a:pt x="21" y="6"/>
                      <a:pt x="18" y="5"/>
                      <a:pt x="17" y="4"/>
                    </a:cubicBezTo>
                    <a:cubicBezTo>
                      <a:pt x="14" y="2"/>
                      <a:pt x="11" y="0"/>
                      <a:pt x="7" y="2"/>
                    </a:cubicBezTo>
                    <a:cubicBezTo>
                      <a:pt x="5" y="3"/>
                      <a:pt x="5" y="4"/>
                      <a:pt x="4" y="5"/>
                    </a:cubicBezTo>
                    <a:cubicBezTo>
                      <a:pt x="3" y="5"/>
                      <a:pt x="0" y="6"/>
                      <a:pt x="2"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8" name="Freeform 413">
                <a:extLst>
                  <a:ext uri="{FF2B5EF4-FFF2-40B4-BE49-F238E27FC236}">
                    <a16:creationId xmlns:a16="http://schemas.microsoft.com/office/drawing/2014/main" id="{608D3050-49A5-1844-87A5-E89F1C719758}"/>
                  </a:ext>
                </a:extLst>
              </p:cNvPr>
              <p:cNvSpPr>
                <a:spLocks/>
              </p:cNvSpPr>
              <p:nvPr/>
            </p:nvSpPr>
            <p:spPr bwMode="auto">
              <a:xfrm>
                <a:off x="18136507" y="4694361"/>
                <a:ext cx="76432" cy="44598"/>
              </a:xfrm>
              <a:custGeom>
                <a:avLst/>
                <a:gdLst>
                  <a:gd name="T0" fmla="*/ 3 w 8"/>
                  <a:gd name="T1" fmla="*/ 5 h 5"/>
                  <a:gd name="T2" fmla="*/ 4 w 8"/>
                  <a:gd name="T3" fmla="*/ 1 h 5"/>
                  <a:gd name="T4" fmla="*/ 3 w 8"/>
                  <a:gd name="T5" fmla="*/ 5 h 5"/>
                  <a:gd name="T6" fmla="*/ 3 w 8"/>
                  <a:gd name="T7" fmla="*/ 5 h 5"/>
                </a:gdLst>
                <a:ahLst/>
                <a:cxnLst>
                  <a:cxn ang="0">
                    <a:pos x="T0" y="T1"/>
                  </a:cxn>
                  <a:cxn ang="0">
                    <a:pos x="T2" y="T3"/>
                  </a:cxn>
                  <a:cxn ang="0">
                    <a:pos x="T4" y="T5"/>
                  </a:cxn>
                  <a:cxn ang="0">
                    <a:pos x="T6" y="T7"/>
                  </a:cxn>
                </a:cxnLst>
                <a:rect l="0" t="0" r="r" b="b"/>
                <a:pathLst>
                  <a:path w="8" h="5">
                    <a:moveTo>
                      <a:pt x="3" y="5"/>
                    </a:moveTo>
                    <a:cubicBezTo>
                      <a:pt x="0" y="5"/>
                      <a:pt x="1" y="0"/>
                      <a:pt x="4" y="1"/>
                    </a:cubicBezTo>
                    <a:cubicBezTo>
                      <a:pt x="8" y="2"/>
                      <a:pt x="6" y="4"/>
                      <a:pt x="3" y="5"/>
                    </a:cubicBezTo>
                    <a:cubicBezTo>
                      <a:pt x="1" y="5"/>
                      <a:pt x="5" y="5"/>
                      <a:pt x="3"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39" name="Freeform 414">
                <a:extLst>
                  <a:ext uri="{FF2B5EF4-FFF2-40B4-BE49-F238E27FC236}">
                    <a16:creationId xmlns:a16="http://schemas.microsoft.com/office/drawing/2014/main" id="{A13887C7-5EB9-7948-B381-7698C620E6DC}"/>
                  </a:ext>
                </a:extLst>
              </p:cNvPr>
              <p:cNvSpPr>
                <a:spLocks/>
              </p:cNvSpPr>
              <p:nvPr/>
            </p:nvSpPr>
            <p:spPr bwMode="auto">
              <a:xfrm>
                <a:off x="17932683" y="4560566"/>
                <a:ext cx="28662" cy="47785"/>
              </a:xfrm>
              <a:custGeom>
                <a:avLst/>
                <a:gdLst>
                  <a:gd name="T0" fmla="*/ 1 w 3"/>
                  <a:gd name="T1" fmla="*/ 3 h 5"/>
                  <a:gd name="T2" fmla="*/ 3 w 3"/>
                  <a:gd name="T3" fmla="*/ 1 h 5"/>
                  <a:gd name="T4" fmla="*/ 1 w 3"/>
                  <a:gd name="T5" fmla="*/ 5 h 5"/>
                  <a:gd name="T6" fmla="*/ 1 w 3"/>
                  <a:gd name="T7" fmla="*/ 3 h 5"/>
                  <a:gd name="T8" fmla="*/ 1 w 3"/>
                  <a:gd name="T9" fmla="*/ 3 h 5"/>
                </a:gdLst>
                <a:ahLst/>
                <a:cxnLst>
                  <a:cxn ang="0">
                    <a:pos x="T0" y="T1"/>
                  </a:cxn>
                  <a:cxn ang="0">
                    <a:pos x="T2" y="T3"/>
                  </a:cxn>
                  <a:cxn ang="0">
                    <a:pos x="T4" y="T5"/>
                  </a:cxn>
                  <a:cxn ang="0">
                    <a:pos x="T6" y="T7"/>
                  </a:cxn>
                  <a:cxn ang="0">
                    <a:pos x="T8" y="T9"/>
                  </a:cxn>
                </a:cxnLst>
                <a:rect l="0" t="0" r="r" b="b"/>
                <a:pathLst>
                  <a:path w="3" h="5">
                    <a:moveTo>
                      <a:pt x="1" y="3"/>
                    </a:moveTo>
                    <a:cubicBezTo>
                      <a:pt x="0" y="2"/>
                      <a:pt x="2" y="0"/>
                      <a:pt x="3" y="1"/>
                    </a:cubicBezTo>
                    <a:cubicBezTo>
                      <a:pt x="3" y="2"/>
                      <a:pt x="2" y="5"/>
                      <a:pt x="1" y="5"/>
                    </a:cubicBezTo>
                    <a:cubicBezTo>
                      <a:pt x="1" y="5"/>
                      <a:pt x="1" y="3"/>
                      <a:pt x="1" y="3"/>
                    </a:cubicBezTo>
                    <a:cubicBezTo>
                      <a:pt x="0" y="2"/>
                      <a:pt x="1" y="3"/>
                      <a:pt x="1"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0" name="Freeform 415">
                <a:extLst>
                  <a:ext uri="{FF2B5EF4-FFF2-40B4-BE49-F238E27FC236}">
                    <a16:creationId xmlns:a16="http://schemas.microsoft.com/office/drawing/2014/main" id="{C5FABA75-FBB2-F94E-A8D6-8B695C84D56E}"/>
                  </a:ext>
                </a:extLst>
              </p:cNvPr>
              <p:cNvSpPr>
                <a:spLocks/>
              </p:cNvSpPr>
              <p:nvPr/>
            </p:nvSpPr>
            <p:spPr bwMode="auto">
              <a:xfrm>
                <a:off x="17932683" y="4700729"/>
                <a:ext cx="38217" cy="47785"/>
              </a:xfrm>
              <a:custGeom>
                <a:avLst/>
                <a:gdLst>
                  <a:gd name="T0" fmla="*/ 4 w 4"/>
                  <a:gd name="T1" fmla="*/ 4 h 5"/>
                  <a:gd name="T2" fmla="*/ 0 w 4"/>
                  <a:gd name="T3" fmla="*/ 1 h 5"/>
                  <a:gd name="T4" fmla="*/ 4 w 4"/>
                  <a:gd name="T5" fmla="*/ 4 h 5"/>
                </a:gdLst>
                <a:ahLst/>
                <a:cxnLst>
                  <a:cxn ang="0">
                    <a:pos x="T0" y="T1"/>
                  </a:cxn>
                  <a:cxn ang="0">
                    <a:pos x="T2" y="T3"/>
                  </a:cxn>
                  <a:cxn ang="0">
                    <a:pos x="T4" y="T5"/>
                  </a:cxn>
                </a:cxnLst>
                <a:rect l="0" t="0" r="r" b="b"/>
                <a:pathLst>
                  <a:path w="4" h="5">
                    <a:moveTo>
                      <a:pt x="4" y="4"/>
                    </a:moveTo>
                    <a:cubicBezTo>
                      <a:pt x="4" y="3"/>
                      <a:pt x="1" y="0"/>
                      <a:pt x="0" y="1"/>
                    </a:cubicBezTo>
                    <a:cubicBezTo>
                      <a:pt x="0" y="1"/>
                      <a:pt x="3" y="5"/>
                      <a:pt x="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1" name="Freeform 416">
                <a:extLst>
                  <a:ext uri="{FF2B5EF4-FFF2-40B4-BE49-F238E27FC236}">
                    <a16:creationId xmlns:a16="http://schemas.microsoft.com/office/drawing/2014/main" id="{B583A149-09FF-3042-9A2B-846180521371}"/>
                  </a:ext>
                </a:extLst>
              </p:cNvPr>
              <p:cNvSpPr>
                <a:spLocks/>
              </p:cNvSpPr>
              <p:nvPr/>
            </p:nvSpPr>
            <p:spPr bwMode="auto">
              <a:xfrm>
                <a:off x="17996378" y="4525526"/>
                <a:ext cx="394905" cy="149721"/>
              </a:xfrm>
              <a:custGeom>
                <a:avLst/>
                <a:gdLst>
                  <a:gd name="T0" fmla="*/ 34 w 42"/>
                  <a:gd name="T1" fmla="*/ 4 h 16"/>
                  <a:gd name="T2" fmla="*/ 29 w 42"/>
                  <a:gd name="T3" fmla="*/ 3 h 16"/>
                  <a:gd name="T4" fmla="*/ 23 w 42"/>
                  <a:gd name="T5" fmla="*/ 0 h 16"/>
                  <a:gd name="T6" fmla="*/ 22 w 42"/>
                  <a:gd name="T7" fmla="*/ 2 h 16"/>
                  <a:gd name="T8" fmla="*/ 20 w 42"/>
                  <a:gd name="T9" fmla="*/ 6 h 16"/>
                  <a:gd name="T10" fmla="*/ 11 w 42"/>
                  <a:gd name="T11" fmla="*/ 1 h 16"/>
                  <a:gd name="T12" fmla="*/ 4 w 42"/>
                  <a:gd name="T13" fmla="*/ 3 h 16"/>
                  <a:gd name="T14" fmla="*/ 2 w 42"/>
                  <a:gd name="T15" fmla="*/ 6 h 16"/>
                  <a:gd name="T16" fmla="*/ 1 w 42"/>
                  <a:gd name="T17" fmla="*/ 10 h 16"/>
                  <a:gd name="T18" fmla="*/ 9 w 42"/>
                  <a:gd name="T19" fmla="*/ 14 h 16"/>
                  <a:gd name="T20" fmla="*/ 13 w 42"/>
                  <a:gd name="T21" fmla="*/ 15 h 16"/>
                  <a:gd name="T22" fmla="*/ 15 w 42"/>
                  <a:gd name="T23" fmla="*/ 13 h 16"/>
                  <a:gd name="T24" fmla="*/ 16 w 42"/>
                  <a:gd name="T25" fmla="*/ 14 h 16"/>
                  <a:gd name="T26" fmla="*/ 18 w 42"/>
                  <a:gd name="T27" fmla="*/ 14 h 16"/>
                  <a:gd name="T28" fmla="*/ 25 w 42"/>
                  <a:gd name="T29" fmla="*/ 12 h 16"/>
                  <a:gd name="T30" fmla="*/ 28 w 42"/>
                  <a:gd name="T31" fmla="*/ 14 h 16"/>
                  <a:gd name="T32" fmla="*/ 34 w 42"/>
                  <a:gd name="T33" fmla="*/ 13 h 16"/>
                  <a:gd name="T34" fmla="*/ 33 w 42"/>
                  <a:gd name="T35" fmla="*/ 12 h 16"/>
                  <a:gd name="T36" fmla="*/ 37 w 42"/>
                  <a:gd name="T37" fmla="*/ 12 h 16"/>
                  <a:gd name="T38" fmla="*/ 39 w 42"/>
                  <a:gd name="T39" fmla="*/ 11 h 16"/>
                  <a:gd name="T40" fmla="*/ 40 w 42"/>
                  <a:gd name="T41" fmla="*/ 9 h 16"/>
                  <a:gd name="T42" fmla="*/ 39 w 42"/>
                  <a:gd name="T43" fmla="*/ 9 h 16"/>
                  <a:gd name="T44" fmla="*/ 42 w 42"/>
                  <a:gd name="T45" fmla="*/ 6 h 16"/>
                  <a:gd name="T46" fmla="*/ 34 w 42"/>
                  <a:gd name="T47" fmla="*/ 4 h 16"/>
                  <a:gd name="T48" fmla="*/ 34 w 42"/>
                  <a:gd name="T4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16">
                    <a:moveTo>
                      <a:pt x="34" y="4"/>
                    </a:moveTo>
                    <a:cubicBezTo>
                      <a:pt x="32" y="3"/>
                      <a:pt x="31" y="4"/>
                      <a:pt x="29" y="3"/>
                    </a:cubicBezTo>
                    <a:cubicBezTo>
                      <a:pt x="29" y="3"/>
                      <a:pt x="24" y="0"/>
                      <a:pt x="23" y="0"/>
                    </a:cubicBezTo>
                    <a:cubicBezTo>
                      <a:pt x="23" y="0"/>
                      <a:pt x="24" y="1"/>
                      <a:pt x="22" y="2"/>
                    </a:cubicBezTo>
                    <a:cubicBezTo>
                      <a:pt x="20" y="2"/>
                      <a:pt x="22" y="5"/>
                      <a:pt x="20" y="6"/>
                    </a:cubicBezTo>
                    <a:cubicBezTo>
                      <a:pt x="19" y="6"/>
                      <a:pt x="12" y="1"/>
                      <a:pt x="11" y="1"/>
                    </a:cubicBezTo>
                    <a:cubicBezTo>
                      <a:pt x="9" y="0"/>
                      <a:pt x="4" y="1"/>
                      <a:pt x="4" y="3"/>
                    </a:cubicBezTo>
                    <a:cubicBezTo>
                      <a:pt x="4" y="5"/>
                      <a:pt x="0" y="4"/>
                      <a:pt x="2" y="6"/>
                    </a:cubicBezTo>
                    <a:cubicBezTo>
                      <a:pt x="3" y="7"/>
                      <a:pt x="0" y="9"/>
                      <a:pt x="1" y="10"/>
                    </a:cubicBezTo>
                    <a:cubicBezTo>
                      <a:pt x="3" y="12"/>
                      <a:pt x="6" y="13"/>
                      <a:pt x="9" y="14"/>
                    </a:cubicBezTo>
                    <a:cubicBezTo>
                      <a:pt x="10" y="15"/>
                      <a:pt x="12" y="16"/>
                      <a:pt x="13" y="15"/>
                    </a:cubicBezTo>
                    <a:cubicBezTo>
                      <a:pt x="14" y="15"/>
                      <a:pt x="14" y="12"/>
                      <a:pt x="15" y="13"/>
                    </a:cubicBezTo>
                    <a:cubicBezTo>
                      <a:pt x="15" y="13"/>
                      <a:pt x="15" y="14"/>
                      <a:pt x="16" y="14"/>
                    </a:cubicBezTo>
                    <a:cubicBezTo>
                      <a:pt x="17" y="14"/>
                      <a:pt x="18" y="14"/>
                      <a:pt x="18" y="14"/>
                    </a:cubicBezTo>
                    <a:cubicBezTo>
                      <a:pt x="20" y="13"/>
                      <a:pt x="22" y="13"/>
                      <a:pt x="25" y="12"/>
                    </a:cubicBezTo>
                    <a:cubicBezTo>
                      <a:pt x="27" y="12"/>
                      <a:pt x="27" y="14"/>
                      <a:pt x="28" y="14"/>
                    </a:cubicBezTo>
                    <a:cubicBezTo>
                      <a:pt x="29" y="14"/>
                      <a:pt x="34" y="13"/>
                      <a:pt x="34" y="13"/>
                    </a:cubicBezTo>
                    <a:cubicBezTo>
                      <a:pt x="34" y="13"/>
                      <a:pt x="33" y="12"/>
                      <a:pt x="33" y="12"/>
                    </a:cubicBezTo>
                    <a:cubicBezTo>
                      <a:pt x="33" y="11"/>
                      <a:pt x="36" y="12"/>
                      <a:pt x="37" y="12"/>
                    </a:cubicBezTo>
                    <a:cubicBezTo>
                      <a:pt x="37" y="12"/>
                      <a:pt x="39" y="12"/>
                      <a:pt x="39" y="11"/>
                    </a:cubicBezTo>
                    <a:cubicBezTo>
                      <a:pt x="39" y="10"/>
                      <a:pt x="40" y="9"/>
                      <a:pt x="40" y="9"/>
                    </a:cubicBezTo>
                    <a:cubicBezTo>
                      <a:pt x="40" y="9"/>
                      <a:pt x="40" y="9"/>
                      <a:pt x="39" y="9"/>
                    </a:cubicBezTo>
                    <a:cubicBezTo>
                      <a:pt x="39" y="8"/>
                      <a:pt x="42" y="7"/>
                      <a:pt x="42" y="6"/>
                    </a:cubicBezTo>
                    <a:cubicBezTo>
                      <a:pt x="41" y="5"/>
                      <a:pt x="36" y="4"/>
                      <a:pt x="34" y="4"/>
                    </a:cubicBezTo>
                    <a:cubicBezTo>
                      <a:pt x="32" y="3"/>
                      <a:pt x="36" y="4"/>
                      <a:pt x="3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2" name="Freeform 417">
                <a:extLst>
                  <a:ext uri="{FF2B5EF4-FFF2-40B4-BE49-F238E27FC236}">
                    <a16:creationId xmlns:a16="http://schemas.microsoft.com/office/drawing/2014/main" id="{0D4138FC-2434-4C46-B5DF-7B2110D96815}"/>
                  </a:ext>
                </a:extLst>
              </p:cNvPr>
              <p:cNvSpPr>
                <a:spLocks/>
              </p:cNvSpPr>
              <p:nvPr/>
            </p:nvSpPr>
            <p:spPr bwMode="auto">
              <a:xfrm>
                <a:off x="18222495" y="4570124"/>
                <a:ext cx="73248" cy="76452"/>
              </a:xfrm>
              <a:custGeom>
                <a:avLst/>
                <a:gdLst>
                  <a:gd name="T0" fmla="*/ 7 w 8"/>
                  <a:gd name="T1" fmla="*/ 6 h 8"/>
                  <a:gd name="T2" fmla="*/ 4 w 8"/>
                  <a:gd name="T3" fmla="*/ 0 h 8"/>
                  <a:gd name="T4" fmla="*/ 6 w 8"/>
                  <a:gd name="T5" fmla="*/ 2 h 8"/>
                  <a:gd name="T6" fmla="*/ 7 w 8"/>
                  <a:gd name="T7" fmla="*/ 6 h 8"/>
                  <a:gd name="T8" fmla="*/ 7 w 8"/>
                  <a:gd name="T9" fmla="*/ 6 h 8"/>
                </a:gdLst>
                <a:ahLst/>
                <a:cxnLst>
                  <a:cxn ang="0">
                    <a:pos x="T0" y="T1"/>
                  </a:cxn>
                  <a:cxn ang="0">
                    <a:pos x="T2" y="T3"/>
                  </a:cxn>
                  <a:cxn ang="0">
                    <a:pos x="T4" y="T5"/>
                  </a:cxn>
                  <a:cxn ang="0">
                    <a:pos x="T6" y="T7"/>
                  </a:cxn>
                  <a:cxn ang="0">
                    <a:pos x="T8" y="T9"/>
                  </a:cxn>
                </a:cxnLst>
                <a:rect l="0" t="0" r="r" b="b"/>
                <a:pathLst>
                  <a:path w="8" h="8">
                    <a:moveTo>
                      <a:pt x="7" y="6"/>
                    </a:moveTo>
                    <a:cubicBezTo>
                      <a:pt x="6" y="7"/>
                      <a:pt x="0" y="1"/>
                      <a:pt x="4" y="0"/>
                    </a:cubicBezTo>
                    <a:cubicBezTo>
                      <a:pt x="5" y="0"/>
                      <a:pt x="8" y="0"/>
                      <a:pt x="6" y="2"/>
                    </a:cubicBezTo>
                    <a:cubicBezTo>
                      <a:pt x="3" y="4"/>
                      <a:pt x="7" y="4"/>
                      <a:pt x="7" y="6"/>
                    </a:cubicBezTo>
                    <a:cubicBezTo>
                      <a:pt x="6" y="8"/>
                      <a:pt x="7" y="5"/>
                      <a:pt x="7"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3" name="Freeform 418">
                <a:extLst>
                  <a:ext uri="{FF2B5EF4-FFF2-40B4-BE49-F238E27FC236}">
                    <a16:creationId xmlns:a16="http://schemas.microsoft.com/office/drawing/2014/main" id="{55D8CF99-F4B7-4B4C-9C06-AF1F6FA6F14B}"/>
                  </a:ext>
                </a:extLst>
              </p:cNvPr>
              <p:cNvSpPr>
                <a:spLocks/>
              </p:cNvSpPr>
              <p:nvPr/>
            </p:nvSpPr>
            <p:spPr bwMode="auto">
              <a:xfrm>
                <a:off x="19445425" y="5076623"/>
                <a:ext cx="101909" cy="57338"/>
              </a:xfrm>
              <a:custGeom>
                <a:avLst/>
                <a:gdLst>
                  <a:gd name="T0" fmla="*/ 3 w 11"/>
                  <a:gd name="T1" fmla="*/ 4 h 6"/>
                  <a:gd name="T2" fmla="*/ 1 w 11"/>
                  <a:gd name="T3" fmla="*/ 1 h 6"/>
                  <a:gd name="T4" fmla="*/ 6 w 11"/>
                  <a:gd name="T5" fmla="*/ 1 h 6"/>
                  <a:gd name="T6" fmla="*/ 3 w 11"/>
                  <a:gd name="T7" fmla="*/ 4 h 6"/>
                  <a:gd name="T8" fmla="*/ 3 w 11"/>
                  <a:gd name="T9" fmla="*/ 4 h 6"/>
                </a:gdLst>
                <a:ahLst/>
                <a:cxnLst>
                  <a:cxn ang="0">
                    <a:pos x="T0" y="T1"/>
                  </a:cxn>
                  <a:cxn ang="0">
                    <a:pos x="T2" y="T3"/>
                  </a:cxn>
                  <a:cxn ang="0">
                    <a:pos x="T4" y="T5"/>
                  </a:cxn>
                  <a:cxn ang="0">
                    <a:pos x="T6" y="T7"/>
                  </a:cxn>
                  <a:cxn ang="0">
                    <a:pos x="T8" y="T9"/>
                  </a:cxn>
                </a:cxnLst>
                <a:rect l="0" t="0" r="r" b="b"/>
                <a:pathLst>
                  <a:path w="11" h="6">
                    <a:moveTo>
                      <a:pt x="3" y="4"/>
                    </a:moveTo>
                    <a:cubicBezTo>
                      <a:pt x="1" y="3"/>
                      <a:pt x="0" y="3"/>
                      <a:pt x="1" y="1"/>
                    </a:cubicBezTo>
                    <a:cubicBezTo>
                      <a:pt x="2" y="0"/>
                      <a:pt x="4" y="1"/>
                      <a:pt x="6" y="1"/>
                    </a:cubicBezTo>
                    <a:cubicBezTo>
                      <a:pt x="11" y="2"/>
                      <a:pt x="6" y="6"/>
                      <a:pt x="3" y="4"/>
                    </a:cubicBezTo>
                    <a:cubicBezTo>
                      <a:pt x="2" y="3"/>
                      <a:pt x="4" y="5"/>
                      <a:pt x="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4" name="Freeform 419">
                <a:extLst>
                  <a:ext uri="{FF2B5EF4-FFF2-40B4-BE49-F238E27FC236}">
                    <a16:creationId xmlns:a16="http://schemas.microsoft.com/office/drawing/2014/main" id="{BFA28A00-0643-4442-891B-5256D86CB221}"/>
                  </a:ext>
                </a:extLst>
              </p:cNvPr>
              <p:cNvSpPr>
                <a:spLocks/>
              </p:cNvSpPr>
              <p:nvPr/>
            </p:nvSpPr>
            <p:spPr bwMode="auto">
              <a:xfrm>
                <a:off x="19247970" y="5898496"/>
                <a:ext cx="57323" cy="47785"/>
              </a:xfrm>
              <a:custGeom>
                <a:avLst/>
                <a:gdLst>
                  <a:gd name="T0" fmla="*/ 5 w 6"/>
                  <a:gd name="T1" fmla="*/ 2 h 5"/>
                  <a:gd name="T2" fmla="*/ 5 w 6"/>
                  <a:gd name="T3" fmla="*/ 1 h 5"/>
                  <a:gd name="T4" fmla="*/ 2 w 6"/>
                  <a:gd name="T5" fmla="*/ 1 h 5"/>
                  <a:gd name="T6" fmla="*/ 1 w 6"/>
                  <a:gd name="T7" fmla="*/ 3 h 5"/>
                  <a:gd name="T8" fmla="*/ 0 w 6"/>
                  <a:gd name="T9" fmla="*/ 4 h 5"/>
                  <a:gd name="T10" fmla="*/ 5 w 6"/>
                  <a:gd name="T11" fmla="*/ 2 h 5"/>
                  <a:gd name="T12" fmla="*/ 5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5" y="2"/>
                    </a:moveTo>
                    <a:cubicBezTo>
                      <a:pt x="6" y="2"/>
                      <a:pt x="5" y="1"/>
                      <a:pt x="5" y="1"/>
                    </a:cubicBezTo>
                    <a:cubicBezTo>
                      <a:pt x="4" y="0"/>
                      <a:pt x="3" y="1"/>
                      <a:pt x="2" y="1"/>
                    </a:cubicBezTo>
                    <a:cubicBezTo>
                      <a:pt x="1" y="1"/>
                      <a:pt x="0" y="2"/>
                      <a:pt x="1" y="3"/>
                    </a:cubicBezTo>
                    <a:cubicBezTo>
                      <a:pt x="1" y="3"/>
                      <a:pt x="0" y="5"/>
                      <a:pt x="0" y="4"/>
                    </a:cubicBezTo>
                    <a:cubicBezTo>
                      <a:pt x="0" y="4"/>
                      <a:pt x="5" y="2"/>
                      <a:pt x="5" y="2"/>
                    </a:cubicBezTo>
                    <a:cubicBezTo>
                      <a:pt x="6" y="2"/>
                      <a:pt x="3" y="3"/>
                      <a:pt x="5"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5" name="Freeform 420">
                <a:extLst>
                  <a:ext uri="{FF2B5EF4-FFF2-40B4-BE49-F238E27FC236}">
                    <a16:creationId xmlns:a16="http://schemas.microsoft.com/office/drawing/2014/main" id="{871F37BE-A72F-054E-AD0C-DD433D3CB214}"/>
                  </a:ext>
                </a:extLst>
              </p:cNvPr>
              <p:cNvSpPr>
                <a:spLocks/>
              </p:cNvSpPr>
              <p:nvPr/>
            </p:nvSpPr>
            <p:spPr bwMode="auto">
              <a:xfrm>
                <a:off x="18005931" y="6172454"/>
                <a:ext cx="47770" cy="25484"/>
              </a:xfrm>
              <a:custGeom>
                <a:avLst/>
                <a:gdLst>
                  <a:gd name="T0" fmla="*/ 3 w 5"/>
                  <a:gd name="T1" fmla="*/ 3 h 3"/>
                  <a:gd name="T2" fmla="*/ 3 w 5"/>
                  <a:gd name="T3" fmla="*/ 0 h 3"/>
                  <a:gd name="T4" fmla="*/ 3 w 5"/>
                  <a:gd name="T5" fmla="*/ 3 h 3"/>
                </a:gdLst>
                <a:ahLst/>
                <a:cxnLst>
                  <a:cxn ang="0">
                    <a:pos x="T0" y="T1"/>
                  </a:cxn>
                  <a:cxn ang="0">
                    <a:pos x="T2" y="T3"/>
                  </a:cxn>
                  <a:cxn ang="0">
                    <a:pos x="T4" y="T5"/>
                  </a:cxn>
                </a:cxnLst>
                <a:rect l="0" t="0" r="r" b="b"/>
                <a:pathLst>
                  <a:path w="5" h="3">
                    <a:moveTo>
                      <a:pt x="3" y="3"/>
                    </a:moveTo>
                    <a:cubicBezTo>
                      <a:pt x="1" y="3"/>
                      <a:pt x="0" y="1"/>
                      <a:pt x="3" y="0"/>
                    </a:cubicBezTo>
                    <a:cubicBezTo>
                      <a:pt x="5" y="0"/>
                      <a:pt x="4" y="3"/>
                      <a:pt x="3"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6" name="Freeform 421">
                <a:extLst>
                  <a:ext uri="{FF2B5EF4-FFF2-40B4-BE49-F238E27FC236}">
                    <a16:creationId xmlns:a16="http://schemas.microsoft.com/office/drawing/2014/main" id="{2D77AB3F-6C90-0144-98C1-85CCCD57264B}"/>
                  </a:ext>
                </a:extLst>
              </p:cNvPr>
              <p:cNvSpPr>
                <a:spLocks/>
              </p:cNvSpPr>
              <p:nvPr/>
            </p:nvSpPr>
            <p:spPr bwMode="auto">
              <a:xfrm>
                <a:off x="18846696" y="6452780"/>
                <a:ext cx="47770" cy="44598"/>
              </a:xfrm>
              <a:custGeom>
                <a:avLst/>
                <a:gdLst>
                  <a:gd name="T0" fmla="*/ 5 w 5"/>
                  <a:gd name="T1" fmla="*/ 1 h 5"/>
                  <a:gd name="T2" fmla="*/ 1 w 5"/>
                  <a:gd name="T3" fmla="*/ 5 h 5"/>
                  <a:gd name="T4" fmla="*/ 4 w 5"/>
                  <a:gd name="T5" fmla="*/ 3 h 5"/>
                  <a:gd name="T6" fmla="*/ 5 w 5"/>
                  <a:gd name="T7" fmla="*/ 1 h 5"/>
                </a:gdLst>
                <a:ahLst/>
                <a:cxnLst>
                  <a:cxn ang="0">
                    <a:pos x="T0" y="T1"/>
                  </a:cxn>
                  <a:cxn ang="0">
                    <a:pos x="T2" y="T3"/>
                  </a:cxn>
                  <a:cxn ang="0">
                    <a:pos x="T4" y="T5"/>
                  </a:cxn>
                  <a:cxn ang="0">
                    <a:pos x="T6" y="T7"/>
                  </a:cxn>
                </a:cxnLst>
                <a:rect l="0" t="0" r="r" b="b"/>
                <a:pathLst>
                  <a:path w="5" h="5">
                    <a:moveTo>
                      <a:pt x="5" y="1"/>
                    </a:moveTo>
                    <a:cubicBezTo>
                      <a:pt x="5" y="1"/>
                      <a:pt x="0" y="5"/>
                      <a:pt x="1" y="5"/>
                    </a:cubicBezTo>
                    <a:cubicBezTo>
                      <a:pt x="2" y="5"/>
                      <a:pt x="4" y="3"/>
                      <a:pt x="4" y="3"/>
                    </a:cubicBezTo>
                    <a:cubicBezTo>
                      <a:pt x="5" y="2"/>
                      <a:pt x="5" y="0"/>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7" name="Freeform 422">
                <a:extLst>
                  <a:ext uri="{FF2B5EF4-FFF2-40B4-BE49-F238E27FC236}">
                    <a16:creationId xmlns:a16="http://schemas.microsoft.com/office/drawing/2014/main" id="{EB07E2EF-8093-C14E-963C-22A83E644383}"/>
                  </a:ext>
                </a:extLst>
              </p:cNvPr>
              <p:cNvSpPr>
                <a:spLocks/>
              </p:cNvSpPr>
              <p:nvPr/>
            </p:nvSpPr>
            <p:spPr bwMode="auto">
              <a:xfrm>
                <a:off x="18818035" y="6526047"/>
                <a:ext cx="19109" cy="9556"/>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0" y="1"/>
                      <a:pt x="1" y="1"/>
                    </a:cubicBezTo>
                    <a:cubicBezTo>
                      <a:pt x="1" y="1"/>
                      <a:pt x="2" y="0"/>
                      <a:pt x="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8" name="Freeform 423">
                <a:extLst>
                  <a:ext uri="{FF2B5EF4-FFF2-40B4-BE49-F238E27FC236}">
                    <a16:creationId xmlns:a16="http://schemas.microsoft.com/office/drawing/2014/main" id="{2C76390E-6833-0C44-927F-6226DEEF26E0}"/>
                  </a:ext>
                </a:extLst>
              </p:cNvPr>
              <p:cNvSpPr>
                <a:spLocks/>
              </p:cNvSpPr>
              <p:nvPr/>
            </p:nvSpPr>
            <p:spPr bwMode="auto">
              <a:xfrm>
                <a:off x="18687463" y="6675768"/>
                <a:ext cx="28662" cy="9556"/>
              </a:xfrm>
              <a:custGeom>
                <a:avLst/>
                <a:gdLst>
                  <a:gd name="T0" fmla="*/ 2 w 3"/>
                  <a:gd name="T1" fmla="*/ 0 h 1"/>
                  <a:gd name="T2" fmla="*/ 1 w 3"/>
                  <a:gd name="T3" fmla="*/ 1 h 1"/>
                  <a:gd name="T4" fmla="*/ 2 w 3"/>
                  <a:gd name="T5" fmla="*/ 0 h 1"/>
                </a:gdLst>
                <a:ahLst/>
                <a:cxnLst>
                  <a:cxn ang="0">
                    <a:pos x="T0" y="T1"/>
                  </a:cxn>
                  <a:cxn ang="0">
                    <a:pos x="T2" y="T3"/>
                  </a:cxn>
                  <a:cxn ang="0">
                    <a:pos x="T4" y="T5"/>
                  </a:cxn>
                </a:cxnLst>
                <a:rect l="0" t="0" r="r" b="b"/>
                <a:pathLst>
                  <a:path w="3" h="1">
                    <a:moveTo>
                      <a:pt x="2" y="0"/>
                    </a:moveTo>
                    <a:cubicBezTo>
                      <a:pt x="2" y="0"/>
                      <a:pt x="0" y="1"/>
                      <a:pt x="1" y="1"/>
                    </a:cubicBezTo>
                    <a:cubicBezTo>
                      <a:pt x="1" y="1"/>
                      <a:pt x="3"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49" name="Freeform 424">
                <a:extLst>
                  <a:ext uri="{FF2B5EF4-FFF2-40B4-BE49-F238E27FC236}">
                    <a16:creationId xmlns:a16="http://schemas.microsoft.com/office/drawing/2014/main" id="{E971D467-9E5D-FF40-88DC-FDA0ACA04A6D}"/>
                  </a:ext>
                </a:extLst>
              </p:cNvPr>
              <p:cNvSpPr>
                <a:spLocks/>
              </p:cNvSpPr>
              <p:nvPr/>
            </p:nvSpPr>
            <p:spPr bwMode="auto">
              <a:xfrm>
                <a:off x="18575996" y="6723551"/>
                <a:ext cx="66879" cy="38227"/>
              </a:xfrm>
              <a:custGeom>
                <a:avLst/>
                <a:gdLst>
                  <a:gd name="T0" fmla="*/ 6 w 7"/>
                  <a:gd name="T1" fmla="*/ 0 h 4"/>
                  <a:gd name="T2" fmla="*/ 1 w 7"/>
                  <a:gd name="T3" fmla="*/ 3 h 4"/>
                  <a:gd name="T4" fmla="*/ 6 w 7"/>
                  <a:gd name="T5" fmla="*/ 0 h 4"/>
                </a:gdLst>
                <a:ahLst/>
                <a:cxnLst>
                  <a:cxn ang="0">
                    <a:pos x="T0" y="T1"/>
                  </a:cxn>
                  <a:cxn ang="0">
                    <a:pos x="T2" y="T3"/>
                  </a:cxn>
                  <a:cxn ang="0">
                    <a:pos x="T4" y="T5"/>
                  </a:cxn>
                </a:cxnLst>
                <a:rect l="0" t="0" r="r" b="b"/>
                <a:pathLst>
                  <a:path w="7" h="4">
                    <a:moveTo>
                      <a:pt x="6" y="0"/>
                    </a:moveTo>
                    <a:cubicBezTo>
                      <a:pt x="5" y="0"/>
                      <a:pt x="0" y="2"/>
                      <a:pt x="1" y="3"/>
                    </a:cubicBezTo>
                    <a:cubicBezTo>
                      <a:pt x="2" y="4"/>
                      <a:pt x="7" y="0"/>
                      <a:pt x="6"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0" name="Freeform 425">
                <a:extLst>
                  <a:ext uri="{FF2B5EF4-FFF2-40B4-BE49-F238E27FC236}">
                    <a16:creationId xmlns:a16="http://schemas.microsoft.com/office/drawing/2014/main" id="{943F8EC6-00BF-6643-BB70-ED2E6AEE01F9}"/>
                  </a:ext>
                </a:extLst>
              </p:cNvPr>
              <p:cNvSpPr>
                <a:spLocks/>
              </p:cNvSpPr>
              <p:nvPr/>
            </p:nvSpPr>
            <p:spPr bwMode="auto">
              <a:xfrm>
                <a:off x="18502748" y="6761778"/>
                <a:ext cx="54139" cy="35042"/>
              </a:xfrm>
              <a:custGeom>
                <a:avLst/>
                <a:gdLst>
                  <a:gd name="T0" fmla="*/ 5 w 6"/>
                  <a:gd name="T1" fmla="*/ 0 h 4"/>
                  <a:gd name="T2" fmla="*/ 1 w 6"/>
                  <a:gd name="T3" fmla="*/ 3 h 4"/>
                  <a:gd name="T4" fmla="*/ 5 w 6"/>
                  <a:gd name="T5" fmla="*/ 0 h 4"/>
                  <a:gd name="T6" fmla="*/ 5 w 6"/>
                  <a:gd name="T7" fmla="*/ 0 h 4"/>
                </a:gdLst>
                <a:ahLst/>
                <a:cxnLst>
                  <a:cxn ang="0">
                    <a:pos x="T0" y="T1"/>
                  </a:cxn>
                  <a:cxn ang="0">
                    <a:pos x="T2" y="T3"/>
                  </a:cxn>
                  <a:cxn ang="0">
                    <a:pos x="T4" y="T5"/>
                  </a:cxn>
                  <a:cxn ang="0">
                    <a:pos x="T6" y="T7"/>
                  </a:cxn>
                </a:cxnLst>
                <a:rect l="0" t="0" r="r" b="b"/>
                <a:pathLst>
                  <a:path w="6" h="4">
                    <a:moveTo>
                      <a:pt x="5" y="0"/>
                    </a:moveTo>
                    <a:cubicBezTo>
                      <a:pt x="5" y="0"/>
                      <a:pt x="0" y="2"/>
                      <a:pt x="1" y="3"/>
                    </a:cubicBezTo>
                    <a:cubicBezTo>
                      <a:pt x="2" y="4"/>
                      <a:pt x="5" y="0"/>
                      <a:pt x="5" y="0"/>
                    </a:cubicBezTo>
                    <a:cubicBezTo>
                      <a:pt x="5" y="0"/>
                      <a:pt x="6" y="0"/>
                      <a:pt x="5"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1" name="Freeform 426">
                <a:extLst>
                  <a:ext uri="{FF2B5EF4-FFF2-40B4-BE49-F238E27FC236}">
                    <a16:creationId xmlns:a16="http://schemas.microsoft.com/office/drawing/2014/main" id="{269D0AFA-6B97-0749-A65E-C05093900F8E}"/>
                  </a:ext>
                </a:extLst>
              </p:cNvPr>
              <p:cNvSpPr>
                <a:spLocks/>
              </p:cNvSpPr>
              <p:nvPr/>
            </p:nvSpPr>
            <p:spPr bwMode="auto">
              <a:xfrm>
                <a:off x="18454978" y="6790447"/>
                <a:ext cx="47770" cy="44598"/>
              </a:xfrm>
              <a:custGeom>
                <a:avLst/>
                <a:gdLst>
                  <a:gd name="T0" fmla="*/ 4 w 5"/>
                  <a:gd name="T1" fmla="*/ 0 h 5"/>
                  <a:gd name="T2" fmla="*/ 0 w 5"/>
                  <a:gd name="T3" fmla="*/ 4 h 5"/>
                  <a:gd name="T4" fmla="*/ 4 w 5"/>
                  <a:gd name="T5" fmla="*/ 0 h 5"/>
                  <a:gd name="T6" fmla="*/ 4 w 5"/>
                  <a:gd name="T7" fmla="*/ 0 h 5"/>
                </a:gdLst>
                <a:ahLst/>
                <a:cxnLst>
                  <a:cxn ang="0">
                    <a:pos x="T0" y="T1"/>
                  </a:cxn>
                  <a:cxn ang="0">
                    <a:pos x="T2" y="T3"/>
                  </a:cxn>
                  <a:cxn ang="0">
                    <a:pos x="T4" y="T5"/>
                  </a:cxn>
                  <a:cxn ang="0">
                    <a:pos x="T6" y="T7"/>
                  </a:cxn>
                </a:cxnLst>
                <a:rect l="0" t="0" r="r" b="b"/>
                <a:pathLst>
                  <a:path w="5" h="5">
                    <a:moveTo>
                      <a:pt x="4" y="0"/>
                    </a:moveTo>
                    <a:cubicBezTo>
                      <a:pt x="4" y="0"/>
                      <a:pt x="0" y="4"/>
                      <a:pt x="0" y="4"/>
                    </a:cubicBezTo>
                    <a:cubicBezTo>
                      <a:pt x="2" y="5"/>
                      <a:pt x="4" y="0"/>
                      <a:pt x="4" y="0"/>
                    </a:cubicBezTo>
                    <a:cubicBezTo>
                      <a:pt x="4" y="0"/>
                      <a:pt x="5" y="0"/>
                      <a:pt x="4"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2" name="Freeform 427">
                <a:extLst>
                  <a:ext uri="{FF2B5EF4-FFF2-40B4-BE49-F238E27FC236}">
                    <a16:creationId xmlns:a16="http://schemas.microsoft.com/office/drawing/2014/main" id="{23415B42-69C9-9740-9B61-F6601B5E22C3}"/>
                  </a:ext>
                </a:extLst>
              </p:cNvPr>
              <p:cNvSpPr>
                <a:spLocks/>
              </p:cNvSpPr>
              <p:nvPr/>
            </p:nvSpPr>
            <p:spPr bwMode="auto">
              <a:xfrm>
                <a:off x="18445422" y="6854158"/>
                <a:ext cx="9553" cy="9556"/>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1" y="1"/>
                    </a:cubicBezTo>
                    <a:cubicBezTo>
                      <a:pt x="1" y="1"/>
                      <a:pt x="1" y="0"/>
                      <a:pt x="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3" name="Freeform 428">
                <a:extLst>
                  <a:ext uri="{FF2B5EF4-FFF2-40B4-BE49-F238E27FC236}">
                    <a16:creationId xmlns:a16="http://schemas.microsoft.com/office/drawing/2014/main" id="{B13B0DF3-0521-014D-9F03-236725825696}"/>
                  </a:ext>
                </a:extLst>
              </p:cNvPr>
              <p:cNvSpPr>
                <a:spLocks/>
              </p:cNvSpPr>
              <p:nvPr/>
            </p:nvSpPr>
            <p:spPr bwMode="auto">
              <a:xfrm>
                <a:off x="18397652" y="6815931"/>
                <a:ext cx="47770" cy="38227"/>
              </a:xfrm>
              <a:custGeom>
                <a:avLst/>
                <a:gdLst>
                  <a:gd name="T0" fmla="*/ 4 w 5"/>
                  <a:gd name="T1" fmla="*/ 1 h 4"/>
                  <a:gd name="T2" fmla="*/ 0 w 5"/>
                  <a:gd name="T3" fmla="*/ 4 h 4"/>
                  <a:gd name="T4" fmla="*/ 4 w 5"/>
                  <a:gd name="T5" fmla="*/ 1 h 4"/>
                  <a:gd name="T6" fmla="*/ 4 w 5"/>
                  <a:gd name="T7" fmla="*/ 1 h 4"/>
                </a:gdLst>
                <a:ahLst/>
                <a:cxnLst>
                  <a:cxn ang="0">
                    <a:pos x="T0" y="T1"/>
                  </a:cxn>
                  <a:cxn ang="0">
                    <a:pos x="T2" y="T3"/>
                  </a:cxn>
                  <a:cxn ang="0">
                    <a:pos x="T4" y="T5"/>
                  </a:cxn>
                  <a:cxn ang="0">
                    <a:pos x="T6" y="T7"/>
                  </a:cxn>
                </a:cxnLst>
                <a:rect l="0" t="0" r="r" b="b"/>
                <a:pathLst>
                  <a:path w="5" h="4">
                    <a:moveTo>
                      <a:pt x="4" y="1"/>
                    </a:moveTo>
                    <a:cubicBezTo>
                      <a:pt x="2" y="2"/>
                      <a:pt x="0" y="3"/>
                      <a:pt x="0" y="4"/>
                    </a:cubicBezTo>
                    <a:cubicBezTo>
                      <a:pt x="0" y="4"/>
                      <a:pt x="4" y="1"/>
                      <a:pt x="4" y="1"/>
                    </a:cubicBezTo>
                    <a:cubicBezTo>
                      <a:pt x="3" y="1"/>
                      <a:pt x="5" y="0"/>
                      <a:pt x="4"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4" name="Freeform 429">
                <a:extLst>
                  <a:ext uri="{FF2B5EF4-FFF2-40B4-BE49-F238E27FC236}">
                    <a16:creationId xmlns:a16="http://schemas.microsoft.com/office/drawing/2014/main" id="{A0ACAE68-9642-1447-ABD0-CB8B8AE0FD7E}"/>
                  </a:ext>
                </a:extLst>
              </p:cNvPr>
              <p:cNvSpPr>
                <a:spLocks/>
              </p:cNvSpPr>
              <p:nvPr/>
            </p:nvSpPr>
            <p:spPr bwMode="auto">
              <a:xfrm>
                <a:off x="18053701" y="7163156"/>
                <a:ext cx="19109" cy="28669"/>
              </a:xfrm>
              <a:custGeom>
                <a:avLst/>
                <a:gdLst>
                  <a:gd name="T0" fmla="*/ 1 w 2"/>
                  <a:gd name="T1" fmla="*/ 0 h 3"/>
                  <a:gd name="T2" fmla="*/ 1 w 2"/>
                  <a:gd name="T3" fmla="*/ 3 h 3"/>
                  <a:gd name="T4" fmla="*/ 1 w 2"/>
                  <a:gd name="T5" fmla="*/ 0 h 3"/>
                </a:gdLst>
                <a:ahLst/>
                <a:cxnLst>
                  <a:cxn ang="0">
                    <a:pos x="T0" y="T1"/>
                  </a:cxn>
                  <a:cxn ang="0">
                    <a:pos x="T2" y="T3"/>
                  </a:cxn>
                  <a:cxn ang="0">
                    <a:pos x="T4" y="T5"/>
                  </a:cxn>
                </a:cxnLst>
                <a:rect l="0" t="0" r="r" b="b"/>
                <a:pathLst>
                  <a:path w="2" h="3">
                    <a:moveTo>
                      <a:pt x="1" y="0"/>
                    </a:moveTo>
                    <a:cubicBezTo>
                      <a:pt x="1" y="0"/>
                      <a:pt x="0" y="3"/>
                      <a:pt x="1" y="3"/>
                    </a:cubicBezTo>
                    <a:cubicBezTo>
                      <a:pt x="2" y="3"/>
                      <a:pt x="2" y="0"/>
                      <a:pt x="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grpSp>
            <p:nvGrpSpPr>
              <p:cNvPr id="155" name="Group 154">
                <a:extLst>
                  <a:ext uri="{FF2B5EF4-FFF2-40B4-BE49-F238E27FC236}">
                    <a16:creationId xmlns:a16="http://schemas.microsoft.com/office/drawing/2014/main" id="{91B99AC9-DC25-8546-93DE-0759D18EC775}"/>
                  </a:ext>
                </a:extLst>
              </p:cNvPr>
              <p:cNvGrpSpPr/>
              <p:nvPr/>
            </p:nvGrpSpPr>
            <p:grpSpPr>
              <a:xfrm>
                <a:off x="17709756" y="6761778"/>
                <a:ext cx="697449" cy="662593"/>
                <a:chOff x="5961121" y="2686387"/>
                <a:chExt cx="288233" cy="273757"/>
              </a:xfrm>
              <a:grpFill/>
            </p:grpSpPr>
            <p:sp>
              <p:nvSpPr>
                <p:cNvPr id="520" name="Freeform 430">
                  <a:extLst>
                    <a:ext uri="{FF2B5EF4-FFF2-40B4-BE49-F238E27FC236}">
                      <a16:creationId xmlns:a16="http://schemas.microsoft.com/office/drawing/2014/main" id="{E3A7A116-7E3F-944B-A5A8-FB2D574DDD56}"/>
                    </a:ext>
                  </a:extLst>
                </p:cNvPr>
                <p:cNvSpPr>
                  <a:spLocks/>
                </p:cNvSpPr>
                <p:nvPr/>
              </p:nvSpPr>
              <p:spPr bwMode="auto">
                <a:xfrm>
                  <a:off x="6130902" y="2686387"/>
                  <a:ext cx="118452" cy="100026"/>
                </a:xfrm>
                <a:custGeom>
                  <a:avLst/>
                  <a:gdLst>
                    <a:gd name="T0" fmla="*/ 28 w 31"/>
                    <a:gd name="T1" fmla="*/ 10 h 26"/>
                    <a:gd name="T2" fmla="*/ 29 w 31"/>
                    <a:gd name="T3" fmla="*/ 7 h 26"/>
                    <a:gd name="T4" fmla="*/ 27 w 31"/>
                    <a:gd name="T5" fmla="*/ 10 h 26"/>
                    <a:gd name="T6" fmla="*/ 20 w 31"/>
                    <a:gd name="T7" fmla="*/ 8 h 26"/>
                    <a:gd name="T8" fmla="*/ 11 w 31"/>
                    <a:gd name="T9" fmla="*/ 1 h 26"/>
                    <a:gd name="T10" fmla="*/ 11 w 31"/>
                    <a:gd name="T11" fmla="*/ 5 h 26"/>
                    <a:gd name="T12" fmla="*/ 9 w 31"/>
                    <a:gd name="T13" fmla="*/ 11 h 26"/>
                    <a:gd name="T14" fmla="*/ 7 w 31"/>
                    <a:gd name="T15" fmla="*/ 14 h 26"/>
                    <a:gd name="T16" fmla="*/ 4 w 31"/>
                    <a:gd name="T17" fmla="*/ 14 h 26"/>
                    <a:gd name="T18" fmla="*/ 5 w 31"/>
                    <a:gd name="T19" fmla="*/ 16 h 26"/>
                    <a:gd name="T20" fmla="*/ 1 w 31"/>
                    <a:gd name="T21" fmla="*/ 18 h 26"/>
                    <a:gd name="T22" fmla="*/ 2 w 31"/>
                    <a:gd name="T23" fmla="*/ 23 h 26"/>
                    <a:gd name="T24" fmla="*/ 4 w 31"/>
                    <a:gd name="T25" fmla="*/ 25 h 26"/>
                    <a:gd name="T26" fmla="*/ 6 w 31"/>
                    <a:gd name="T27" fmla="*/ 23 h 26"/>
                    <a:gd name="T28" fmla="*/ 7 w 31"/>
                    <a:gd name="T29" fmla="*/ 23 h 26"/>
                    <a:gd name="T30" fmla="*/ 4 w 31"/>
                    <a:gd name="T31" fmla="*/ 20 h 26"/>
                    <a:gd name="T32" fmla="*/ 7 w 31"/>
                    <a:gd name="T33" fmla="*/ 19 h 26"/>
                    <a:gd name="T34" fmla="*/ 12 w 31"/>
                    <a:gd name="T35" fmla="*/ 18 h 26"/>
                    <a:gd name="T36" fmla="*/ 17 w 31"/>
                    <a:gd name="T37" fmla="*/ 21 h 26"/>
                    <a:gd name="T38" fmla="*/ 21 w 31"/>
                    <a:gd name="T39" fmla="*/ 16 h 26"/>
                    <a:gd name="T40" fmla="*/ 31 w 31"/>
                    <a:gd name="T41" fmla="*/ 14 h 26"/>
                    <a:gd name="T42" fmla="*/ 29 w 31"/>
                    <a:gd name="T43" fmla="*/ 12 h 26"/>
                    <a:gd name="T44" fmla="*/ 28 w 31"/>
                    <a:gd name="T45" fmla="*/ 10 h 26"/>
                    <a:gd name="T46" fmla="*/ 28 w 31"/>
                    <a:gd name="T47"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 h="26">
                      <a:moveTo>
                        <a:pt x="28" y="10"/>
                      </a:moveTo>
                      <a:cubicBezTo>
                        <a:pt x="28" y="10"/>
                        <a:pt x="29" y="8"/>
                        <a:pt x="29" y="7"/>
                      </a:cubicBezTo>
                      <a:cubicBezTo>
                        <a:pt x="29" y="8"/>
                        <a:pt x="27" y="10"/>
                        <a:pt x="27" y="10"/>
                      </a:cubicBezTo>
                      <a:cubicBezTo>
                        <a:pt x="25" y="10"/>
                        <a:pt x="21" y="9"/>
                        <a:pt x="20" y="8"/>
                      </a:cubicBezTo>
                      <a:cubicBezTo>
                        <a:pt x="17" y="7"/>
                        <a:pt x="15" y="2"/>
                        <a:pt x="11" y="1"/>
                      </a:cubicBezTo>
                      <a:cubicBezTo>
                        <a:pt x="9" y="0"/>
                        <a:pt x="10" y="4"/>
                        <a:pt x="11" y="5"/>
                      </a:cubicBezTo>
                      <a:cubicBezTo>
                        <a:pt x="11" y="7"/>
                        <a:pt x="10" y="9"/>
                        <a:pt x="9" y="11"/>
                      </a:cubicBezTo>
                      <a:cubicBezTo>
                        <a:pt x="8" y="12"/>
                        <a:pt x="10" y="15"/>
                        <a:pt x="7" y="14"/>
                      </a:cubicBezTo>
                      <a:cubicBezTo>
                        <a:pt x="7" y="14"/>
                        <a:pt x="5" y="13"/>
                        <a:pt x="4" y="14"/>
                      </a:cubicBezTo>
                      <a:cubicBezTo>
                        <a:pt x="4" y="15"/>
                        <a:pt x="5" y="16"/>
                        <a:pt x="5" y="16"/>
                      </a:cubicBezTo>
                      <a:cubicBezTo>
                        <a:pt x="5" y="16"/>
                        <a:pt x="2" y="18"/>
                        <a:pt x="1" y="18"/>
                      </a:cubicBezTo>
                      <a:cubicBezTo>
                        <a:pt x="0" y="20"/>
                        <a:pt x="3" y="21"/>
                        <a:pt x="2" y="23"/>
                      </a:cubicBezTo>
                      <a:cubicBezTo>
                        <a:pt x="1" y="24"/>
                        <a:pt x="3" y="26"/>
                        <a:pt x="4" y="25"/>
                      </a:cubicBezTo>
                      <a:cubicBezTo>
                        <a:pt x="5" y="24"/>
                        <a:pt x="5" y="23"/>
                        <a:pt x="6" y="23"/>
                      </a:cubicBezTo>
                      <a:cubicBezTo>
                        <a:pt x="6" y="23"/>
                        <a:pt x="7" y="24"/>
                        <a:pt x="7" y="23"/>
                      </a:cubicBezTo>
                      <a:cubicBezTo>
                        <a:pt x="7" y="22"/>
                        <a:pt x="5" y="21"/>
                        <a:pt x="4" y="20"/>
                      </a:cubicBezTo>
                      <a:cubicBezTo>
                        <a:pt x="3" y="18"/>
                        <a:pt x="7" y="19"/>
                        <a:pt x="7" y="19"/>
                      </a:cubicBezTo>
                      <a:cubicBezTo>
                        <a:pt x="9" y="19"/>
                        <a:pt x="10" y="17"/>
                        <a:pt x="12" y="18"/>
                      </a:cubicBezTo>
                      <a:cubicBezTo>
                        <a:pt x="14" y="19"/>
                        <a:pt x="15" y="20"/>
                        <a:pt x="17" y="21"/>
                      </a:cubicBezTo>
                      <a:cubicBezTo>
                        <a:pt x="20" y="23"/>
                        <a:pt x="19" y="17"/>
                        <a:pt x="21" y="16"/>
                      </a:cubicBezTo>
                      <a:cubicBezTo>
                        <a:pt x="21" y="16"/>
                        <a:pt x="31" y="16"/>
                        <a:pt x="31" y="14"/>
                      </a:cubicBezTo>
                      <a:cubicBezTo>
                        <a:pt x="30" y="13"/>
                        <a:pt x="27" y="15"/>
                        <a:pt x="29" y="12"/>
                      </a:cubicBezTo>
                      <a:cubicBezTo>
                        <a:pt x="30" y="11"/>
                        <a:pt x="27" y="12"/>
                        <a:pt x="28" y="10"/>
                      </a:cubicBezTo>
                      <a:cubicBezTo>
                        <a:pt x="29" y="7"/>
                        <a:pt x="28" y="11"/>
                        <a:pt x="28"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21" name="Freeform 431">
                  <a:extLst>
                    <a:ext uri="{FF2B5EF4-FFF2-40B4-BE49-F238E27FC236}">
                      <a16:creationId xmlns:a16="http://schemas.microsoft.com/office/drawing/2014/main" id="{C8036AA9-EC50-9A43-826B-CED89AD7CF77}"/>
                    </a:ext>
                  </a:extLst>
                </p:cNvPr>
                <p:cNvSpPr>
                  <a:spLocks/>
                </p:cNvSpPr>
                <p:nvPr/>
              </p:nvSpPr>
              <p:spPr bwMode="auto">
                <a:xfrm>
                  <a:off x="5961121" y="2778517"/>
                  <a:ext cx="215847" cy="181627"/>
                </a:xfrm>
                <a:custGeom>
                  <a:avLst/>
                  <a:gdLst>
                    <a:gd name="T0" fmla="*/ 52 w 56"/>
                    <a:gd name="T1" fmla="*/ 1 h 47"/>
                    <a:gd name="T2" fmla="*/ 51 w 56"/>
                    <a:gd name="T3" fmla="*/ 1 h 47"/>
                    <a:gd name="T4" fmla="*/ 52 w 56"/>
                    <a:gd name="T5" fmla="*/ 3 h 47"/>
                    <a:gd name="T6" fmla="*/ 49 w 56"/>
                    <a:gd name="T7" fmla="*/ 3 h 47"/>
                    <a:gd name="T8" fmla="*/ 47 w 56"/>
                    <a:gd name="T9" fmla="*/ 5 h 47"/>
                    <a:gd name="T10" fmla="*/ 45 w 56"/>
                    <a:gd name="T11" fmla="*/ 6 h 47"/>
                    <a:gd name="T12" fmla="*/ 46 w 56"/>
                    <a:gd name="T13" fmla="*/ 7 h 47"/>
                    <a:gd name="T14" fmla="*/ 46 w 56"/>
                    <a:gd name="T15" fmla="*/ 10 h 47"/>
                    <a:gd name="T16" fmla="*/ 46 w 56"/>
                    <a:gd name="T17" fmla="*/ 13 h 47"/>
                    <a:gd name="T18" fmla="*/ 41 w 56"/>
                    <a:gd name="T19" fmla="*/ 22 h 47"/>
                    <a:gd name="T20" fmla="*/ 36 w 56"/>
                    <a:gd name="T21" fmla="*/ 27 h 47"/>
                    <a:gd name="T22" fmla="*/ 31 w 56"/>
                    <a:gd name="T23" fmla="*/ 27 h 47"/>
                    <a:gd name="T24" fmla="*/ 32 w 56"/>
                    <a:gd name="T25" fmla="*/ 24 h 47"/>
                    <a:gd name="T26" fmla="*/ 30 w 56"/>
                    <a:gd name="T27" fmla="*/ 25 h 47"/>
                    <a:gd name="T28" fmla="*/ 29 w 56"/>
                    <a:gd name="T29" fmla="*/ 27 h 47"/>
                    <a:gd name="T30" fmla="*/ 25 w 56"/>
                    <a:gd name="T31" fmla="*/ 33 h 47"/>
                    <a:gd name="T32" fmla="*/ 25 w 56"/>
                    <a:gd name="T33" fmla="*/ 34 h 47"/>
                    <a:gd name="T34" fmla="*/ 23 w 56"/>
                    <a:gd name="T35" fmla="*/ 36 h 47"/>
                    <a:gd name="T36" fmla="*/ 21 w 56"/>
                    <a:gd name="T37" fmla="*/ 35 h 47"/>
                    <a:gd name="T38" fmla="*/ 17 w 56"/>
                    <a:gd name="T39" fmla="*/ 35 h 47"/>
                    <a:gd name="T40" fmla="*/ 9 w 56"/>
                    <a:gd name="T41" fmla="*/ 36 h 47"/>
                    <a:gd name="T42" fmla="*/ 2 w 56"/>
                    <a:gd name="T43" fmla="*/ 42 h 47"/>
                    <a:gd name="T44" fmla="*/ 1 w 56"/>
                    <a:gd name="T45" fmla="*/ 44 h 47"/>
                    <a:gd name="T46" fmla="*/ 3 w 56"/>
                    <a:gd name="T47" fmla="*/ 43 h 47"/>
                    <a:gd name="T48" fmla="*/ 5 w 56"/>
                    <a:gd name="T49" fmla="*/ 44 h 47"/>
                    <a:gd name="T50" fmla="*/ 22 w 56"/>
                    <a:gd name="T51" fmla="*/ 40 h 47"/>
                    <a:gd name="T52" fmla="*/ 21 w 56"/>
                    <a:gd name="T53" fmla="*/ 43 h 47"/>
                    <a:gd name="T54" fmla="*/ 24 w 56"/>
                    <a:gd name="T55" fmla="*/ 47 h 47"/>
                    <a:gd name="T56" fmla="*/ 27 w 56"/>
                    <a:gd name="T57" fmla="*/ 44 h 47"/>
                    <a:gd name="T58" fmla="*/ 30 w 56"/>
                    <a:gd name="T59" fmla="*/ 43 h 47"/>
                    <a:gd name="T60" fmla="*/ 31 w 56"/>
                    <a:gd name="T61" fmla="*/ 40 h 47"/>
                    <a:gd name="T62" fmla="*/ 38 w 56"/>
                    <a:gd name="T63" fmla="*/ 39 h 47"/>
                    <a:gd name="T64" fmla="*/ 41 w 56"/>
                    <a:gd name="T65" fmla="*/ 40 h 47"/>
                    <a:gd name="T66" fmla="*/ 43 w 56"/>
                    <a:gd name="T67" fmla="*/ 37 h 47"/>
                    <a:gd name="T68" fmla="*/ 45 w 56"/>
                    <a:gd name="T69" fmla="*/ 35 h 47"/>
                    <a:gd name="T70" fmla="*/ 46 w 56"/>
                    <a:gd name="T71" fmla="*/ 38 h 47"/>
                    <a:gd name="T72" fmla="*/ 48 w 56"/>
                    <a:gd name="T73" fmla="*/ 37 h 47"/>
                    <a:gd name="T74" fmla="*/ 49 w 56"/>
                    <a:gd name="T75" fmla="*/ 35 h 47"/>
                    <a:gd name="T76" fmla="*/ 49 w 56"/>
                    <a:gd name="T77" fmla="*/ 32 h 47"/>
                    <a:gd name="T78" fmla="*/ 51 w 56"/>
                    <a:gd name="T79" fmla="*/ 26 h 47"/>
                    <a:gd name="T80" fmla="*/ 51 w 56"/>
                    <a:gd name="T81" fmla="*/ 19 h 47"/>
                    <a:gd name="T82" fmla="*/ 53 w 56"/>
                    <a:gd name="T83" fmla="*/ 19 h 47"/>
                    <a:gd name="T84" fmla="*/ 55 w 56"/>
                    <a:gd name="T85" fmla="*/ 17 h 47"/>
                    <a:gd name="T86" fmla="*/ 55 w 56"/>
                    <a:gd name="T87" fmla="*/ 9 h 47"/>
                    <a:gd name="T88" fmla="*/ 52 w 56"/>
                    <a:gd name="T89" fmla="*/ 1 h 47"/>
                    <a:gd name="T90" fmla="*/ 52 w 56"/>
                    <a:gd name="T91"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47">
                      <a:moveTo>
                        <a:pt x="52" y="1"/>
                      </a:moveTo>
                      <a:cubicBezTo>
                        <a:pt x="51" y="1"/>
                        <a:pt x="51" y="0"/>
                        <a:pt x="51" y="1"/>
                      </a:cubicBezTo>
                      <a:cubicBezTo>
                        <a:pt x="49" y="2"/>
                        <a:pt x="51" y="2"/>
                        <a:pt x="52" y="3"/>
                      </a:cubicBezTo>
                      <a:cubicBezTo>
                        <a:pt x="53" y="4"/>
                        <a:pt x="50" y="5"/>
                        <a:pt x="49" y="3"/>
                      </a:cubicBezTo>
                      <a:cubicBezTo>
                        <a:pt x="48" y="1"/>
                        <a:pt x="47" y="4"/>
                        <a:pt x="47" y="5"/>
                      </a:cubicBezTo>
                      <a:cubicBezTo>
                        <a:pt x="46" y="5"/>
                        <a:pt x="45" y="6"/>
                        <a:pt x="45" y="6"/>
                      </a:cubicBezTo>
                      <a:cubicBezTo>
                        <a:pt x="45" y="8"/>
                        <a:pt x="46" y="7"/>
                        <a:pt x="46" y="7"/>
                      </a:cubicBezTo>
                      <a:cubicBezTo>
                        <a:pt x="46" y="8"/>
                        <a:pt x="46" y="9"/>
                        <a:pt x="46" y="10"/>
                      </a:cubicBezTo>
                      <a:cubicBezTo>
                        <a:pt x="46" y="11"/>
                        <a:pt x="47" y="11"/>
                        <a:pt x="46" y="13"/>
                      </a:cubicBezTo>
                      <a:cubicBezTo>
                        <a:pt x="44" y="16"/>
                        <a:pt x="43" y="19"/>
                        <a:pt x="41" y="22"/>
                      </a:cubicBezTo>
                      <a:cubicBezTo>
                        <a:pt x="40" y="23"/>
                        <a:pt x="37" y="27"/>
                        <a:pt x="36" y="27"/>
                      </a:cubicBezTo>
                      <a:cubicBezTo>
                        <a:pt x="34" y="27"/>
                        <a:pt x="32" y="28"/>
                        <a:pt x="31" y="27"/>
                      </a:cubicBezTo>
                      <a:cubicBezTo>
                        <a:pt x="30" y="26"/>
                        <a:pt x="32" y="25"/>
                        <a:pt x="32" y="24"/>
                      </a:cubicBezTo>
                      <a:cubicBezTo>
                        <a:pt x="33" y="23"/>
                        <a:pt x="30" y="25"/>
                        <a:pt x="30" y="25"/>
                      </a:cubicBezTo>
                      <a:cubicBezTo>
                        <a:pt x="29" y="26"/>
                        <a:pt x="29" y="26"/>
                        <a:pt x="29" y="27"/>
                      </a:cubicBezTo>
                      <a:cubicBezTo>
                        <a:pt x="29" y="30"/>
                        <a:pt x="26" y="31"/>
                        <a:pt x="25" y="33"/>
                      </a:cubicBezTo>
                      <a:cubicBezTo>
                        <a:pt x="25" y="33"/>
                        <a:pt x="25" y="34"/>
                        <a:pt x="25" y="34"/>
                      </a:cubicBezTo>
                      <a:cubicBezTo>
                        <a:pt x="25" y="35"/>
                        <a:pt x="23" y="36"/>
                        <a:pt x="23" y="36"/>
                      </a:cubicBezTo>
                      <a:cubicBezTo>
                        <a:pt x="22" y="36"/>
                        <a:pt x="23" y="35"/>
                        <a:pt x="21" y="35"/>
                      </a:cubicBezTo>
                      <a:cubicBezTo>
                        <a:pt x="20" y="35"/>
                        <a:pt x="19" y="35"/>
                        <a:pt x="17" y="35"/>
                      </a:cubicBezTo>
                      <a:cubicBezTo>
                        <a:pt x="14" y="36"/>
                        <a:pt x="12" y="35"/>
                        <a:pt x="9" y="36"/>
                      </a:cubicBezTo>
                      <a:cubicBezTo>
                        <a:pt x="7" y="38"/>
                        <a:pt x="4" y="40"/>
                        <a:pt x="2" y="42"/>
                      </a:cubicBezTo>
                      <a:cubicBezTo>
                        <a:pt x="0" y="42"/>
                        <a:pt x="0" y="45"/>
                        <a:pt x="1" y="44"/>
                      </a:cubicBezTo>
                      <a:cubicBezTo>
                        <a:pt x="2" y="44"/>
                        <a:pt x="2" y="43"/>
                        <a:pt x="3" y="43"/>
                      </a:cubicBezTo>
                      <a:cubicBezTo>
                        <a:pt x="4" y="44"/>
                        <a:pt x="5" y="45"/>
                        <a:pt x="5" y="44"/>
                      </a:cubicBezTo>
                      <a:cubicBezTo>
                        <a:pt x="10" y="43"/>
                        <a:pt x="17" y="39"/>
                        <a:pt x="22" y="40"/>
                      </a:cubicBezTo>
                      <a:cubicBezTo>
                        <a:pt x="23" y="41"/>
                        <a:pt x="21" y="43"/>
                        <a:pt x="21" y="43"/>
                      </a:cubicBezTo>
                      <a:cubicBezTo>
                        <a:pt x="22" y="44"/>
                        <a:pt x="23" y="47"/>
                        <a:pt x="24" y="47"/>
                      </a:cubicBezTo>
                      <a:cubicBezTo>
                        <a:pt x="25" y="46"/>
                        <a:pt x="26" y="45"/>
                        <a:pt x="27" y="44"/>
                      </a:cubicBezTo>
                      <a:cubicBezTo>
                        <a:pt x="28" y="42"/>
                        <a:pt x="28" y="43"/>
                        <a:pt x="30" y="43"/>
                      </a:cubicBezTo>
                      <a:cubicBezTo>
                        <a:pt x="29" y="43"/>
                        <a:pt x="28" y="35"/>
                        <a:pt x="31" y="40"/>
                      </a:cubicBezTo>
                      <a:cubicBezTo>
                        <a:pt x="32" y="42"/>
                        <a:pt x="37" y="40"/>
                        <a:pt x="38" y="39"/>
                      </a:cubicBezTo>
                      <a:cubicBezTo>
                        <a:pt x="40" y="36"/>
                        <a:pt x="40" y="42"/>
                        <a:pt x="41" y="40"/>
                      </a:cubicBezTo>
                      <a:cubicBezTo>
                        <a:pt x="41" y="39"/>
                        <a:pt x="42" y="37"/>
                        <a:pt x="43" y="37"/>
                      </a:cubicBezTo>
                      <a:cubicBezTo>
                        <a:pt x="44" y="36"/>
                        <a:pt x="44" y="37"/>
                        <a:pt x="45" y="35"/>
                      </a:cubicBezTo>
                      <a:cubicBezTo>
                        <a:pt x="45" y="35"/>
                        <a:pt x="45" y="39"/>
                        <a:pt x="46" y="38"/>
                      </a:cubicBezTo>
                      <a:cubicBezTo>
                        <a:pt x="46" y="38"/>
                        <a:pt x="47" y="38"/>
                        <a:pt x="48" y="37"/>
                      </a:cubicBezTo>
                      <a:cubicBezTo>
                        <a:pt x="49" y="37"/>
                        <a:pt x="48" y="36"/>
                        <a:pt x="49" y="35"/>
                      </a:cubicBezTo>
                      <a:cubicBezTo>
                        <a:pt x="51" y="34"/>
                        <a:pt x="51" y="34"/>
                        <a:pt x="49" y="32"/>
                      </a:cubicBezTo>
                      <a:cubicBezTo>
                        <a:pt x="48" y="31"/>
                        <a:pt x="51" y="28"/>
                        <a:pt x="51" y="26"/>
                      </a:cubicBezTo>
                      <a:cubicBezTo>
                        <a:pt x="52" y="24"/>
                        <a:pt x="50" y="21"/>
                        <a:pt x="51" y="19"/>
                      </a:cubicBezTo>
                      <a:cubicBezTo>
                        <a:pt x="52" y="18"/>
                        <a:pt x="52" y="19"/>
                        <a:pt x="53" y="19"/>
                      </a:cubicBezTo>
                      <a:cubicBezTo>
                        <a:pt x="54" y="19"/>
                        <a:pt x="55" y="17"/>
                        <a:pt x="55" y="17"/>
                      </a:cubicBezTo>
                      <a:cubicBezTo>
                        <a:pt x="56" y="14"/>
                        <a:pt x="56" y="11"/>
                        <a:pt x="55" y="9"/>
                      </a:cubicBezTo>
                      <a:cubicBezTo>
                        <a:pt x="55" y="8"/>
                        <a:pt x="52" y="1"/>
                        <a:pt x="52" y="1"/>
                      </a:cubicBezTo>
                      <a:cubicBezTo>
                        <a:pt x="52" y="1"/>
                        <a:pt x="52" y="1"/>
                        <a:pt x="5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grpSp>
          <p:sp>
            <p:nvSpPr>
              <p:cNvPr id="156" name="Freeform 432">
                <a:extLst>
                  <a:ext uri="{FF2B5EF4-FFF2-40B4-BE49-F238E27FC236}">
                    <a16:creationId xmlns:a16="http://schemas.microsoft.com/office/drawing/2014/main" id="{C9F0AB5E-1124-0B45-B599-2FBEDAC3A586}"/>
                  </a:ext>
                </a:extLst>
              </p:cNvPr>
              <p:cNvSpPr>
                <a:spLocks/>
              </p:cNvSpPr>
              <p:nvPr/>
            </p:nvSpPr>
            <p:spPr bwMode="auto">
              <a:xfrm>
                <a:off x="17884911" y="7370216"/>
                <a:ext cx="19109" cy="25484"/>
              </a:xfrm>
              <a:custGeom>
                <a:avLst/>
                <a:gdLst>
                  <a:gd name="T0" fmla="*/ 2 w 2"/>
                  <a:gd name="T1" fmla="*/ 0 h 3"/>
                  <a:gd name="T2" fmla="*/ 0 w 2"/>
                  <a:gd name="T3" fmla="*/ 1 h 3"/>
                  <a:gd name="T4" fmla="*/ 2 w 2"/>
                  <a:gd name="T5" fmla="*/ 0 h 3"/>
                </a:gdLst>
                <a:ahLst/>
                <a:cxnLst>
                  <a:cxn ang="0">
                    <a:pos x="T0" y="T1"/>
                  </a:cxn>
                  <a:cxn ang="0">
                    <a:pos x="T2" y="T3"/>
                  </a:cxn>
                  <a:cxn ang="0">
                    <a:pos x="T4" y="T5"/>
                  </a:cxn>
                </a:cxnLst>
                <a:rect l="0" t="0" r="r" b="b"/>
                <a:pathLst>
                  <a:path w="2" h="3">
                    <a:moveTo>
                      <a:pt x="2" y="0"/>
                    </a:moveTo>
                    <a:cubicBezTo>
                      <a:pt x="2" y="0"/>
                      <a:pt x="0" y="1"/>
                      <a:pt x="0" y="1"/>
                    </a:cubicBezTo>
                    <a:cubicBezTo>
                      <a:pt x="1" y="3"/>
                      <a:pt x="2" y="1"/>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7" name="Freeform 433">
                <a:extLst>
                  <a:ext uri="{FF2B5EF4-FFF2-40B4-BE49-F238E27FC236}">
                    <a16:creationId xmlns:a16="http://schemas.microsoft.com/office/drawing/2014/main" id="{3CA857EB-2320-0C42-AD5A-E02B09D60CB5}"/>
                  </a:ext>
                </a:extLst>
              </p:cNvPr>
              <p:cNvSpPr>
                <a:spLocks/>
              </p:cNvSpPr>
              <p:nvPr/>
            </p:nvSpPr>
            <p:spPr bwMode="auto">
              <a:xfrm>
                <a:off x="17773446" y="7370216"/>
                <a:ext cx="121018" cy="92380"/>
              </a:xfrm>
              <a:custGeom>
                <a:avLst/>
                <a:gdLst>
                  <a:gd name="T0" fmla="*/ 11 w 13"/>
                  <a:gd name="T1" fmla="*/ 2 h 10"/>
                  <a:gd name="T2" fmla="*/ 7 w 13"/>
                  <a:gd name="T3" fmla="*/ 2 h 10"/>
                  <a:gd name="T4" fmla="*/ 5 w 13"/>
                  <a:gd name="T5" fmla="*/ 3 h 10"/>
                  <a:gd name="T6" fmla="*/ 3 w 13"/>
                  <a:gd name="T7" fmla="*/ 4 h 10"/>
                  <a:gd name="T8" fmla="*/ 0 w 13"/>
                  <a:gd name="T9" fmla="*/ 6 h 10"/>
                  <a:gd name="T10" fmla="*/ 3 w 13"/>
                  <a:gd name="T11" fmla="*/ 9 h 10"/>
                  <a:gd name="T12" fmla="*/ 6 w 13"/>
                  <a:gd name="T13" fmla="*/ 6 h 10"/>
                  <a:gd name="T14" fmla="*/ 10 w 13"/>
                  <a:gd name="T15" fmla="*/ 6 h 10"/>
                  <a:gd name="T16" fmla="*/ 11 w 13"/>
                  <a:gd name="T17" fmla="*/ 2 h 10"/>
                  <a:gd name="T18" fmla="*/ 11 w 13"/>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10">
                    <a:moveTo>
                      <a:pt x="11" y="2"/>
                    </a:moveTo>
                    <a:cubicBezTo>
                      <a:pt x="9" y="2"/>
                      <a:pt x="9" y="0"/>
                      <a:pt x="7" y="2"/>
                    </a:cubicBezTo>
                    <a:cubicBezTo>
                      <a:pt x="6" y="2"/>
                      <a:pt x="5" y="4"/>
                      <a:pt x="5" y="3"/>
                    </a:cubicBezTo>
                    <a:cubicBezTo>
                      <a:pt x="4" y="2"/>
                      <a:pt x="3" y="4"/>
                      <a:pt x="3" y="4"/>
                    </a:cubicBezTo>
                    <a:cubicBezTo>
                      <a:pt x="2" y="6"/>
                      <a:pt x="1" y="5"/>
                      <a:pt x="0" y="6"/>
                    </a:cubicBezTo>
                    <a:cubicBezTo>
                      <a:pt x="0" y="5"/>
                      <a:pt x="2" y="9"/>
                      <a:pt x="3" y="9"/>
                    </a:cubicBezTo>
                    <a:cubicBezTo>
                      <a:pt x="3" y="10"/>
                      <a:pt x="5" y="6"/>
                      <a:pt x="6" y="6"/>
                    </a:cubicBezTo>
                    <a:cubicBezTo>
                      <a:pt x="7" y="6"/>
                      <a:pt x="9" y="7"/>
                      <a:pt x="10" y="6"/>
                    </a:cubicBezTo>
                    <a:cubicBezTo>
                      <a:pt x="11" y="6"/>
                      <a:pt x="13" y="3"/>
                      <a:pt x="11" y="2"/>
                    </a:cubicBezTo>
                    <a:cubicBezTo>
                      <a:pt x="10" y="2"/>
                      <a:pt x="11" y="2"/>
                      <a:pt x="11"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8" name="Freeform 434">
                <a:extLst>
                  <a:ext uri="{FF2B5EF4-FFF2-40B4-BE49-F238E27FC236}">
                    <a16:creationId xmlns:a16="http://schemas.microsoft.com/office/drawing/2014/main" id="{3EBA49BE-B8F7-A248-BAD7-D09EA541DC3F}"/>
                  </a:ext>
                </a:extLst>
              </p:cNvPr>
              <p:cNvSpPr>
                <a:spLocks/>
              </p:cNvSpPr>
              <p:nvPr/>
            </p:nvSpPr>
            <p:spPr bwMode="auto">
              <a:xfrm>
                <a:off x="17652427" y="7405258"/>
                <a:ext cx="101909" cy="149721"/>
              </a:xfrm>
              <a:custGeom>
                <a:avLst/>
                <a:gdLst>
                  <a:gd name="T0" fmla="*/ 7 w 11"/>
                  <a:gd name="T1" fmla="*/ 0 h 16"/>
                  <a:gd name="T2" fmla="*/ 2 w 11"/>
                  <a:gd name="T3" fmla="*/ 2 h 16"/>
                  <a:gd name="T4" fmla="*/ 0 w 11"/>
                  <a:gd name="T5" fmla="*/ 6 h 16"/>
                  <a:gd name="T6" fmla="*/ 2 w 11"/>
                  <a:gd name="T7" fmla="*/ 6 h 16"/>
                  <a:gd name="T8" fmla="*/ 3 w 11"/>
                  <a:gd name="T9" fmla="*/ 4 h 16"/>
                  <a:gd name="T10" fmla="*/ 4 w 11"/>
                  <a:gd name="T11" fmla="*/ 5 h 16"/>
                  <a:gd name="T12" fmla="*/ 3 w 11"/>
                  <a:gd name="T13" fmla="*/ 10 h 16"/>
                  <a:gd name="T14" fmla="*/ 3 w 11"/>
                  <a:gd name="T15" fmla="*/ 11 h 16"/>
                  <a:gd name="T16" fmla="*/ 3 w 11"/>
                  <a:gd name="T17" fmla="*/ 13 h 16"/>
                  <a:gd name="T18" fmla="*/ 5 w 11"/>
                  <a:gd name="T19" fmla="*/ 12 h 16"/>
                  <a:gd name="T20" fmla="*/ 6 w 11"/>
                  <a:gd name="T21" fmla="*/ 15 h 16"/>
                  <a:gd name="T22" fmla="*/ 8 w 11"/>
                  <a:gd name="T23" fmla="*/ 12 h 16"/>
                  <a:gd name="T24" fmla="*/ 11 w 11"/>
                  <a:gd name="T25" fmla="*/ 7 h 16"/>
                  <a:gd name="T26" fmla="*/ 10 w 11"/>
                  <a:gd name="T27" fmla="*/ 2 h 16"/>
                  <a:gd name="T28" fmla="*/ 7 w 11"/>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16">
                    <a:moveTo>
                      <a:pt x="7" y="0"/>
                    </a:moveTo>
                    <a:cubicBezTo>
                      <a:pt x="5" y="0"/>
                      <a:pt x="3" y="1"/>
                      <a:pt x="2" y="2"/>
                    </a:cubicBezTo>
                    <a:cubicBezTo>
                      <a:pt x="0" y="3"/>
                      <a:pt x="0" y="4"/>
                      <a:pt x="0" y="6"/>
                    </a:cubicBezTo>
                    <a:cubicBezTo>
                      <a:pt x="0" y="5"/>
                      <a:pt x="3" y="5"/>
                      <a:pt x="2" y="6"/>
                    </a:cubicBezTo>
                    <a:cubicBezTo>
                      <a:pt x="3" y="5"/>
                      <a:pt x="2" y="4"/>
                      <a:pt x="3" y="4"/>
                    </a:cubicBezTo>
                    <a:cubicBezTo>
                      <a:pt x="3" y="4"/>
                      <a:pt x="4" y="4"/>
                      <a:pt x="4" y="5"/>
                    </a:cubicBezTo>
                    <a:cubicBezTo>
                      <a:pt x="4" y="7"/>
                      <a:pt x="4" y="8"/>
                      <a:pt x="3" y="10"/>
                    </a:cubicBezTo>
                    <a:cubicBezTo>
                      <a:pt x="2" y="11"/>
                      <a:pt x="3" y="11"/>
                      <a:pt x="3" y="11"/>
                    </a:cubicBezTo>
                    <a:cubicBezTo>
                      <a:pt x="3" y="12"/>
                      <a:pt x="3" y="13"/>
                      <a:pt x="3" y="13"/>
                    </a:cubicBezTo>
                    <a:cubicBezTo>
                      <a:pt x="3" y="16"/>
                      <a:pt x="5" y="12"/>
                      <a:pt x="5" y="12"/>
                    </a:cubicBezTo>
                    <a:cubicBezTo>
                      <a:pt x="5" y="12"/>
                      <a:pt x="5" y="15"/>
                      <a:pt x="6" y="15"/>
                    </a:cubicBezTo>
                    <a:cubicBezTo>
                      <a:pt x="6" y="16"/>
                      <a:pt x="8" y="13"/>
                      <a:pt x="8" y="12"/>
                    </a:cubicBezTo>
                    <a:cubicBezTo>
                      <a:pt x="10" y="10"/>
                      <a:pt x="10" y="8"/>
                      <a:pt x="11" y="7"/>
                    </a:cubicBezTo>
                    <a:cubicBezTo>
                      <a:pt x="11" y="5"/>
                      <a:pt x="10" y="4"/>
                      <a:pt x="10" y="2"/>
                    </a:cubicBezTo>
                    <a:cubicBezTo>
                      <a:pt x="10" y="0"/>
                      <a:pt x="7" y="2"/>
                      <a:pt x="7"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59" name="Freeform 435">
                <a:extLst>
                  <a:ext uri="{FF2B5EF4-FFF2-40B4-BE49-F238E27FC236}">
                    <a16:creationId xmlns:a16="http://schemas.microsoft.com/office/drawing/2014/main" id="{B775854E-3660-AB46-A2F9-59DBF021CCE8}"/>
                  </a:ext>
                </a:extLst>
              </p:cNvPr>
              <p:cNvSpPr>
                <a:spLocks/>
              </p:cNvSpPr>
              <p:nvPr/>
            </p:nvSpPr>
            <p:spPr bwMode="auto">
              <a:xfrm>
                <a:off x="17550518" y="7771599"/>
                <a:ext cx="35033" cy="28669"/>
              </a:xfrm>
              <a:custGeom>
                <a:avLst/>
                <a:gdLst>
                  <a:gd name="T0" fmla="*/ 4 w 4"/>
                  <a:gd name="T1" fmla="*/ 0 h 3"/>
                  <a:gd name="T2" fmla="*/ 1 w 4"/>
                  <a:gd name="T3" fmla="*/ 3 h 3"/>
                  <a:gd name="T4" fmla="*/ 4 w 4"/>
                  <a:gd name="T5" fmla="*/ 0 h 3"/>
                </a:gdLst>
                <a:ahLst/>
                <a:cxnLst>
                  <a:cxn ang="0">
                    <a:pos x="T0" y="T1"/>
                  </a:cxn>
                  <a:cxn ang="0">
                    <a:pos x="T2" y="T3"/>
                  </a:cxn>
                  <a:cxn ang="0">
                    <a:pos x="T4" y="T5"/>
                  </a:cxn>
                </a:cxnLst>
                <a:rect l="0" t="0" r="r" b="b"/>
                <a:pathLst>
                  <a:path w="4" h="3">
                    <a:moveTo>
                      <a:pt x="4" y="0"/>
                    </a:moveTo>
                    <a:cubicBezTo>
                      <a:pt x="3" y="0"/>
                      <a:pt x="0" y="1"/>
                      <a:pt x="1" y="3"/>
                    </a:cubicBezTo>
                    <a:cubicBezTo>
                      <a:pt x="1" y="3"/>
                      <a:pt x="4" y="0"/>
                      <a:pt x="4"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0" name="Freeform 436">
                <a:extLst>
                  <a:ext uri="{FF2B5EF4-FFF2-40B4-BE49-F238E27FC236}">
                    <a16:creationId xmlns:a16="http://schemas.microsoft.com/office/drawing/2014/main" id="{B845136F-C44F-EC43-8B5B-91557822418B}"/>
                  </a:ext>
                </a:extLst>
              </p:cNvPr>
              <p:cNvSpPr>
                <a:spLocks/>
              </p:cNvSpPr>
              <p:nvPr/>
            </p:nvSpPr>
            <p:spPr bwMode="auto">
              <a:xfrm>
                <a:off x="17633319" y="7679216"/>
                <a:ext cx="19109" cy="15928"/>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1" y="0"/>
                      <a:pt x="0" y="1"/>
                      <a:pt x="0" y="1"/>
                    </a:cubicBezTo>
                    <a:cubicBezTo>
                      <a:pt x="0" y="2"/>
                      <a:pt x="2"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1" name="Freeform 437">
                <a:extLst>
                  <a:ext uri="{FF2B5EF4-FFF2-40B4-BE49-F238E27FC236}">
                    <a16:creationId xmlns:a16="http://schemas.microsoft.com/office/drawing/2014/main" id="{EFDC1262-F384-344F-8F1E-C34ACEC3EB0F}"/>
                  </a:ext>
                </a:extLst>
              </p:cNvPr>
              <p:cNvSpPr>
                <a:spLocks/>
              </p:cNvSpPr>
              <p:nvPr/>
            </p:nvSpPr>
            <p:spPr bwMode="auto">
              <a:xfrm>
                <a:off x="17381727" y="7873535"/>
                <a:ext cx="19109"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2" name="Freeform 438">
                <a:extLst>
                  <a:ext uri="{FF2B5EF4-FFF2-40B4-BE49-F238E27FC236}">
                    <a16:creationId xmlns:a16="http://schemas.microsoft.com/office/drawing/2014/main" id="{1C30A3BC-64B3-104E-9164-C95244594FE0}"/>
                  </a:ext>
                </a:extLst>
              </p:cNvPr>
              <p:cNvSpPr>
                <a:spLocks/>
              </p:cNvSpPr>
              <p:nvPr/>
            </p:nvSpPr>
            <p:spPr bwMode="auto">
              <a:xfrm>
                <a:off x="17203386" y="7838493"/>
                <a:ext cx="111465" cy="156092"/>
              </a:xfrm>
              <a:custGeom>
                <a:avLst/>
                <a:gdLst>
                  <a:gd name="T0" fmla="*/ 8 w 12"/>
                  <a:gd name="T1" fmla="*/ 1 h 17"/>
                  <a:gd name="T2" fmla="*/ 0 w 12"/>
                  <a:gd name="T3" fmla="*/ 8 h 17"/>
                  <a:gd name="T4" fmla="*/ 1 w 12"/>
                  <a:gd name="T5" fmla="*/ 14 h 17"/>
                  <a:gd name="T6" fmla="*/ 3 w 12"/>
                  <a:gd name="T7" fmla="*/ 17 h 17"/>
                  <a:gd name="T8" fmla="*/ 8 w 12"/>
                  <a:gd name="T9" fmla="*/ 1 h 17"/>
                  <a:gd name="T10" fmla="*/ 8 w 12"/>
                  <a:gd name="T11" fmla="*/ 1 h 17"/>
                </a:gdLst>
                <a:ahLst/>
                <a:cxnLst>
                  <a:cxn ang="0">
                    <a:pos x="T0" y="T1"/>
                  </a:cxn>
                  <a:cxn ang="0">
                    <a:pos x="T2" y="T3"/>
                  </a:cxn>
                  <a:cxn ang="0">
                    <a:pos x="T4" y="T5"/>
                  </a:cxn>
                  <a:cxn ang="0">
                    <a:pos x="T6" y="T7"/>
                  </a:cxn>
                  <a:cxn ang="0">
                    <a:pos x="T8" y="T9"/>
                  </a:cxn>
                  <a:cxn ang="0">
                    <a:pos x="T10" y="T11"/>
                  </a:cxn>
                </a:cxnLst>
                <a:rect l="0" t="0" r="r" b="b"/>
                <a:pathLst>
                  <a:path w="12" h="17">
                    <a:moveTo>
                      <a:pt x="8" y="1"/>
                    </a:moveTo>
                    <a:cubicBezTo>
                      <a:pt x="5" y="0"/>
                      <a:pt x="1" y="6"/>
                      <a:pt x="0" y="8"/>
                    </a:cubicBezTo>
                    <a:cubicBezTo>
                      <a:pt x="0" y="10"/>
                      <a:pt x="0" y="12"/>
                      <a:pt x="1" y="14"/>
                    </a:cubicBezTo>
                    <a:cubicBezTo>
                      <a:pt x="1" y="14"/>
                      <a:pt x="3" y="17"/>
                      <a:pt x="3" y="17"/>
                    </a:cubicBezTo>
                    <a:cubicBezTo>
                      <a:pt x="4" y="15"/>
                      <a:pt x="12" y="2"/>
                      <a:pt x="8" y="1"/>
                    </a:cubicBezTo>
                    <a:cubicBezTo>
                      <a:pt x="7" y="1"/>
                      <a:pt x="9" y="1"/>
                      <a:pt x="8"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3" name="Freeform 439">
                <a:extLst>
                  <a:ext uri="{FF2B5EF4-FFF2-40B4-BE49-F238E27FC236}">
                    <a16:creationId xmlns:a16="http://schemas.microsoft.com/office/drawing/2014/main" id="{627FA898-C5D9-7B40-A4B7-3226866145A6}"/>
                  </a:ext>
                </a:extLst>
              </p:cNvPr>
              <p:cNvSpPr>
                <a:spLocks/>
              </p:cNvSpPr>
              <p:nvPr/>
            </p:nvSpPr>
            <p:spPr bwMode="auto">
              <a:xfrm>
                <a:off x="16652429" y="8099708"/>
                <a:ext cx="130574" cy="92380"/>
              </a:xfrm>
              <a:custGeom>
                <a:avLst/>
                <a:gdLst>
                  <a:gd name="T0" fmla="*/ 13 w 14"/>
                  <a:gd name="T1" fmla="*/ 1 h 10"/>
                  <a:gd name="T2" fmla="*/ 9 w 14"/>
                  <a:gd name="T3" fmla="*/ 0 h 10"/>
                  <a:gd name="T4" fmla="*/ 4 w 14"/>
                  <a:gd name="T5" fmla="*/ 2 h 10"/>
                  <a:gd name="T6" fmla="*/ 4 w 14"/>
                  <a:gd name="T7" fmla="*/ 9 h 10"/>
                  <a:gd name="T8" fmla="*/ 11 w 14"/>
                  <a:gd name="T9" fmla="*/ 6 h 10"/>
                  <a:gd name="T10" fmla="*/ 13 w 14"/>
                  <a:gd name="T11" fmla="*/ 1 h 10"/>
                </a:gdLst>
                <a:ahLst/>
                <a:cxnLst>
                  <a:cxn ang="0">
                    <a:pos x="T0" y="T1"/>
                  </a:cxn>
                  <a:cxn ang="0">
                    <a:pos x="T2" y="T3"/>
                  </a:cxn>
                  <a:cxn ang="0">
                    <a:pos x="T4" y="T5"/>
                  </a:cxn>
                  <a:cxn ang="0">
                    <a:pos x="T6" y="T7"/>
                  </a:cxn>
                  <a:cxn ang="0">
                    <a:pos x="T8" y="T9"/>
                  </a:cxn>
                  <a:cxn ang="0">
                    <a:pos x="T10" y="T11"/>
                  </a:cxn>
                </a:cxnLst>
                <a:rect l="0" t="0" r="r" b="b"/>
                <a:pathLst>
                  <a:path w="14" h="10">
                    <a:moveTo>
                      <a:pt x="13" y="1"/>
                    </a:moveTo>
                    <a:cubicBezTo>
                      <a:pt x="12" y="1"/>
                      <a:pt x="11" y="0"/>
                      <a:pt x="9" y="0"/>
                    </a:cubicBezTo>
                    <a:cubicBezTo>
                      <a:pt x="7" y="0"/>
                      <a:pt x="6" y="1"/>
                      <a:pt x="4" y="2"/>
                    </a:cubicBezTo>
                    <a:cubicBezTo>
                      <a:pt x="2" y="4"/>
                      <a:pt x="0" y="7"/>
                      <a:pt x="4" y="9"/>
                    </a:cubicBezTo>
                    <a:cubicBezTo>
                      <a:pt x="6" y="10"/>
                      <a:pt x="10" y="8"/>
                      <a:pt x="11" y="6"/>
                    </a:cubicBezTo>
                    <a:cubicBezTo>
                      <a:pt x="11" y="5"/>
                      <a:pt x="14" y="1"/>
                      <a:pt x="13"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4" name="Freeform 440">
                <a:extLst>
                  <a:ext uri="{FF2B5EF4-FFF2-40B4-BE49-F238E27FC236}">
                    <a16:creationId xmlns:a16="http://schemas.microsoft.com/office/drawing/2014/main" id="{412E10EC-793A-044A-9D6A-F1456DBF9E55}"/>
                  </a:ext>
                </a:extLst>
              </p:cNvPr>
              <p:cNvSpPr>
                <a:spLocks/>
              </p:cNvSpPr>
              <p:nvPr/>
            </p:nvSpPr>
            <p:spPr bwMode="auto">
              <a:xfrm>
                <a:off x="17184277" y="8163419"/>
                <a:ext cx="187897" cy="264400"/>
              </a:xfrm>
              <a:custGeom>
                <a:avLst/>
                <a:gdLst>
                  <a:gd name="T0" fmla="*/ 12 w 20"/>
                  <a:gd name="T1" fmla="*/ 2 h 28"/>
                  <a:gd name="T2" fmla="*/ 9 w 20"/>
                  <a:gd name="T3" fmla="*/ 2 h 28"/>
                  <a:gd name="T4" fmla="*/ 4 w 20"/>
                  <a:gd name="T5" fmla="*/ 3 h 28"/>
                  <a:gd name="T6" fmla="*/ 3 w 20"/>
                  <a:gd name="T7" fmla="*/ 11 h 28"/>
                  <a:gd name="T8" fmla="*/ 3 w 20"/>
                  <a:gd name="T9" fmla="*/ 13 h 28"/>
                  <a:gd name="T10" fmla="*/ 0 w 20"/>
                  <a:gd name="T11" fmla="*/ 13 h 28"/>
                  <a:gd name="T12" fmla="*/ 3 w 20"/>
                  <a:gd name="T13" fmla="*/ 22 h 28"/>
                  <a:gd name="T14" fmla="*/ 5 w 20"/>
                  <a:gd name="T15" fmla="*/ 20 h 28"/>
                  <a:gd name="T16" fmla="*/ 7 w 20"/>
                  <a:gd name="T17" fmla="*/ 22 h 28"/>
                  <a:gd name="T18" fmla="*/ 4 w 20"/>
                  <a:gd name="T19" fmla="*/ 23 h 28"/>
                  <a:gd name="T20" fmla="*/ 8 w 20"/>
                  <a:gd name="T21" fmla="*/ 26 h 28"/>
                  <a:gd name="T22" fmla="*/ 11 w 20"/>
                  <a:gd name="T23" fmla="*/ 25 h 28"/>
                  <a:gd name="T24" fmla="*/ 15 w 20"/>
                  <a:gd name="T25" fmla="*/ 28 h 28"/>
                  <a:gd name="T26" fmla="*/ 14 w 20"/>
                  <a:gd name="T27" fmla="*/ 25 h 28"/>
                  <a:gd name="T28" fmla="*/ 17 w 20"/>
                  <a:gd name="T29" fmla="*/ 24 h 28"/>
                  <a:gd name="T30" fmla="*/ 10 w 20"/>
                  <a:gd name="T31" fmla="*/ 22 h 28"/>
                  <a:gd name="T32" fmla="*/ 9 w 20"/>
                  <a:gd name="T33" fmla="*/ 16 h 28"/>
                  <a:gd name="T34" fmla="*/ 12 w 20"/>
                  <a:gd name="T35" fmla="*/ 12 h 28"/>
                  <a:gd name="T36" fmla="*/ 13 w 20"/>
                  <a:gd name="T37" fmla="*/ 7 h 28"/>
                  <a:gd name="T38" fmla="*/ 12 w 20"/>
                  <a:gd name="T39" fmla="*/ 2 h 28"/>
                  <a:gd name="T40" fmla="*/ 12 w 20"/>
                  <a:gd name="T4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 h="28">
                    <a:moveTo>
                      <a:pt x="12" y="2"/>
                    </a:moveTo>
                    <a:cubicBezTo>
                      <a:pt x="10" y="1"/>
                      <a:pt x="11" y="5"/>
                      <a:pt x="9" y="2"/>
                    </a:cubicBezTo>
                    <a:cubicBezTo>
                      <a:pt x="8" y="0"/>
                      <a:pt x="4" y="1"/>
                      <a:pt x="4" y="3"/>
                    </a:cubicBezTo>
                    <a:cubicBezTo>
                      <a:pt x="3" y="6"/>
                      <a:pt x="4" y="8"/>
                      <a:pt x="3" y="11"/>
                    </a:cubicBezTo>
                    <a:cubicBezTo>
                      <a:pt x="3" y="12"/>
                      <a:pt x="3" y="13"/>
                      <a:pt x="3" y="13"/>
                    </a:cubicBezTo>
                    <a:cubicBezTo>
                      <a:pt x="2" y="14"/>
                      <a:pt x="0" y="13"/>
                      <a:pt x="0" y="13"/>
                    </a:cubicBezTo>
                    <a:cubicBezTo>
                      <a:pt x="0" y="13"/>
                      <a:pt x="2" y="22"/>
                      <a:pt x="3" y="22"/>
                    </a:cubicBezTo>
                    <a:cubicBezTo>
                      <a:pt x="3" y="22"/>
                      <a:pt x="4" y="19"/>
                      <a:pt x="5" y="20"/>
                    </a:cubicBezTo>
                    <a:cubicBezTo>
                      <a:pt x="5" y="20"/>
                      <a:pt x="7" y="21"/>
                      <a:pt x="7" y="22"/>
                    </a:cubicBezTo>
                    <a:cubicBezTo>
                      <a:pt x="7" y="23"/>
                      <a:pt x="4" y="21"/>
                      <a:pt x="4" y="23"/>
                    </a:cubicBezTo>
                    <a:cubicBezTo>
                      <a:pt x="4" y="25"/>
                      <a:pt x="6" y="27"/>
                      <a:pt x="8" y="26"/>
                    </a:cubicBezTo>
                    <a:cubicBezTo>
                      <a:pt x="9" y="26"/>
                      <a:pt x="10" y="24"/>
                      <a:pt x="11" y="25"/>
                    </a:cubicBezTo>
                    <a:cubicBezTo>
                      <a:pt x="11" y="25"/>
                      <a:pt x="15" y="28"/>
                      <a:pt x="15" y="28"/>
                    </a:cubicBezTo>
                    <a:cubicBezTo>
                      <a:pt x="16" y="27"/>
                      <a:pt x="13" y="26"/>
                      <a:pt x="14" y="25"/>
                    </a:cubicBezTo>
                    <a:cubicBezTo>
                      <a:pt x="13" y="26"/>
                      <a:pt x="20" y="28"/>
                      <a:pt x="17" y="24"/>
                    </a:cubicBezTo>
                    <a:cubicBezTo>
                      <a:pt x="15" y="22"/>
                      <a:pt x="11" y="25"/>
                      <a:pt x="10" y="22"/>
                    </a:cubicBezTo>
                    <a:cubicBezTo>
                      <a:pt x="9" y="20"/>
                      <a:pt x="9" y="19"/>
                      <a:pt x="9" y="16"/>
                    </a:cubicBezTo>
                    <a:cubicBezTo>
                      <a:pt x="9" y="14"/>
                      <a:pt x="11" y="14"/>
                      <a:pt x="12" y="12"/>
                    </a:cubicBezTo>
                    <a:cubicBezTo>
                      <a:pt x="14" y="10"/>
                      <a:pt x="14" y="9"/>
                      <a:pt x="13" y="7"/>
                    </a:cubicBezTo>
                    <a:cubicBezTo>
                      <a:pt x="13" y="7"/>
                      <a:pt x="13" y="2"/>
                      <a:pt x="12" y="2"/>
                    </a:cubicBezTo>
                    <a:cubicBezTo>
                      <a:pt x="11" y="2"/>
                      <a:pt x="13" y="2"/>
                      <a:pt x="12"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5" name="Freeform 441">
                <a:extLst>
                  <a:ext uri="{FF2B5EF4-FFF2-40B4-BE49-F238E27FC236}">
                    <a16:creationId xmlns:a16="http://schemas.microsoft.com/office/drawing/2014/main" id="{C8ED253B-65A9-4D40-8335-0CAF77434C1E}"/>
                  </a:ext>
                </a:extLst>
              </p:cNvPr>
              <p:cNvSpPr>
                <a:spLocks/>
              </p:cNvSpPr>
              <p:nvPr/>
            </p:nvSpPr>
            <p:spPr bwMode="auto">
              <a:xfrm>
                <a:off x="17343512" y="8389592"/>
                <a:ext cx="57323" cy="73269"/>
              </a:xfrm>
              <a:custGeom>
                <a:avLst/>
                <a:gdLst>
                  <a:gd name="T0" fmla="*/ 3 w 6"/>
                  <a:gd name="T1" fmla="*/ 1 h 8"/>
                  <a:gd name="T2" fmla="*/ 1 w 6"/>
                  <a:gd name="T3" fmla="*/ 1 h 8"/>
                  <a:gd name="T4" fmla="*/ 0 w 6"/>
                  <a:gd name="T5" fmla="*/ 3 h 8"/>
                  <a:gd name="T6" fmla="*/ 2 w 6"/>
                  <a:gd name="T7" fmla="*/ 6 h 8"/>
                  <a:gd name="T8" fmla="*/ 5 w 6"/>
                  <a:gd name="T9" fmla="*/ 7 h 8"/>
                  <a:gd name="T10" fmla="*/ 4 w 6"/>
                  <a:gd name="T11" fmla="*/ 4 h 8"/>
                  <a:gd name="T12" fmla="*/ 3 w 6"/>
                  <a:gd name="T13" fmla="*/ 1 h 8"/>
                  <a:gd name="T14" fmla="*/ 3 w 6"/>
                  <a:gd name="T15" fmla="*/ 1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8">
                    <a:moveTo>
                      <a:pt x="3" y="1"/>
                    </a:moveTo>
                    <a:cubicBezTo>
                      <a:pt x="3" y="1"/>
                      <a:pt x="2" y="0"/>
                      <a:pt x="1" y="1"/>
                    </a:cubicBezTo>
                    <a:cubicBezTo>
                      <a:pt x="1" y="2"/>
                      <a:pt x="0" y="2"/>
                      <a:pt x="0" y="3"/>
                    </a:cubicBezTo>
                    <a:cubicBezTo>
                      <a:pt x="1" y="4"/>
                      <a:pt x="0" y="5"/>
                      <a:pt x="2" y="6"/>
                    </a:cubicBezTo>
                    <a:cubicBezTo>
                      <a:pt x="2" y="6"/>
                      <a:pt x="6" y="8"/>
                      <a:pt x="5" y="7"/>
                    </a:cubicBezTo>
                    <a:cubicBezTo>
                      <a:pt x="5" y="6"/>
                      <a:pt x="5" y="5"/>
                      <a:pt x="4" y="4"/>
                    </a:cubicBezTo>
                    <a:cubicBezTo>
                      <a:pt x="2" y="4"/>
                      <a:pt x="2" y="1"/>
                      <a:pt x="3" y="1"/>
                    </a:cubicBezTo>
                    <a:cubicBezTo>
                      <a:pt x="2" y="1"/>
                      <a:pt x="4" y="1"/>
                      <a:pt x="3"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6" name="Freeform 442">
                <a:extLst>
                  <a:ext uri="{FF2B5EF4-FFF2-40B4-BE49-F238E27FC236}">
                    <a16:creationId xmlns:a16="http://schemas.microsoft.com/office/drawing/2014/main" id="{5BFD9CCD-19B5-7547-96A6-E3AFD1C1D2D8}"/>
                  </a:ext>
                </a:extLst>
              </p:cNvPr>
              <p:cNvSpPr>
                <a:spLocks/>
              </p:cNvSpPr>
              <p:nvPr/>
            </p:nvSpPr>
            <p:spPr bwMode="auto">
              <a:xfrm>
                <a:off x="17381727" y="8453303"/>
                <a:ext cx="92356" cy="124237"/>
              </a:xfrm>
              <a:custGeom>
                <a:avLst/>
                <a:gdLst>
                  <a:gd name="T0" fmla="*/ 4 w 10"/>
                  <a:gd name="T1" fmla="*/ 0 h 13"/>
                  <a:gd name="T2" fmla="*/ 2 w 10"/>
                  <a:gd name="T3" fmla="*/ 1 h 13"/>
                  <a:gd name="T4" fmla="*/ 4 w 10"/>
                  <a:gd name="T5" fmla="*/ 4 h 13"/>
                  <a:gd name="T6" fmla="*/ 4 w 10"/>
                  <a:gd name="T7" fmla="*/ 9 h 13"/>
                  <a:gd name="T8" fmla="*/ 5 w 10"/>
                  <a:gd name="T9" fmla="*/ 13 h 13"/>
                  <a:gd name="T10" fmla="*/ 5 w 10"/>
                  <a:gd name="T11" fmla="*/ 11 h 13"/>
                  <a:gd name="T12" fmla="*/ 9 w 10"/>
                  <a:gd name="T13" fmla="*/ 8 h 13"/>
                  <a:gd name="T14" fmla="*/ 8 w 10"/>
                  <a:gd name="T15" fmla="*/ 6 h 13"/>
                  <a:gd name="T16" fmla="*/ 9 w 10"/>
                  <a:gd name="T17" fmla="*/ 5 h 13"/>
                  <a:gd name="T18" fmla="*/ 7 w 10"/>
                  <a:gd name="T19" fmla="*/ 1 h 13"/>
                  <a:gd name="T20" fmla="*/ 4 w 10"/>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3">
                    <a:moveTo>
                      <a:pt x="4" y="0"/>
                    </a:moveTo>
                    <a:cubicBezTo>
                      <a:pt x="3" y="0"/>
                      <a:pt x="4" y="0"/>
                      <a:pt x="2" y="1"/>
                    </a:cubicBezTo>
                    <a:cubicBezTo>
                      <a:pt x="1" y="2"/>
                      <a:pt x="3" y="3"/>
                      <a:pt x="4" y="4"/>
                    </a:cubicBezTo>
                    <a:cubicBezTo>
                      <a:pt x="5" y="6"/>
                      <a:pt x="0" y="7"/>
                      <a:pt x="4" y="9"/>
                    </a:cubicBezTo>
                    <a:cubicBezTo>
                      <a:pt x="5" y="10"/>
                      <a:pt x="3" y="12"/>
                      <a:pt x="5" y="13"/>
                    </a:cubicBezTo>
                    <a:cubicBezTo>
                      <a:pt x="6" y="13"/>
                      <a:pt x="6" y="12"/>
                      <a:pt x="5" y="11"/>
                    </a:cubicBezTo>
                    <a:cubicBezTo>
                      <a:pt x="3" y="5"/>
                      <a:pt x="9" y="10"/>
                      <a:pt x="9" y="8"/>
                    </a:cubicBezTo>
                    <a:cubicBezTo>
                      <a:pt x="9" y="7"/>
                      <a:pt x="7" y="6"/>
                      <a:pt x="8" y="6"/>
                    </a:cubicBezTo>
                    <a:cubicBezTo>
                      <a:pt x="8" y="5"/>
                      <a:pt x="10" y="6"/>
                      <a:pt x="9" y="5"/>
                    </a:cubicBezTo>
                    <a:cubicBezTo>
                      <a:pt x="8" y="4"/>
                      <a:pt x="6" y="3"/>
                      <a:pt x="7" y="1"/>
                    </a:cubicBezTo>
                    <a:cubicBezTo>
                      <a:pt x="7" y="0"/>
                      <a:pt x="5" y="0"/>
                      <a:pt x="4"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7" name="Freeform 443">
                <a:extLst>
                  <a:ext uri="{FF2B5EF4-FFF2-40B4-BE49-F238E27FC236}">
                    <a16:creationId xmlns:a16="http://schemas.microsoft.com/office/drawing/2014/main" id="{B4DC68F3-32E9-5447-98A6-AC29732DE11F}"/>
                  </a:ext>
                </a:extLst>
              </p:cNvPr>
              <p:cNvSpPr>
                <a:spLocks/>
              </p:cNvSpPr>
              <p:nvPr/>
            </p:nvSpPr>
            <p:spPr bwMode="auto">
              <a:xfrm>
                <a:off x="17212936" y="8399150"/>
                <a:ext cx="57323" cy="73269"/>
              </a:xfrm>
              <a:custGeom>
                <a:avLst/>
                <a:gdLst>
                  <a:gd name="T0" fmla="*/ 6 w 6"/>
                  <a:gd name="T1" fmla="*/ 5 h 8"/>
                  <a:gd name="T2" fmla="*/ 0 w 6"/>
                  <a:gd name="T3" fmla="*/ 2 h 8"/>
                  <a:gd name="T4" fmla="*/ 3 w 6"/>
                  <a:gd name="T5" fmla="*/ 6 h 8"/>
                  <a:gd name="T6" fmla="*/ 6 w 6"/>
                  <a:gd name="T7" fmla="*/ 5 h 8"/>
                  <a:gd name="T8" fmla="*/ 6 w 6"/>
                  <a:gd name="T9" fmla="*/ 5 h 8"/>
                </a:gdLst>
                <a:ahLst/>
                <a:cxnLst>
                  <a:cxn ang="0">
                    <a:pos x="T0" y="T1"/>
                  </a:cxn>
                  <a:cxn ang="0">
                    <a:pos x="T2" y="T3"/>
                  </a:cxn>
                  <a:cxn ang="0">
                    <a:pos x="T4" y="T5"/>
                  </a:cxn>
                  <a:cxn ang="0">
                    <a:pos x="T6" y="T7"/>
                  </a:cxn>
                  <a:cxn ang="0">
                    <a:pos x="T8" y="T9"/>
                  </a:cxn>
                </a:cxnLst>
                <a:rect l="0" t="0" r="r" b="b"/>
                <a:pathLst>
                  <a:path w="6" h="8">
                    <a:moveTo>
                      <a:pt x="6" y="5"/>
                    </a:moveTo>
                    <a:cubicBezTo>
                      <a:pt x="5" y="4"/>
                      <a:pt x="3" y="0"/>
                      <a:pt x="0" y="2"/>
                    </a:cubicBezTo>
                    <a:cubicBezTo>
                      <a:pt x="0" y="2"/>
                      <a:pt x="3" y="5"/>
                      <a:pt x="3" y="6"/>
                    </a:cubicBezTo>
                    <a:cubicBezTo>
                      <a:pt x="3" y="8"/>
                      <a:pt x="6" y="8"/>
                      <a:pt x="6" y="5"/>
                    </a:cubicBezTo>
                    <a:cubicBezTo>
                      <a:pt x="6" y="5"/>
                      <a:pt x="6" y="6"/>
                      <a:pt x="6"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8" name="Freeform 444">
                <a:extLst>
                  <a:ext uri="{FF2B5EF4-FFF2-40B4-BE49-F238E27FC236}">
                    <a16:creationId xmlns:a16="http://schemas.microsoft.com/office/drawing/2014/main" id="{291269F8-E03C-D849-96D1-E66055E128D9}"/>
                  </a:ext>
                </a:extLst>
              </p:cNvPr>
              <p:cNvSpPr>
                <a:spLocks/>
              </p:cNvSpPr>
              <p:nvPr/>
            </p:nvSpPr>
            <p:spPr bwMode="auto">
              <a:xfrm>
                <a:off x="17279818" y="8472417"/>
                <a:ext cx="82803" cy="95566"/>
              </a:xfrm>
              <a:custGeom>
                <a:avLst/>
                <a:gdLst>
                  <a:gd name="T0" fmla="*/ 3 w 9"/>
                  <a:gd name="T1" fmla="*/ 2 h 10"/>
                  <a:gd name="T2" fmla="*/ 0 w 9"/>
                  <a:gd name="T3" fmla="*/ 2 h 10"/>
                  <a:gd name="T4" fmla="*/ 2 w 9"/>
                  <a:gd name="T5" fmla="*/ 4 h 10"/>
                  <a:gd name="T6" fmla="*/ 1 w 9"/>
                  <a:gd name="T7" fmla="*/ 9 h 10"/>
                  <a:gd name="T8" fmla="*/ 6 w 9"/>
                  <a:gd name="T9" fmla="*/ 6 h 10"/>
                  <a:gd name="T10" fmla="*/ 3 w 9"/>
                  <a:gd name="T11" fmla="*/ 2 h 10"/>
                  <a:gd name="T12" fmla="*/ 3 w 9"/>
                  <a:gd name="T13" fmla="*/ 2 h 10"/>
                </a:gdLst>
                <a:ahLst/>
                <a:cxnLst>
                  <a:cxn ang="0">
                    <a:pos x="T0" y="T1"/>
                  </a:cxn>
                  <a:cxn ang="0">
                    <a:pos x="T2" y="T3"/>
                  </a:cxn>
                  <a:cxn ang="0">
                    <a:pos x="T4" y="T5"/>
                  </a:cxn>
                  <a:cxn ang="0">
                    <a:pos x="T6" y="T7"/>
                  </a:cxn>
                  <a:cxn ang="0">
                    <a:pos x="T8" y="T9"/>
                  </a:cxn>
                  <a:cxn ang="0">
                    <a:pos x="T10" y="T11"/>
                  </a:cxn>
                  <a:cxn ang="0">
                    <a:pos x="T12" y="T13"/>
                  </a:cxn>
                </a:cxnLst>
                <a:rect l="0" t="0" r="r" b="b"/>
                <a:pathLst>
                  <a:path w="9" h="10">
                    <a:moveTo>
                      <a:pt x="3" y="2"/>
                    </a:moveTo>
                    <a:cubicBezTo>
                      <a:pt x="2" y="1"/>
                      <a:pt x="1" y="1"/>
                      <a:pt x="0" y="2"/>
                    </a:cubicBezTo>
                    <a:cubicBezTo>
                      <a:pt x="0" y="3"/>
                      <a:pt x="2" y="3"/>
                      <a:pt x="2" y="4"/>
                    </a:cubicBezTo>
                    <a:cubicBezTo>
                      <a:pt x="3" y="5"/>
                      <a:pt x="0" y="8"/>
                      <a:pt x="1" y="9"/>
                    </a:cubicBezTo>
                    <a:cubicBezTo>
                      <a:pt x="1" y="10"/>
                      <a:pt x="5" y="6"/>
                      <a:pt x="6" y="6"/>
                    </a:cubicBezTo>
                    <a:cubicBezTo>
                      <a:pt x="9" y="6"/>
                      <a:pt x="3" y="2"/>
                      <a:pt x="3" y="2"/>
                    </a:cubicBezTo>
                    <a:cubicBezTo>
                      <a:pt x="1" y="0"/>
                      <a:pt x="3" y="2"/>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69" name="Freeform 445">
                <a:extLst>
                  <a:ext uri="{FF2B5EF4-FFF2-40B4-BE49-F238E27FC236}">
                    <a16:creationId xmlns:a16="http://schemas.microsoft.com/office/drawing/2014/main" id="{EE95BD15-8881-C548-BFAB-E06FAA5F4601}"/>
                  </a:ext>
                </a:extLst>
              </p:cNvPr>
              <p:cNvSpPr>
                <a:spLocks/>
              </p:cNvSpPr>
              <p:nvPr/>
            </p:nvSpPr>
            <p:spPr bwMode="auto">
              <a:xfrm>
                <a:off x="17298926" y="8529755"/>
                <a:ext cx="63695" cy="101936"/>
              </a:xfrm>
              <a:custGeom>
                <a:avLst/>
                <a:gdLst>
                  <a:gd name="T0" fmla="*/ 6 w 7"/>
                  <a:gd name="T1" fmla="*/ 1 h 11"/>
                  <a:gd name="T2" fmla="*/ 3 w 7"/>
                  <a:gd name="T3" fmla="*/ 5 h 11"/>
                  <a:gd name="T4" fmla="*/ 3 w 7"/>
                  <a:gd name="T5" fmla="*/ 9 h 11"/>
                  <a:gd name="T6" fmla="*/ 5 w 7"/>
                  <a:gd name="T7" fmla="*/ 6 h 11"/>
                  <a:gd name="T8" fmla="*/ 6 w 7"/>
                  <a:gd name="T9" fmla="*/ 1 h 11"/>
                  <a:gd name="T10" fmla="*/ 6 w 7"/>
                  <a:gd name="T11" fmla="*/ 1 h 11"/>
                </a:gdLst>
                <a:ahLst/>
                <a:cxnLst>
                  <a:cxn ang="0">
                    <a:pos x="T0" y="T1"/>
                  </a:cxn>
                  <a:cxn ang="0">
                    <a:pos x="T2" y="T3"/>
                  </a:cxn>
                  <a:cxn ang="0">
                    <a:pos x="T4" y="T5"/>
                  </a:cxn>
                  <a:cxn ang="0">
                    <a:pos x="T6" y="T7"/>
                  </a:cxn>
                  <a:cxn ang="0">
                    <a:pos x="T8" y="T9"/>
                  </a:cxn>
                  <a:cxn ang="0">
                    <a:pos x="T10" y="T11"/>
                  </a:cxn>
                </a:cxnLst>
                <a:rect l="0" t="0" r="r" b="b"/>
                <a:pathLst>
                  <a:path w="7" h="11">
                    <a:moveTo>
                      <a:pt x="6" y="1"/>
                    </a:moveTo>
                    <a:cubicBezTo>
                      <a:pt x="3" y="1"/>
                      <a:pt x="4" y="4"/>
                      <a:pt x="3" y="5"/>
                    </a:cubicBezTo>
                    <a:cubicBezTo>
                      <a:pt x="0" y="7"/>
                      <a:pt x="1" y="7"/>
                      <a:pt x="3" y="9"/>
                    </a:cubicBezTo>
                    <a:cubicBezTo>
                      <a:pt x="6" y="11"/>
                      <a:pt x="4" y="8"/>
                      <a:pt x="5" y="6"/>
                    </a:cubicBezTo>
                    <a:cubicBezTo>
                      <a:pt x="5" y="6"/>
                      <a:pt x="7" y="0"/>
                      <a:pt x="6" y="1"/>
                    </a:cubicBezTo>
                    <a:cubicBezTo>
                      <a:pt x="5" y="1"/>
                      <a:pt x="6" y="0"/>
                      <a:pt x="6"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0" name="Freeform 446">
                <a:extLst>
                  <a:ext uri="{FF2B5EF4-FFF2-40B4-BE49-F238E27FC236}">
                    <a16:creationId xmlns:a16="http://schemas.microsoft.com/office/drawing/2014/main" id="{0F9AE5CD-8CB0-B54C-9D81-89FDB4D00639}"/>
                  </a:ext>
                </a:extLst>
              </p:cNvPr>
              <p:cNvSpPr>
                <a:spLocks/>
              </p:cNvSpPr>
              <p:nvPr/>
            </p:nvSpPr>
            <p:spPr bwMode="auto">
              <a:xfrm>
                <a:off x="17353063" y="8520200"/>
                <a:ext cx="38217" cy="73269"/>
              </a:xfrm>
              <a:custGeom>
                <a:avLst/>
                <a:gdLst>
                  <a:gd name="T0" fmla="*/ 3 w 4"/>
                  <a:gd name="T1" fmla="*/ 1 h 8"/>
                  <a:gd name="T2" fmla="*/ 0 w 4"/>
                  <a:gd name="T3" fmla="*/ 8 h 8"/>
                  <a:gd name="T4" fmla="*/ 3 w 4"/>
                  <a:gd name="T5" fmla="*/ 5 h 8"/>
                  <a:gd name="T6" fmla="*/ 3 w 4"/>
                  <a:gd name="T7" fmla="*/ 1 h 8"/>
                  <a:gd name="T8" fmla="*/ 3 w 4"/>
                  <a:gd name="T9" fmla="*/ 1 h 8"/>
                </a:gdLst>
                <a:ahLst/>
                <a:cxnLst>
                  <a:cxn ang="0">
                    <a:pos x="T0" y="T1"/>
                  </a:cxn>
                  <a:cxn ang="0">
                    <a:pos x="T2" y="T3"/>
                  </a:cxn>
                  <a:cxn ang="0">
                    <a:pos x="T4" y="T5"/>
                  </a:cxn>
                  <a:cxn ang="0">
                    <a:pos x="T6" y="T7"/>
                  </a:cxn>
                  <a:cxn ang="0">
                    <a:pos x="T8" y="T9"/>
                  </a:cxn>
                </a:cxnLst>
                <a:rect l="0" t="0" r="r" b="b"/>
                <a:pathLst>
                  <a:path w="4" h="8">
                    <a:moveTo>
                      <a:pt x="3" y="1"/>
                    </a:moveTo>
                    <a:cubicBezTo>
                      <a:pt x="2" y="1"/>
                      <a:pt x="0" y="7"/>
                      <a:pt x="0" y="8"/>
                    </a:cubicBezTo>
                    <a:cubicBezTo>
                      <a:pt x="0" y="8"/>
                      <a:pt x="2" y="6"/>
                      <a:pt x="3" y="5"/>
                    </a:cubicBezTo>
                    <a:cubicBezTo>
                      <a:pt x="3" y="5"/>
                      <a:pt x="4" y="0"/>
                      <a:pt x="3" y="1"/>
                    </a:cubicBezTo>
                    <a:cubicBezTo>
                      <a:pt x="2" y="1"/>
                      <a:pt x="3" y="1"/>
                      <a:pt x="3"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1" name="Freeform 447">
                <a:extLst>
                  <a:ext uri="{FF2B5EF4-FFF2-40B4-BE49-F238E27FC236}">
                    <a16:creationId xmlns:a16="http://schemas.microsoft.com/office/drawing/2014/main" id="{21B77C3B-0904-0343-97FE-43F6AAB7B3A1}"/>
                  </a:ext>
                </a:extLst>
              </p:cNvPr>
              <p:cNvSpPr>
                <a:spLocks/>
              </p:cNvSpPr>
              <p:nvPr/>
            </p:nvSpPr>
            <p:spPr bwMode="auto">
              <a:xfrm>
                <a:off x="17372174" y="8567983"/>
                <a:ext cx="57323" cy="35042"/>
              </a:xfrm>
              <a:custGeom>
                <a:avLst/>
                <a:gdLst>
                  <a:gd name="T0" fmla="*/ 1 w 6"/>
                  <a:gd name="T1" fmla="*/ 1 h 4"/>
                  <a:gd name="T2" fmla="*/ 3 w 6"/>
                  <a:gd name="T3" fmla="*/ 3 h 4"/>
                  <a:gd name="T4" fmla="*/ 1 w 6"/>
                  <a:gd name="T5" fmla="*/ 1 h 4"/>
                  <a:gd name="T6" fmla="*/ 1 w 6"/>
                  <a:gd name="T7" fmla="*/ 1 h 4"/>
                </a:gdLst>
                <a:ahLst/>
                <a:cxnLst>
                  <a:cxn ang="0">
                    <a:pos x="T0" y="T1"/>
                  </a:cxn>
                  <a:cxn ang="0">
                    <a:pos x="T2" y="T3"/>
                  </a:cxn>
                  <a:cxn ang="0">
                    <a:pos x="T4" y="T5"/>
                  </a:cxn>
                  <a:cxn ang="0">
                    <a:pos x="T6" y="T7"/>
                  </a:cxn>
                </a:cxnLst>
                <a:rect l="0" t="0" r="r" b="b"/>
                <a:pathLst>
                  <a:path w="6" h="4">
                    <a:moveTo>
                      <a:pt x="1" y="1"/>
                    </a:moveTo>
                    <a:cubicBezTo>
                      <a:pt x="0" y="3"/>
                      <a:pt x="1" y="4"/>
                      <a:pt x="3" y="3"/>
                    </a:cubicBezTo>
                    <a:cubicBezTo>
                      <a:pt x="6" y="3"/>
                      <a:pt x="2" y="0"/>
                      <a:pt x="1" y="1"/>
                    </a:cubicBezTo>
                    <a:cubicBezTo>
                      <a:pt x="1" y="2"/>
                      <a:pt x="2" y="1"/>
                      <a:pt x="1"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2" name="Freeform 448">
                <a:extLst>
                  <a:ext uri="{FF2B5EF4-FFF2-40B4-BE49-F238E27FC236}">
                    <a16:creationId xmlns:a16="http://schemas.microsoft.com/office/drawing/2014/main" id="{CC28734D-C22B-4644-90A4-6C063145575A}"/>
                  </a:ext>
                </a:extLst>
              </p:cNvPr>
              <p:cNvSpPr>
                <a:spLocks/>
              </p:cNvSpPr>
              <p:nvPr/>
            </p:nvSpPr>
            <p:spPr bwMode="auto">
              <a:xfrm>
                <a:off x="17372174" y="8593469"/>
                <a:ext cx="130574" cy="197506"/>
              </a:xfrm>
              <a:custGeom>
                <a:avLst/>
                <a:gdLst>
                  <a:gd name="T0" fmla="*/ 10 w 14"/>
                  <a:gd name="T1" fmla="*/ 0 h 21"/>
                  <a:gd name="T2" fmla="*/ 9 w 14"/>
                  <a:gd name="T3" fmla="*/ 2 h 21"/>
                  <a:gd name="T4" fmla="*/ 7 w 14"/>
                  <a:gd name="T5" fmla="*/ 4 h 21"/>
                  <a:gd name="T6" fmla="*/ 3 w 14"/>
                  <a:gd name="T7" fmla="*/ 6 h 21"/>
                  <a:gd name="T8" fmla="*/ 2 w 14"/>
                  <a:gd name="T9" fmla="*/ 11 h 21"/>
                  <a:gd name="T10" fmla="*/ 2 w 14"/>
                  <a:gd name="T11" fmla="*/ 14 h 21"/>
                  <a:gd name="T12" fmla="*/ 3 w 14"/>
                  <a:gd name="T13" fmla="*/ 18 h 21"/>
                  <a:gd name="T14" fmla="*/ 8 w 14"/>
                  <a:gd name="T15" fmla="*/ 19 h 21"/>
                  <a:gd name="T16" fmla="*/ 8 w 14"/>
                  <a:gd name="T17" fmla="*/ 16 h 21"/>
                  <a:gd name="T18" fmla="*/ 10 w 14"/>
                  <a:gd name="T19" fmla="*/ 12 h 21"/>
                  <a:gd name="T20" fmla="*/ 12 w 14"/>
                  <a:gd name="T21" fmla="*/ 17 h 21"/>
                  <a:gd name="T22" fmla="*/ 13 w 14"/>
                  <a:gd name="T23" fmla="*/ 14 h 21"/>
                  <a:gd name="T24" fmla="*/ 13 w 14"/>
                  <a:gd name="T25" fmla="*/ 10 h 21"/>
                  <a:gd name="T26" fmla="*/ 10 w 14"/>
                  <a:gd name="T27" fmla="*/ 0 h 21"/>
                  <a:gd name="T28" fmla="*/ 10 w 14"/>
                  <a:gd name="T2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 h="21">
                    <a:moveTo>
                      <a:pt x="10" y="0"/>
                    </a:moveTo>
                    <a:cubicBezTo>
                      <a:pt x="9" y="0"/>
                      <a:pt x="9" y="1"/>
                      <a:pt x="9" y="2"/>
                    </a:cubicBezTo>
                    <a:cubicBezTo>
                      <a:pt x="9" y="3"/>
                      <a:pt x="9" y="3"/>
                      <a:pt x="7" y="4"/>
                    </a:cubicBezTo>
                    <a:cubicBezTo>
                      <a:pt x="6" y="4"/>
                      <a:pt x="4" y="6"/>
                      <a:pt x="3" y="6"/>
                    </a:cubicBezTo>
                    <a:cubicBezTo>
                      <a:pt x="1" y="9"/>
                      <a:pt x="0" y="9"/>
                      <a:pt x="2" y="11"/>
                    </a:cubicBezTo>
                    <a:cubicBezTo>
                      <a:pt x="3" y="12"/>
                      <a:pt x="2" y="13"/>
                      <a:pt x="2" y="14"/>
                    </a:cubicBezTo>
                    <a:cubicBezTo>
                      <a:pt x="1" y="16"/>
                      <a:pt x="2" y="17"/>
                      <a:pt x="3" y="18"/>
                    </a:cubicBezTo>
                    <a:cubicBezTo>
                      <a:pt x="5" y="19"/>
                      <a:pt x="7" y="19"/>
                      <a:pt x="8" y="19"/>
                    </a:cubicBezTo>
                    <a:cubicBezTo>
                      <a:pt x="11" y="21"/>
                      <a:pt x="9" y="18"/>
                      <a:pt x="8" y="16"/>
                    </a:cubicBezTo>
                    <a:cubicBezTo>
                      <a:pt x="8" y="16"/>
                      <a:pt x="8" y="12"/>
                      <a:pt x="10" y="12"/>
                    </a:cubicBezTo>
                    <a:cubicBezTo>
                      <a:pt x="11" y="12"/>
                      <a:pt x="11" y="17"/>
                      <a:pt x="12" y="17"/>
                    </a:cubicBezTo>
                    <a:cubicBezTo>
                      <a:pt x="12" y="17"/>
                      <a:pt x="13" y="14"/>
                      <a:pt x="13" y="14"/>
                    </a:cubicBezTo>
                    <a:cubicBezTo>
                      <a:pt x="14" y="12"/>
                      <a:pt x="14" y="11"/>
                      <a:pt x="13" y="10"/>
                    </a:cubicBezTo>
                    <a:cubicBezTo>
                      <a:pt x="13" y="7"/>
                      <a:pt x="13" y="1"/>
                      <a:pt x="10" y="0"/>
                    </a:cubicBezTo>
                    <a:cubicBezTo>
                      <a:pt x="9" y="0"/>
                      <a:pt x="10" y="1"/>
                      <a:pt x="10"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3" name="Freeform 449">
                <a:extLst>
                  <a:ext uri="{FF2B5EF4-FFF2-40B4-BE49-F238E27FC236}">
                    <a16:creationId xmlns:a16="http://schemas.microsoft.com/office/drawing/2014/main" id="{3C36E338-D618-0B4D-B83C-78CB01193442}"/>
                  </a:ext>
                </a:extLst>
              </p:cNvPr>
              <p:cNvSpPr>
                <a:spLocks/>
              </p:cNvSpPr>
              <p:nvPr/>
            </p:nvSpPr>
            <p:spPr bwMode="auto">
              <a:xfrm>
                <a:off x="17289371" y="8631694"/>
                <a:ext cx="111465" cy="95566"/>
              </a:xfrm>
              <a:custGeom>
                <a:avLst/>
                <a:gdLst>
                  <a:gd name="T0" fmla="*/ 8 w 12"/>
                  <a:gd name="T1" fmla="*/ 1 h 10"/>
                  <a:gd name="T2" fmla="*/ 2 w 12"/>
                  <a:gd name="T3" fmla="*/ 4 h 10"/>
                  <a:gd name="T4" fmla="*/ 0 w 12"/>
                  <a:gd name="T5" fmla="*/ 10 h 10"/>
                  <a:gd name="T6" fmla="*/ 2 w 12"/>
                  <a:gd name="T7" fmla="*/ 6 h 10"/>
                  <a:gd name="T8" fmla="*/ 4 w 12"/>
                  <a:gd name="T9" fmla="*/ 6 h 10"/>
                  <a:gd name="T10" fmla="*/ 6 w 12"/>
                  <a:gd name="T11" fmla="*/ 7 h 10"/>
                  <a:gd name="T12" fmla="*/ 8 w 12"/>
                  <a:gd name="T13" fmla="*/ 7 h 10"/>
                  <a:gd name="T14" fmla="*/ 8 w 12"/>
                  <a:gd name="T15" fmla="*/ 5 h 10"/>
                  <a:gd name="T16" fmla="*/ 8 w 12"/>
                  <a:gd name="T17" fmla="*/ 1 h 10"/>
                  <a:gd name="T18" fmla="*/ 8 w 12"/>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
                    <a:moveTo>
                      <a:pt x="8" y="1"/>
                    </a:moveTo>
                    <a:cubicBezTo>
                      <a:pt x="6" y="0"/>
                      <a:pt x="5" y="4"/>
                      <a:pt x="2" y="4"/>
                    </a:cubicBezTo>
                    <a:cubicBezTo>
                      <a:pt x="0" y="5"/>
                      <a:pt x="0" y="9"/>
                      <a:pt x="0" y="10"/>
                    </a:cubicBezTo>
                    <a:cubicBezTo>
                      <a:pt x="1" y="9"/>
                      <a:pt x="1" y="7"/>
                      <a:pt x="2" y="6"/>
                    </a:cubicBezTo>
                    <a:cubicBezTo>
                      <a:pt x="2" y="6"/>
                      <a:pt x="4" y="5"/>
                      <a:pt x="4" y="6"/>
                    </a:cubicBezTo>
                    <a:cubicBezTo>
                      <a:pt x="4" y="7"/>
                      <a:pt x="6" y="7"/>
                      <a:pt x="6" y="7"/>
                    </a:cubicBezTo>
                    <a:cubicBezTo>
                      <a:pt x="7" y="7"/>
                      <a:pt x="7" y="8"/>
                      <a:pt x="8" y="7"/>
                    </a:cubicBezTo>
                    <a:cubicBezTo>
                      <a:pt x="8" y="7"/>
                      <a:pt x="8" y="5"/>
                      <a:pt x="8" y="5"/>
                    </a:cubicBezTo>
                    <a:cubicBezTo>
                      <a:pt x="9" y="3"/>
                      <a:pt x="11" y="2"/>
                      <a:pt x="8" y="1"/>
                    </a:cubicBezTo>
                    <a:cubicBezTo>
                      <a:pt x="7" y="1"/>
                      <a:pt x="12" y="3"/>
                      <a:pt x="8"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4" name="Freeform 450">
                <a:extLst>
                  <a:ext uri="{FF2B5EF4-FFF2-40B4-BE49-F238E27FC236}">
                    <a16:creationId xmlns:a16="http://schemas.microsoft.com/office/drawing/2014/main" id="{8CFBF097-71EE-1941-8214-91EDE71FE2DE}"/>
                  </a:ext>
                </a:extLst>
              </p:cNvPr>
              <p:cNvSpPr>
                <a:spLocks/>
              </p:cNvSpPr>
              <p:nvPr/>
            </p:nvSpPr>
            <p:spPr bwMode="auto">
              <a:xfrm>
                <a:off x="17063256" y="8539313"/>
                <a:ext cx="111465" cy="111494"/>
              </a:xfrm>
              <a:custGeom>
                <a:avLst/>
                <a:gdLst>
                  <a:gd name="T0" fmla="*/ 11 w 12"/>
                  <a:gd name="T1" fmla="*/ 0 h 12"/>
                  <a:gd name="T2" fmla="*/ 6 w 12"/>
                  <a:gd name="T3" fmla="*/ 6 h 12"/>
                  <a:gd name="T4" fmla="*/ 0 w 12"/>
                  <a:gd name="T5" fmla="*/ 12 h 12"/>
                  <a:gd name="T6" fmla="*/ 4 w 12"/>
                  <a:gd name="T7" fmla="*/ 10 h 12"/>
                  <a:gd name="T8" fmla="*/ 8 w 12"/>
                  <a:gd name="T9" fmla="*/ 7 h 12"/>
                  <a:gd name="T10" fmla="*/ 10 w 12"/>
                  <a:gd name="T11" fmla="*/ 3 h 12"/>
                  <a:gd name="T12" fmla="*/ 11 w 12"/>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1" y="0"/>
                    </a:moveTo>
                    <a:cubicBezTo>
                      <a:pt x="9" y="1"/>
                      <a:pt x="7" y="4"/>
                      <a:pt x="6" y="6"/>
                    </a:cubicBezTo>
                    <a:cubicBezTo>
                      <a:pt x="5" y="7"/>
                      <a:pt x="0" y="10"/>
                      <a:pt x="0" y="12"/>
                    </a:cubicBezTo>
                    <a:cubicBezTo>
                      <a:pt x="0" y="12"/>
                      <a:pt x="3" y="11"/>
                      <a:pt x="4" y="10"/>
                    </a:cubicBezTo>
                    <a:cubicBezTo>
                      <a:pt x="5" y="10"/>
                      <a:pt x="7" y="8"/>
                      <a:pt x="8" y="7"/>
                    </a:cubicBezTo>
                    <a:cubicBezTo>
                      <a:pt x="8" y="5"/>
                      <a:pt x="9" y="4"/>
                      <a:pt x="10" y="3"/>
                    </a:cubicBezTo>
                    <a:cubicBezTo>
                      <a:pt x="11" y="3"/>
                      <a:pt x="12" y="0"/>
                      <a:pt x="1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5" name="Freeform 451">
                <a:extLst>
                  <a:ext uri="{FF2B5EF4-FFF2-40B4-BE49-F238E27FC236}">
                    <a16:creationId xmlns:a16="http://schemas.microsoft.com/office/drawing/2014/main" id="{EBEC40FA-9B4E-1A4C-BB29-12A0D1FD62D2}"/>
                  </a:ext>
                </a:extLst>
              </p:cNvPr>
              <p:cNvSpPr>
                <a:spLocks/>
              </p:cNvSpPr>
              <p:nvPr/>
            </p:nvSpPr>
            <p:spPr bwMode="auto">
              <a:xfrm>
                <a:off x="17391283" y="8399150"/>
                <a:ext cx="19109" cy="9556"/>
              </a:xfrm>
              <a:custGeom>
                <a:avLst/>
                <a:gdLst>
                  <a:gd name="T0" fmla="*/ 0 w 2"/>
                  <a:gd name="T1" fmla="*/ 1 h 1"/>
                  <a:gd name="T2" fmla="*/ 1 w 2"/>
                  <a:gd name="T3" fmla="*/ 0 h 1"/>
                  <a:gd name="T4" fmla="*/ 0 w 2"/>
                  <a:gd name="T5" fmla="*/ 1 h 1"/>
                </a:gdLst>
                <a:ahLst/>
                <a:cxnLst>
                  <a:cxn ang="0">
                    <a:pos x="T0" y="T1"/>
                  </a:cxn>
                  <a:cxn ang="0">
                    <a:pos x="T2" y="T3"/>
                  </a:cxn>
                  <a:cxn ang="0">
                    <a:pos x="T4" y="T5"/>
                  </a:cxn>
                </a:cxnLst>
                <a:rect l="0" t="0" r="r" b="b"/>
                <a:pathLst>
                  <a:path w="2" h="1">
                    <a:moveTo>
                      <a:pt x="0" y="1"/>
                    </a:moveTo>
                    <a:cubicBezTo>
                      <a:pt x="1" y="1"/>
                      <a:pt x="2" y="0"/>
                      <a:pt x="1" y="0"/>
                    </a:cubicBezTo>
                    <a:cubicBezTo>
                      <a:pt x="0" y="0"/>
                      <a:pt x="0" y="1"/>
                      <a:pt x="0"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6" name="Freeform 452">
                <a:extLst>
                  <a:ext uri="{FF2B5EF4-FFF2-40B4-BE49-F238E27FC236}">
                    <a16:creationId xmlns:a16="http://schemas.microsoft.com/office/drawing/2014/main" id="{8DCE3842-DA03-F54F-9AAF-4EAEA9435F69}"/>
                  </a:ext>
                </a:extLst>
              </p:cNvPr>
              <p:cNvSpPr>
                <a:spLocks/>
              </p:cNvSpPr>
              <p:nvPr/>
            </p:nvSpPr>
            <p:spPr bwMode="auto">
              <a:xfrm>
                <a:off x="16037776" y="8781415"/>
                <a:ext cx="522294" cy="544729"/>
              </a:xfrm>
              <a:custGeom>
                <a:avLst/>
                <a:gdLst>
                  <a:gd name="T0" fmla="*/ 12 w 56"/>
                  <a:gd name="T1" fmla="*/ 3 h 58"/>
                  <a:gd name="T2" fmla="*/ 4 w 56"/>
                  <a:gd name="T3" fmla="*/ 2 h 58"/>
                  <a:gd name="T4" fmla="*/ 2 w 56"/>
                  <a:gd name="T5" fmla="*/ 3 h 58"/>
                  <a:gd name="T6" fmla="*/ 6 w 56"/>
                  <a:gd name="T7" fmla="*/ 9 h 58"/>
                  <a:gd name="T8" fmla="*/ 11 w 56"/>
                  <a:gd name="T9" fmla="*/ 13 h 58"/>
                  <a:gd name="T10" fmla="*/ 13 w 56"/>
                  <a:gd name="T11" fmla="*/ 17 h 58"/>
                  <a:gd name="T12" fmla="*/ 17 w 56"/>
                  <a:gd name="T13" fmla="*/ 19 h 58"/>
                  <a:gd name="T14" fmla="*/ 20 w 56"/>
                  <a:gd name="T15" fmla="*/ 26 h 58"/>
                  <a:gd name="T16" fmla="*/ 22 w 56"/>
                  <a:gd name="T17" fmla="*/ 28 h 58"/>
                  <a:gd name="T18" fmla="*/ 26 w 56"/>
                  <a:gd name="T19" fmla="*/ 33 h 58"/>
                  <a:gd name="T20" fmla="*/ 30 w 56"/>
                  <a:gd name="T21" fmla="*/ 42 h 58"/>
                  <a:gd name="T22" fmla="*/ 41 w 56"/>
                  <a:gd name="T23" fmla="*/ 52 h 58"/>
                  <a:gd name="T24" fmla="*/ 46 w 56"/>
                  <a:gd name="T25" fmla="*/ 57 h 58"/>
                  <a:gd name="T26" fmla="*/ 54 w 56"/>
                  <a:gd name="T27" fmla="*/ 57 h 58"/>
                  <a:gd name="T28" fmla="*/ 54 w 56"/>
                  <a:gd name="T29" fmla="*/ 46 h 58"/>
                  <a:gd name="T30" fmla="*/ 55 w 56"/>
                  <a:gd name="T31" fmla="*/ 44 h 58"/>
                  <a:gd name="T32" fmla="*/ 52 w 56"/>
                  <a:gd name="T33" fmla="*/ 41 h 58"/>
                  <a:gd name="T34" fmla="*/ 50 w 56"/>
                  <a:gd name="T35" fmla="*/ 40 h 58"/>
                  <a:gd name="T36" fmla="*/ 48 w 56"/>
                  <a:gd name="T37" fmla="*/ 42 h 58"/>
                  <a:gd name="T38" fmla="*/ 48 w 56"/>
                  <a:gd name="T39" fmla="*/ 38 h 58"/>
                  <a:gd name="T40" fmla="*/ 47 w 56"/>
                  <a:gd name="T41" fmla="*/ 36 h 58"/>
                  <a:gd name="T42" fmla="*/ 44 w 56"/>
                  <a:gd name="T43" fmla="*/ 34 h 58"/>
                  <a:gd name="T44" fmla="*/ 42 w 56"/>
                  <a:gd name="T45" fmla="*/ 30 h 58"/>
                  <a:gd name="T46" fmla="*/ 42 w 56"/>
                  <a:gd name="T47" fmla="*/ 29 h 58"/>
                  <a:gd name="T48" fmla="*/ 43 w 56"/>
                  <a:gd name="T49" fmla="*/ 28 h 58"/>
                  <a:gd name="T50" fmla="*/ 38 w 56"/>
                  <a:gd name="T51" fmla="*/ 27 h 58"/>
                  <a:gd name="T52" fmla="*/ 38 w 56"/>
                  <a:gd name="T53" fmla="*/ 25 h 58"/>
                  <a:gd name="T54" fmla="*/ 36 w 56"/>
                  <a:gd name="T55" fmla="*/ 24 h 58"/>
                  <a:gd name="T56" fmla="*/ 37 w 56"/>
                  <a:gd name="T57" fmla="*/ 23 h 58"/>
                  <a:gd name="T58" fmla="*/ 35 w 56"/>
                  <a:gd name="T59" fmla="*/ 22 h 58"/>
                  <a:gd name="T60" fmla="*/ 34 w 56"/>
                  <a:gd name="T61" fmla="*/ 21 h 58"/>
                  <a:gd name="T62" fmla="*/ 31 w 56"/>
                  <a:gd name="T63" fmla="*/ 19 h 58"/>
                  <a:gd name="T64" fmla="*/ 30 w 56"/>
                  <a:gd name="T65" fmla="*/ 19 h 58"/>
                  <a:gd name="T66" fmla="*/ 25 w 56"/>
                  <a:gd name="T67" fmla="*/ 16 h 58"/>
                  <a:gd name="T68" fmla="*/ 21 w 56"/>
                  <a:gd name="T69" fmla="*/ 11 h 58"/>
                  <a:gd name="T70" fmla="*/ 16 w 56"/>
                  <a:gd name="T71" fmla="*/ 7 h 58"/>
                  <a:gd name="T72" fmla="*/ 12 w 56"/>
                  <a:gd name="T73"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 h="58">
                    <a:moveTo>
                      <a:pt x="12" y="3"/>
                    </a:moveTo>
                    <a:cubicBezTo>
                      <a:pt x="9" y="3"/>
                      <a:pt x="7" y="3"/>
                      <a:pt x="4" y="2"/>
                    </a:cubicBezTo>
                    <a:cubicBezTo>
                      <a:pt x="2" y="1"/>
                      <a:pt x="0" y="0"/>
                      <a:pt x="2" y="3"/>
                    </a:cubicBezTo>
                    <a:cubicBezTo>
                      <a:pt x="3" y="5"/>
                      <a:pt x="4" y="8"/>
                      <a:pt x="6" y="9"/>
                    </a:cubicBezTo>
                    <a:cubicBezTo>
                      <a:pt x="8" y="10"/>
                      <a:pt x="10" y="11"/>
                      <a:pt x="11" y="13"/>
                    </a:cubicBezTo>
                    <a:cubicBezTo>
                      <a:pt x="12" y="14"/>
                      <a:pt x="12" y="16"/>
                      <a:pt x="13" y="17"/>
                    </a:cubicBezTo>
                    <a:cubicBezTo>
                      <a:pt x="15" y="18"/>
                      <a:pt x="16" y="18"/>
                      <a:pt x="17" y="19"/>
                    </a:cubicBezTo>
                    <a:cubicBezTo>
                      <a:pt x="19" y="21"/>
                      <a:pt x="19" y="24"/>
                      <a:pt x="20" y="26"/>
                    </a:cubicBezTo>
                    <a:cubicBezTo>
                      <a:pt x="21" y="27"/>
                      <a:pt x="22" y="28"/>
                      <a:pt x="22" y="28"/>
                    </a:cubicBezTo>
                    <a:cubicBezTo>
                      <a:pt x="24" y="30"/>
                      <a:pt x="25" y="31"/>
                      <a:pt x="26" y="33"/>
                    </a:cubicBezTo>
                    <a:cubicBezTo>
                      <a:pt x="28" y="36"/>
                      <a:pt x="28" y="39"/>
                      <a:pt x="30" y="42"/>
                    </a:cubicBezTo>
                    <a:cubicBezTo>
                      <a:pt x="34" y="45"/>
                      <a:pt x="37" y="49"/>
                      <a:pt x="41" y="52"/>
                    </a:cubicBezTo>
                    <a:cubicBezTo>
                      <a:pt x="43" y="54"/>
                      <a:pt x="44" y="55"/>
                      <a:pt x="46" y="57"/>
                    </a:cubicBezTo>
                    <a:cubicBezTo>
                      <a:pt x="47" y="57"/>
                      <a:pt x="53" y="58"/>
                      <a:pt x="54" y="57"/>
                    </a:cubicBezTo>
                    <a:cubicBezTo>
                      <a:pt x="55" y="56"/>
                      <a:pt x="53" y="48"/>
                      <a:pt x="54" y="46"/>
                    </a:cubicBezTo>
                    <a:cubicBezTo>
                      <a:pt x="54" y="45"/>
                      <a:pt x="56" y="45"/>
                      <a:pt x="55" y="44"/>
                    </a:cubicBezTo>
                    <a:cubicBezTo>
                      <a:pt x="54" y="43"/>
                      <a:pt x="53" y="42"/>
                      <a:pt x="52" y="41"/>
                    </a:cubicBezTo>
                    <a:cubicBezTo>
                      <a:pt x="52" y="41"/>
                      <a:pt x="51" y="40"/>
                      <a:pt x="50" y="40"/>
                    </a:cubicBezTo>
                    <a:cubicBezTo>
                      <a:pt x="49" y="40"/>
                      <a:pt x="49" y="42"/>
                      <a:pt x="48" y="42"/>
                    </a:cubicBezTo>
                    <a:cubicBezTo>
                      <a:pt x="49" y="42"/>
                      <a:pt x="48" y="38"/>
                      <a:pt x="48" y="38"/>
                    </a:cubicBezTo>
                    <a:cubicBezTo>
                      <a:pt x="47" y="37"/>
                      <a:pt x="47" y="37"/>
                      <a:pt x="47" y="36"/>
                    </a:cubicBezTo>
                    <a:cubicBezTo>
                      <a:pt x="47" y="35"/>
                      <a:pt x="45" y="34"/>
                      <a:pt x="44" y="34"/>
                    </a:cubicBezTo>
                    <a:cubicBezTo>
                      <a:pt x="43" y="33"/>
                      <a:pt x="41" y="32"/>
                      <a:pt x="42" y="30"/>
                    </a:cubicBezTo>
                    <a:cubicBezTo>
                      <a:pt x="42" y="30"/>
                      <a:pt x="41" y="29"/>
                      <a:pt x="42" y="29"/>
                    </a:cubicBezTo>
                    <a:cubicBezTo>
                      <a:pt x="42" y="28"/>
                      <a:pt x="43" y="29"/>
                      <a:pt x="43" y="28"/>
                    </a:cubicBezTo>
                    <a:cubicBezTo>
                      <a:pt x="44" y="26"/>
                      <a:pt x="38" y="26"/>
                      <a:pt x="38" y="27"/>
                    </a:cubicBezTo>
                    <a:cubicBezTo>
                      <a:pt x="38" y="26"/>
                      <a:pt x="42" y="25"/>
                      <a:pt x="38" y="25"/>
                    </a:cubicBezTo>
                    <a:cubicBezTo>
                      <a:pt x="37" y="25"/>
                      <a:pt x="36" y="24"/>
                      <a:pt x="36" y="24"/>
                    </a:cubicBezTo>
                    <a:cubicBezTo>
                      <a:pt x="36" y="23"/>
                      <a:pt x="37" y="23"/>
                      <a:pt x="37" y="23"/>
                    </a:cubicBezTo>
                    <a:cubicBezTo>
                      <a:pt x="37" y="22"/>
                      <a:pt x="35" y="22"/>
                      <a:pt x="35" y="22"/>
                    </a:cubicBezTo>
                    <a:cubicBezTo>
                      <a:pt x="35" y="22"/>
                      <a:pt x="36" y="21"/>
                      <a:pt x="34" y="21"/>
                    </a:cubicBezTo>
                    <a:cubicBezTo>
                      <a:pt x="33" y="20"/>
                      <a:pt x="32" y="20"/>
                      <a:pt x="31" y="19"/>
                    </a:cubicBezTo>
                    <a:cubicBezTo>
                      <a:pt x="28" y="15"/>
                      <a:pt x="30" y="19"/>
                      <a:pt x="30" y="19"/>
                    </a:cubicBezTo>
                    <a:cubicBezTo>
                      <a:pt x="29" y="19"/>
                      <a:pt x="26" y="16"/>
                      <a:pt x="25" y="16"/>
                    </a:cubicBezTo>
                    <a:cubicBezTo>
                      <a:pt x="24" y="14"/>
                      <a:pt x="23" y="12"/>
                      <a:pt x="21" y="11"/>
                    </a:cubicBezTo>
                    <a:cubicBezTo>
                      <a:pt x="19" y="10"/>
                      <a:pt x="18" y="9"/>
                      <a:pt x="16" y="7"/>
                    </a:cubicBezTo>
                    <a:cubicBezTo>
                      <a:pt x="15" y="6"/>
                      <a:pt x="14" y="3"/>
                      <a:pt x="12"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7" name="Freeform 453">
                <a:extLst>
                  <a:ext uri="{FF2B5EF4-FFF2-40B4-BE49-F238E27FC236}">
                    <a16:creationId xmlns:a16="http://schemas.microsoft.com/office/drawing/2014/main" id="{5390F68D-9299-C149-AACE-966D4E921CB3}"/>
                  </a:ext>
                </a:extLst>
              </p:cNvPr>
              <p:cNvSpPr>
                <a:spLocks/>
              </p:cNvSpPr>
              <p:nvPr/>
            </p:nvSpPr>
            <p:spPr bwMode="auto">
              <a:xfrm>
                <a:off x="16130132" y="8978921"/>
                <a:ext cx="47770"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8" name="Freeform 454">
                <a:extLst>
                  <a:ext uri="{FF2B5EF4-FFF2-40B4-BE49-F238E27FC236}">
                    <a16:creationId xmlns:a16="http://schemas.microsoft.com/office/drawing/2014/main" id="{5EDE4B32-00DF-8548-B277-8BC03FCBB185}"/>
                  </a:ext>
                </a:extLst>
              </p:cNvPr>
              <p:cNvSpPr>
                <a:spLocks/>
              </p:cNvSpPr>
              <p:nvPr/>
            </p:nvSpPr>
            <p:spPr bwMode="auto">
              <a:xfrm>
                <a:off x="16197014" y="9090415"/>
                <a:ext cx="44586"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79" name="Freeform 455">
                <a:extLst>
                  <a:ext uri="{FF2B5EF4-FFF2-40B4-BE49-F238E27FC236}">
                    <a16:creationId xmlns:a16="http://schemas.microsoft.com/office/drawing/2014/main" id="{E153288B-C377-4048-B234-4595E59BAD8B}"/>
                  </a:ext>
                </a:extLst>
              </p:cNvPr>
              <p:cNvSpPr>
                <a:spLocks/>
              </p:cNvSpPr>
              <p:nvPr/>
            </p:nvSpPr>
            <p:spPr bwMode="auto">
              <a:xfrm>
                <a:off x="16512300" y="9119082"/>
                <a:ext cx="66879" cy="66896"/>
              </a:xfrm>
              <a:custGeom>
                <a:avLst/>
                <a:gdLst>
                  <a:gd name="T0" fmla="*/ 7 w 7"/>
                  <a:gd name="T1" fmla="*/ 7 h 7"/>
                  <a:gd name="T2" fmla="*/ 5 w 7"/>
                  <a:gd name="T3" fmla="*/ 3 h 7"/>
                  <a:gd name="T4" fmla="*/ 0 w 7"/>
                  <a:gd name="T5" fmla="*/ 1 h 7"/>
                  <a:gd name="T6" fmla="*/ 1 w 7"/>
                  <a:gd name="T7" fmla="*/ 3 h 7"/>
                  <a:gd name="T8" fmla="*/ 3 w 7"/>
                  <a:gd name="T9" fmla="*/ 5 h 7"/>
                  <a:gd name="T10" fmla="*/ 7 w 7"/>
                  <a:gd name="T11" fmla="*/ 7 h 7"/>
                </a:gdLst>
                <a:ahLst/>
                <a:cxnLst>
                  <a:cxn ang="0">
                    <a:pos x="T0" y="T1"/>
                  </a:cxn>
                  <a:cxn ang="0">
                    <a:pos x="T2" y="T3"/>
                  </a:cxn>
                  <a:cxn ang="0">
                    <a:pos x="T4" y="T5"/>
                  </a:cxn>
                  <a:cxn ang="0">
                    <a:pos x="T6" y="T7"/>
                  </a:cxn>
                  <a:cxn ang="0">
                    <a:pos x="T8" y="T9"/>
                  </a:cxn>
                  <a:cxn ang="0">
                    <a:pos x="T10" y="T11"/>
                  </a:cxn>
                </a:cxnLst>
                <a:rect l="0" t="0" r="r" b="b"/>
                <a:pathLst>
                  <a:path w="7" h="7">
                    <a:moveTo>
                      <a:pt x="7" y="7"/>
                    </a:moveTo>
                    <a:cubicBezTo>
                      <a:pt x="7" y="5"/>
                      <a:pt x="5" y="5"/>
                      <a:pt x="5" y="3"/>
                    </a:cubicBezTo>
                    <a:cubicBezTo>
                      <a:pt x="5" y="1"/>
                      <a:pt x="2" y="0"/>
                      <a:pt x="0" y="1"/>
                    </a:cubicBezTo>
                    <a:cubicBezTo>
                      <a:pt x="0" y="2"/>
                      <a:pt x="0" y="3"/>
                      <a:pt x="1" y="3"/>
                    </a:cubicBezTo>
                    <a:cubicBezTo>
                      <a:pt x="3" y="3"/>
                      <a:pt x="2" y="4"/>
                      <a:pt x="3" y="5"/>
                    </a:cubicBezTo>
                    <a:cubicBezTo>
                      <a:pt x="3" y="6"/>
                      <a:pt x="7" y="7"/>
                      <a:pt x="7"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0" name="Freeform 456">
                <a:extLst>
                  <a:ext uri="{FF2B5EF4-FFF2-40B4-BE49-F238E27FC236}">
                    <a16:creationId xmlns:a16="http://schemas.microsoft.com/office/drawing/2014/main" id="{279404A1-70F4-D94A-8284-5FCD3C999051}"/>
                  </a:ext>
                </a:extLst>
              </p:cNvPr>
              <p:cNvSpPr>
                <a:spLocks/>
              </p:cNvSpPr>
              <p:nvPr/>
            </p:nvSpPr>
            <p:spPr bwMode="auto">
              <a:xfrm>
                <a:off x="16617396" y="9166867"/>
                <a:ext cx="35033" cy="35042"/>
              </a:xfrm>
              <a:custGeom>
                <a:avLst/>
                <a:gdLst>
                  <a:gd name="T0" fmla="*/ 2 w 4"/>
                  <a:gd name="T1" fmla="*/ 3 h 4"/>
                  <a:gd name="T2" fmla="*/ 2 w 4"/>
                  <a:gd name="T3" fmla="*/ 0 h 4"/>
                  <a:gd name="T4" fmla="*/ 2 w 4"/>
                  <a:gd name="T5" fmla="*/ 3 h 4"/>
                  <a:gd name="T6" fmla="*/ 2 w 4"/>
                  <a:gd name="T7" fmla="*/ 3 h 4"/>
                </a:gdLst>
                <a:ahLst/>
                <a:cxnLst>
                  <a:cxn ang="0">
                    <a:pos x="T0" y="T1"/>
                  </a:cxn>
                  <a:cxn ang="0">
                    <a:pos x="T2" y="T3"/>
                  </a:cxn>
                  <a:cxn ang="0">
                    <a:pos x="T4" y="T5"/>
                  </a:cxn>
                  <a:cxn ang="0">
                    <a:pos x="T6" y="T7"/>
                  </a:cxn>
                </a:cxnLst>
                <a:rect l="0" t="0" r="r" b="b"/>
                <a:pathLst>
                  <a:path w="4" h="4">
                    <a:moveTo>
                      <a:pt x="2" y="3"/>
                    </a:moveTo>
                    <a:cubicBezTo>
                      <a:pt x="0" y="4"/>
                      <a:pt x="0" y="1"/>
                      <a:pt x="2" y="0"/>
                    </a:cubicBezTo>
                    <a:cubicBezTo>
                      <a:pt x="4" y="0"/>
                      <a:pt x="4" y="3"/>
                      <a:pt x="2" y="3"/>
                    </a:cubicBezTo>
                    <a:cubicBezTo>
                      <a:pt x="1" y="4"/>
                      <a:pt x="3" y="3"/>
                      <a:pt x="2"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1" name="Freeform 457">
                <a:extLst>
                  <a:ext uri="{FF2B5EF4-FFF2-40B4-BE49-F238E27FC236}">
                    <a16:creationId xmlns:a16="http://schemas.microsoft.com/office/drawing/2014/main" id="{80DDCB5B-4AD9-B44A-B56F-9E23F5BE19D8}"/>
                  </a:ext>
                </a:extLst>
              </p:cNvPr>
              <p:cNvSpPr>
                <a:spLocks/>
              </p:cNvSpPr>
              <p:nvPr/>
            </p:nvSpPr>
            <p:spPr bwMode="auto">
              <a:xfrm>
                <a:off x="16521853" y="9326144"/>
                <a:ext cx="429938" cy="140163"/>
              </a:xfrm>
              <a:custGeom>
                <a:avLst/>
                <a:gdLst>
                  <a:gd name="T0" fmla="*/ 9 w 46"/>
                  <a:gd name="T1" fmla="*/ 0 h 15"/>
                  <a:gd name="T2" fmla="*/ 3 w 46"/>
                  <a:gd name="T3" fmla="*/ 0 h 15"/>
                  <a:gd name="T4" fmla="*/ 0 w 46"/>
                  <a:gd name="T5" fmla="*/ 4 h 15"/>
                  <a:gd name="T6" fmla="*/ 5 w 46"/>
                  <a:gd name="T7" fmla="*/ 6 h 15"/>
                  <a:gd name="T8" fmla="*/ 11 w 46"/>
                  <a:gd name="T9" fmla="*/ 9 h 15"/>
                  <a:gd name="T10" fmla="*/ 15 w 46"/>
                  <a:gd name="T11" fmla="*/ 9 h 15"/>
                  <a:gd name="T12" fmla="*/ 24 w 46"/>
                  <a:gd name="T13" fmla="*/ 11 h 15"/>
                  <a:gd name="T14" fmla="*/ 40 w 46"/>
                  <a:gd name="T15" fmla="*/ 13 h 15"/>
                  <a:gd name="T16" fmla="*/ 45 w 46"/>
                  <a:gd name="T17" fmla="*/ 13 h 15"/>
                  <a:gd name="T18" fmla="*/ 43 w 46"/>
                  <a:gd name="T19" fmla="*/ 9 h 15"/>
                  <a:gd name="T20" fmla="*/ 41 w 46"/>
                  <a:gd name="T21" fmla="*/ 9 h 15"/>
                  <a:gd name="T22" fmla="*/ 37 w 46"/>
                  <a:gd name="T23" fmla="*/ 9 h 15"/>
                  <a:gd name="T24" fmla="*/ 35 w 46"/>
                  <a:gd name="T25" fmla="*/ 6 h 15"/>
                  <a:gd name="T26" fmla="*/ 32 w 46"/>
                  <a:gd name="T27" fmla="*/ 4 h 15"/>
                  <a:gd name="T28" fmla="*/ 27 w 46"/>
                  <a:gd name="T29" fmla="*/ 3 h 15"/>
                  <a:gd name="T30" fmla="*/ 25 w 46"/>
                  <a:gd name="T31" fmla="*/ 4 h 15"/>
                  <a:gd name="T32" fmla="*/ 21 w 46"/>
                  <a:gd name="T33" fmla="*/ 5 h 15"/>
                  <a:gd name="T34" fmla="*/ 15 w 46"/>
                  <a:gd name="T35" fmla="*/ 3 h 15"/>
                  <a:gd name="T36" fmla="*/ 11 w 46"/>
                  <a:gd name="T37" fmla="*/ 2 h 15"/>
                  <a:gd name="T38" fmla="*/ 9 w 46"/>
                  <a:gd name="T39" fmla="*/ 0 h 15"/>
                  <a:gd name="T40" fmla="*/ 9 w 46"/>
                  <a:gd name="T4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 h="15">
                    <a:moveTo>
                      <a:pt x="9" y="0"/>
                    </a:moveTo>
                    <a:cubicBezTo>
                      <a:pt x="7" y="1"/>
                      <a:pt x="6" y="0"/>
                      <a:pt x="3" y="0"/>
                    </a:cubicBezTo>
                    <a:cubicBezTo>
                      <a:pt x="3" y="0"/>
                      <a:pt x="0" y="3"/>
                      <a:pt x="0" y="4"/>
                    </a:cubicBezTo>
                    <a:cubicBezTo>
                      <a:pt x="0" y="5"/>
                      <a:pt x="4" y="4"/>
                      <a:pt x="5" y="6"/>
                    </a:cubicBezTo>
                    <a:cubicBezTo>
                      <a:pt x="6" y="8"/>
                      <a:pt x="9" y="8"/>
                      <a:pt x="11" y="9"/>
                    </a:cubicBezTo>
                    <a:cubicBezTo>
                      <a:pt x="13" y="9"/>
                      <a:pt x="14" y="9"/>
                      <a:pt x="15" y="9"/>
                    </a:cubicBezTo>
                    <a:cubicBezTo>
                      <a:pt x="18" y="9"/>
                      <a:pt x="21" y="10"/>
                      <a:pt x="24" y="11"/>
                    </a:cubicBezTo>
                    <a:cubicBezTo>
                      <a:pt x="29" y="12"/>
                      <a:pt x="35" y="11"/>
                      <a:pt x="40" y="13"/>
                    </a:cubicBezTo>
                    <a:cubicBezTo>
                      <a:pt x="41" y="13"/>
                      <a:pt x="44" y="15"/>
                      <a:pt x="45" y="13"/>
                    </a:cubicBezTo>
                    <a:cubicBezTo>
                      <a:pt x="46" y="13"/>
                      <a:pt x="44" y="9"/>
                      <a:pt x="43" y="9"/>
                    </a:cubicBezTo>
                    <a:cubicBezTo>
                      <a:pt x="42" y="8"/>
                      <a:pt x="42" y="9"/>
                      <a:pt x="41" y="9"/>
                    </a:cubicBezTo>
                    <a:cubicBezTo>
                      <a:pt x="39" y="10"/>
                      <a:pt x="38" y="9"/>
                      <a:pt x="37" y="9"/>
                    </a:cubicBezTo>
                    <a:cubicBezTo>
                      <a:pt x="36" y="8"/>
                      <a:pt x="36" y="7"/>
                      <a:pt x="35" y="6"/>
                    </a:cubicBezTo>
                    <a:cubicBezTo>
                      <a:pt x="35" y="5"/>
                      <a:pt x="33" y="5"/>
                      <a:pt x="32" y="4"/>
                    </a:cubicBezTo>
                    <a:cubicBezTo>
                      <a:pt x="31" y="4"/>
                      <a:pt x="28" y="3"/>
                      <a:pt x="27" y="3"/>
                    </a:cubicBezTo>
                    <a:cubicBezTo>
                      <a:pt x="26" y="3"/>
                      <a:pt x="25" y="4"/>
                      <a:pt x="25" y="4"/>
                    </a:cubicBezTo>
                    <a:cubicBezTo>
                      <a:pt x="24" y="5"/>
                      <a:pt x="23" y="5"/>
                      <a:pt x="21" y="5"/>
                    </a:cubicBezTo>
                    <a:cubicBezTo>
                      <a:pt x="19" y="5"/>
                      <a:pt x="17" y="4"/>
                      <a:pt x="15" y="3"/>
                    </a:cubicBezTo>
                    <a:cubicBezTo>
                      <a:pt x="14" y="2"/>
                      <a:pt x="12" y="2"/>
                      <a:pt x="11" y="2"/>
                    </a:cubicBezTo>
                    <a:cubicBezTo>
                      <a:pt x="11" y="2"/>
                      <a:pt x="10" y="0"/>
                      <a:pt x="9" y="0"/>
                    </a:cubicBezTo>
                    <a:cubicBezTo>
                      <a:pt x="8" y="1"/>
                      <a:pt x="10" y="0"/>
                      <a:pt x="9"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2" name="Freeform 458">
                <a:extLst>
                  <a:ext uri="{FF2B5EF4-FFF2-40B4-BE49-F238E27FC236}">
                    <a16:creationId xmlns:a16="http://schemas.microsoft.com/office/drawing/2014/main" id="{11BB6454-F875-EA40-99C5-1BAC4365EA85}"/>
                  </a:ext>
                </a:extLst>
              </p:cNvPr>
              <p:cNvSpPr>
                <a:spLocks/>
              </p:cNvSpPr>
              <p:nvPr/>
            </p:nvSpPr>
            <p:spPr bwMode="auto">
              <a:xfrm>
                <a:off x="16840326" y="9361183"/>
                <a:ext cx="73248" cy="28669"/>
              </a:xfrm>
              <a:custGeom>
                <a:avLst/>
                <a:gdLst>
                  <a:gd name="T0" fmla="*/ 3 w 8"/>
                  <a:gd name="T1" fmla="*/ 3 h 3"/>
                  <a:gd name="T2" fmla="*/ 8 w 8"/>
                  <a:gd name="T3" fmla="*/ 1 h 3"/>
                  <a:gd name="T4" fmla="*/ 3 w 8"/>
                  <a:gd name="T5" fmla="*/ 3 h 3"/>
                  <a:gd name="T6" fmla="*/ 3 w 8"/>
                  <a:gd name="T7" fmla="*/ 3 h 3"/>
                </a:gdLst>
                <a:ahLst/>
                <a:cxnLst>
                  <a:cxn ang="0">
                    <a:pos x="T0" y="T1"/>
                  </a:cxn>
                  <a:cxn ang="0">
                    <a:pos x="T2" y="T3"/>
                  </a:cxn>
                  <a:cxn ang="0">
                    <a:pos x="T4" y="T5"/>
                  </a:cxn>
                  <a:cxn ang="0">
                    <a:pos x="T6" y="T7"/>
                  </a:cxn>
                </a:cxnLst>
                <a:rect l="0" t="0" r="r" b="b"/>
                <a:pathLst>
                  <a:path w="8" h="3">
                    <a:moveTo>
                      <a:pt x="3" y="3"/>
                    </a:moveTo>
                    <a:cubicBezTo>
                      <a:pt x="0" y="2"/>
                      <a:pt x="7" y="0"/>
                      <a:pt x="8" y="1"/>
                    </a:cubicBezTo>
                    <a:cubicBezTo>
                      <a:pt x="8" y="2"/>
                      <a:pt x="4" y="3"/>
                      <a:pt x="3" y="3"/>
                    </a:cubicBezTo>
                    <a:cubicBezTo>
                      <a:pt x="2" y="3"/>
                      <a:pt x="4" y="3"/>
                      <a:pt x="3"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3" name="Freeform 459">
                <a:extLst>
                  <a:ext uri="{FF2B5EF4-FFF2-40B4-BE49-F238E27FC236}">
                    <a16:creationId xmlns:a16="http://schemas.microsoft.com/office/drawing/2014/main" id="{CB3B69E1-89D8-1041-B847-4826BAC91D83}"/>
                  </a:ext>
                </a:extLst>
              </p:cNvPr>
              <p:cNvSpPr>
                <a:spLocks/>
              </p:cNvSpPr>
              <p:nvPr/>
            </p:nvSpPr>
            <p:spPr bwMode="auto">
              <a:xfrm>
                <a:off x="16942236" y="9428080"/>
                <a:ext cx="57323" cy="38227"/>
              </a:xfrm>
              <a:custGeom>
                <a:avLst/>
                <a:gdLst>
                  <a:gd name="T0" fmla="*/ 3 w 6"/>
                  <a:gd name="T1" fmla="*/ 0 h 4"/>
                  <a:gd name="T2" fmla="*/ 1 w 6"/>
                  <a:gd name="T3" fmla="*/ 1 h 4"/>
                  <a:gd name="T4" fmla="*/ 3 w 6"/>
                  <a:gd name="T5" fmla="*/ 4 h 4"/>
                  <a:gd name="T6" fmla="*/ 3 w 6"/>
                  <a:gd name="T7" fmla="*/ 0 h 4"/>
                </a:gdLst>
                <a:ahLst/>
                <a:cxnLst>
                  <a:cxn ang="0">
                    <a:pos x="T0" y="T1"/>
                  </a:cxn>
                  <a:cxn ang="0">
                    <a:pos x="T2" y="T3"/>
                  </a:cxn>
                  <a:cxn ang="0">
                    <a:pos x="T4" y="T5"/>
                  </a:cxn>
                  <a:cxn ang="0">
                    <a:pos x="T6" y="T7"/>
                  </a:cxn>
                </a:cxnLst>
                <a:rect l="0" t="0" r="r" b="b"/>
                <a:pathLst>
                  <a:path w="6" h="4">
                    <a:moveTo>
                      <a:pt x="3" y="0"/>
                    </a:moveTo>
                    <a:cubicBezTo>
                      <a:pt x="2" y="0"/>
                      <a:pt x="0" y="0"/>
                      <a:pt x="1" y="1"/>
                    </a:cubicBezTo>
                    <a:cubicBezTo>
                      <a:pt x="1" y="1"/>
                      <a:pt x="3" y="4"/>
                      <a:pt x="3" y="4"/>
                    </a:cubicBezTo>
                    <a:cubicBezTo>
                      <a:pt x="5" y="4"/>
                      <a:pt x="6" y="0"/>
                      <a:pt x="3"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4" name="Freeform 460">
                <a:extLst>
                  <a:ext uri="{FF2B5EF4-FFF2-40B4-BE49-F238E27FC236}">
                    <a16:creationId xmlns:a16="http://schemas.microsoft.com/office/drawing/2014/main" id="{9EA81206-A168-0848-8594-D6CD16E3A668}"/>
                  </a:ext>
                </a:extLst>
              </p:cNvPr>
              <p:cNvSpPr>
                <a:spLocks/>
              </p:cNvSpPr>
              <p:nvPr/>
            </p:nvSpPr>
            <p:spPr bwMode="auto">
              <a:xfrm>
                <a:off x="16999562" y="9437635"/>
                <a:ext cx="44586" cy="28669"/>
              </a:xfrm>
              <a:custGeom>
                <a:avLst/>
                <a:gdLst>
                  <a:gd name="T0" fmla="*/ 4 w 5"/>
                  <a:gd name="T1" fmla="*/ 1 h 3"/>
                  <a:gd name="T2" fmla="*/ 2 w 5"/>
                  <a:gd name="T3" fmla="*/ 0 h 3"/>
                  <a:gd name="T4" fmla="*/ 1 w 5"/>
                  <a:gd name="T5" fmla="*/ 2 h 3"/>
                  <a:gd name="T6" fmla="*/ 2 w 5"/>
                  <a:gd name="T7" fmla="*/ 2 h 3"/>
                  <a:gd name="T8" fmla="*/ 4 w 5"/>
                  <a:gd name="T9" fmla="*/ 1 h 3"/>
                  <a:gd name="T10" fmla="*/ 4 w 5"/>
                  <a:gd name="T11" fmla="*/ 1 h 3"/>
                </a:gdLst>
                <a:ahLst/>
                <a:cxnLst>
                  <a:cxn ang="0">
                    <a:pos x="T0" y="T1"/>
                  </a:cxn>
                  <a:cxn ang="0">
                    <a:pos x="T2" y="T3"/>
                  </a:cxn>
                  <a:cxn ang="0">
                    <a:pos x="T4" y="T5"/>
                  </a:cxn>
                  <a:cxn ang="0">
                    <a:pos x="T6" y="T7"/>
                  </a:cxn>
                  <a:cxn ang="0">
                    <a:pos x="T8" y="T9"/>
                  </a:cxn>
                  <a:cxn ang="0">
                    <a:pos x="T10" y="T11"/>
                  </a:cxn>
                </a:cxnLst>
                <a:rect l="0" t="0" r="r" b="b"/>
                <a:pathLst>
                  <a:path w="5" h="3">
                    <a:moveTo>
                      <a:pt x="4" y="1"/>
                    </a:moveTo>
                    <a:cubicBezTo>
                      <a:pt x="4" y="1"/>
                      <a:pt x="3" y="0"/>
                      <a:pt x="2" y="0"/>
                    </a:cubicBezTo>
                    <a:cubicBezTo>
                      <a:pt x="2" y="1"/>
                      <a:pt x="0" y="2"/>
                      <a:pt x="1" y="2"/>
                    </a:cubicBezTo>
                    <a:cubicBezTo>
                      <a:pt x="1" y="2"/>
                      <a:pt x="2" y="3"/>
                      <a:pt x="2" y="2"/>
                    </a:cubicBezTo>
                    <a:cubicBezTo>
                      <a:pt x="3" y="2"/>
                      <a:pt x="5" y="2"/>
                      <a:pt x="4" y="1"/>
                    </a:cubicBezTo>
                    <a:cubicBezTo>
                      <a:pt x="4" y="1"/>
                      <a:pt x="5" y="2"/>
                      <a:pt x="4"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5" name="Freeform 461">
                <a:extLst>
                  <a:ext uri="{FF2B5EF4-FFF2-40B4-BE49-F238E27FC236}">
                    <a16:creationId xmlns:a16="http://schemas.microsoft.com/office/drawing/2014/main" id="{08AD3170-794B-D349-8AF4-93FCA1DFF2AF}"/>
                  </a:ext>
                </a:extLst>
              </p:cNvPr>
              <p:cNvSpPr>
                <a:spLocks/>
              </p:cNvSpPr>
              <p:nvPr/>
            </p:nvSpPr>
            <p:spPr bwMode="auto">
              <a:xfrm>
                <a:off x="17034592" y="9437635"/>
                <a:ext cx="66879" cy="38227"/>
              </a:xfrm>
              <a:custGeom>
                <a:avLst/>
                <a:gdLst>
                  <a:gd name="T0" fmla="*/ 2 w 7"/>
                  <a:gd name="T1" fmla="*/ 1 h 4"/>
                  <a:gd name="T2" fmla="*/ 2 w 7"/>
                  <a:gd name="T3" fmla="*/ 4 h 4"/>
                  <a:gd name="T4" fmla="*/ 6 w 7"/>
                  <a:gd name="T5" fmla="*/ 3 h 4"/>
                  <a:gd name="T6" fmla="*/ 5 w 7"/>
                  <a:gd name="T7" fmla="*/ 1 h 4"/>
                  <a:gd name="T8" fmla="*/ 2 w 7"/>
                  <a:gd name="T9" fmla="*/ 1 h 4"/>
                </a:gdLst>
                <a:ahLst/>
                <a:cxnLst>
                  <a:cxn ang="0">
                    <a:pos x="T0" y="T1"/>
                  </a:cxn>
                  <a:cxn ang="0">
                    <a:pos x="T2" y="T3"/>
                  </a:cxn>
                  <a:cxn ang="0">
                    <a:pos x="T4" y="T5"/>
                  </a:cxn>
                  <a:cxn ang="0">
                    <a:pos x="T6" y="T7"/>
                  </a:cxn>
                  <a:cxn ang="0">
                    <a:pos x="T8" y="T9"/>
                  </a:cxn>
                </a:cxnLst>
                <a:rect l="0" t="0" r="r" b="b"/>
                <a:pathLst>
                  <a:path w="7" h="4">
                    <a:moveTo>
                      <a:pt x="2" y="1"/>
                    </a:moveTo>
                    <a:cubicBezTo>
                      <a:pt x="1" y="2"/>
                      <a:pt x="0" y="4"/>
                      <a:pt x="2" y="4"/>
                    </a:cubicBezTo>
                    <a:cubicBezTo>
                      <a:pt x="4" y="4"/>
                      <a:pt x="5" y="4"/>
                      <a:pt x="6" y="3"/>
                    </a:cubicBezTo>
                    <a:cubicBezTo>
                      <a:pt x="7" y="3"/>
                      <a:pt x="5" y="2"/>
                      <a:pt x="5" y="1"/>
                    </a:cubicBezTo>
                    <a:cubicBezTo>
                      <a:pt x="4" y="0"/>
                      <a:pt x="3" y="0"/>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6" name="Freeform 462">
                <a:extLst>
                  <a:ext uri="{FF2B5EF4-FFF2-40B4-BE49-F238E27FC236}">
                    <a16:creationId xmlns:a16="http://schemas.microsoft.com/office/drawing/2014/main" id="{47F7C44C-1381-0B45-818C-2149462F1BCE}"/>
                  </a:ext>
                </a:extLst>
              </p:cNvPr>
              <p:cNvSpPr>
                <a:spLocks/>
              </p:cNvSpPr>
              <p:nvPr/>
            </p:nvSpPr>
            <p:spPr bwMode="auto">
              <a:xfrm>
                <a:off x="17082363" y="9428080"/>
                <a:ext cx="76432" cy="47785"/>
              </a:xfrm>
              <a:custGeom>
                <a:avLst/>
                <a:gdLst>
                  <a:gd name="T0" fmla="*/ 1 w 8"/>
                  <a:gd name="T1" fmla="*/ 0 h 5"/>
                  <a:gd name="T2" fmla="*/ 0 w 8"/>
                  <a:gd name="T3" fmla="*/ 1 h 5"/>
                  <a:gd name="T4" fmla="*/ 2 w 8"/>
                  <a:gd name="T5" fmla="*/ 2 h 5"/>
                  <a:gd name="T6" fmla="*/ 2 w 8"/>
                  <a:gd name="T7" fmla="*/ 3 h 5"/>
                  <a:gd name="T8" fmla="*/ 7 w 8"/>
                  <a:gd name="T9" fmla="*/ 4 h 5"/>
                  <a:gd name="T10" fmla="*/ 7 w 8"/>
                  <a:gd name="T11" fmla="*/ 1 h 5"/>
                  <a:gd name="T12" fmla="*/ 1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1" y="0"/>
                    </a:moveTo>
                    <a:cubicBezTo>
                      <a:pt x="0" y="0"/>
                      <a:pt x="0" y="0"/>
                      <a:pt x="0" y="1"/>
                    </a:cubicBezTo>
                    <a:cubicBezTo>
                      <a:pt x="0" y="1"/>
                      <a:pt x="2" y="1"/>
                      <a:pt x="2" y="2"/>
                    </a:cubicBezTo>
                    <a:cubicBezTo>
                      <a:pt x="2" y="2"/>
                      <a:pt x="2" y="3"/>
                      <a:pt x="2" y="3"/>
                    </a:cubicBezTo>
                    <a:cubicBezTo>
                      <a:pt x="2" y="4"/>
                      <a:pt x="6" y="5"/>
                      <a:pt x="7" y="4"/>
                    </a:cubicBezTo>
                    <a:cubicBezTo>
                      <a:pt x="8" y="3"/>
                      <a:pt x="8" y="2"/>
                      <a:pt x="7" y="1"/>
                    </a:cubicBezTo>
                    <a:cubicBezTo>
                      <a:pt x="5" y="1"/>
                      <a:pt x="3" y="1"/>
                      <a:pt x="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7" name="Freeform 463">
                <a:extLst>
                  <a:ext uri="{FF2B5EF4-FFF2-40B4-BE49-F238E27FC236}">
                    <a16:creationId xmlns:a16="http://schemas.microsoft.com/office/drawing/2014/main" id="{B0B6D346-1684-C845-BE15-1B16508B48AF}"/>
                  </a:ext>
                </a:extLst>
              </p:cNvPr>
              <p:cNvSpPr>
                <a:spLocks/>
              </p:cNvSpPr>
              <p:nvPr/>
            </p:nvSpPr>
            <p:spPr bwMode="auto">
              <a:xfrm>
                <a:off x="17184277" y="9437635"/>
                <a:ext cx="114649" cy="38227"/>
              </a:xfrm>
              <a:custGeom>
                <a:avLst/>
                <a:gdLst>
                  <a:gd name="T0" fmla="*/ 2 w 12"/>
                  <a:gd name="T1" fmla="*/ 0 h 4"/>
                  <a:gd name="T2" fmla="*/ 0 w 12"/>
                  <a:gd name="T3" fmla="*/ 2 h 4"/>
                  <a:gd name="T4" fmla="*/ 12 w 12"/>
                  <a:gd name="T5" fmla="*/ 2 h 4"/>
                  <a:gd name="T6" fmla="*/ 9 w 12"/>
                  <a:gd name="T7" fmla="*/ 2 h 4"/>
                  <a:gd name="T8" fmla="*/ 2 w 12"/>
                  <a:gd name="T9" fmla="*/ 0 h 4"/>
                  <a:gd name="T10" fmla="*/ 2 w 12"/>
                  <a:gd name="T11" fmla="*/ 0 h 4"/>
                </a:gdLst>
                <a:ahLst/>
                <a:cxnLst>
                  <a:cxn ang="0">
                    <a:pos x="T0" y="T1"/>
                  </a:cxn>
                  <a:cxn ang="0">
                    <a:pos x="T2" y="T3"/>
                  </a:cxn>
                  <a:cxn ang="0">
                    <a:pos x="T4" y="T5"/>
                  </a:cxn>
                  <a:cxn ang="0">
                    <a:pos x="T6" y="T7"/>
                  </a:cxn>
                  <a:cxn ang="0">
                    <a:pos x="T8" y="T9"/>
                  </a:cxn>
                  <a:cxn ang="0">
                    <a:pos x="T10" y="T11"/>
                  </a:cxn>
                </a:cxnLst>
                <a:rect l="0" t="0" r="r" b="b"/>
                <a:pathLst>
                  <a:path w="12" h="4">
                    <a:moveTo>
                      <a:pt x="2" y="0"/>
                    </a:moveTo>
                    <a:cubicBezTo>
                      <a:pt x="2" y="0"/>
                      <a:pt x="0" y="1"/>
                      <a:pt x="0" y="2"/>
                    </a:cubicBezTo>
                    <a:cubicBezTo>
                      <a:pt x="0" y="2"/>
                      <a:pt x="11" y="4"/>
                      <a:pt x="12" y="2"/>
                    </a:cubicBezTo>
                    <a:cubicBezTo>
                      <a:pt x="12" y="1"/>
                      <a:pt x="9" y="2"/>
                      <a:pt x="9" y="2"/>
                    </a:cubicBezTo>
                    <a:cubicBezTo>
                      <a:pt x="7" y="2"/>
                      <a:pt x="4" y="1"/>
                      <a:pt x="2" y="0"/>
                    </a:cubicBezTo>
                    <a:cubicBezTo>
                      <a:pt x="2" y="0"/>
                      <a:pt x="3"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8" name="Freeform 464">
                <a:extLst>
                  <a:ext uri="{FF2B5EF4-FFF2-40B4-BE49-F238E27FC236}">
                    <a16:creationId xmlns:a16="http://schemas.microsoft.com/office/drawing/2014/main" id="{6484AD93-E695-B24F-99B6-B8304585FF24}"/>
                  </a:ext>
                </a:extLst>
              </p:cNvPr>
              <p:cNvSpPr>
                <a:spLocks/>
              </p:cNvSpPr>
              <p:nvPr/>
            </p:nvSpPr>
            <p:spPr bwMode="auto">
              <a:xfrm>
                <a:off x="17149244" y="9491791"/>
                <a:ext cx="101909" cy="57338"/>
              </a:xfrm>
              <a:custGeom>
                <a:avLst/>
                <a:gdLst>
                  <a:gd name="T0" fmla="*/ 0 w 11"/>
                  <a:gd name="T1" fmla="*/ 0 h 6"/>
                  <a:gd name="T2" fmla="*/ 8 w 11"/>
                  <a:gd name="T3" fmla="*/ 4 h 6"/>
                  <a:gd name="T4" fmla="*/ 0 w 11"/>
                  <a:gd name="T5" fmla="*/ 0 h 6"/>
                </a:gdLst>
                <a:ahLst/>
                <a:cxnLst>
                  <a:cxn ang="0">
                    <a:pos x="T0" y="T1"/>
                  </a:cxn>
                  <a:cxn ang="0">
                    <a:pos x="T2" y="T3"/>
                  </a:cxn>
                  <a:cxn ang="0">
                    <a:pos x="T4" y="T5"/>
                  </a:cxn>
                </a:cxnLst>
                <a:rect l="0" t="0" r="r" b="b"/>
                <a:pathLst>
                  <a:path w="11" h="6">
                    <a:moveTo>
                      <a:pt x="0" y="0"/>
                    </a:moveTo>
                    <a:cubicBezTo>
                      <a:pt x="1" y="0"/>
                      <a:pt x="7" y="6"/>
                      <a:pt x="8" y="4"/>
                    </a:cubicBezTo>
                    <a:cubicBezTo>
                      <a:pt x="11" y="1"/>
                      <a:pt x="1" y="0"/>
                      <a:pt x="0"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89" name="Freeform 465">
                <a:extLst>
                  <a:ext uri="{FF2B5EF4-FFF2-40B4-BE49-F238E27FC236}">
                    <a16:creationId xmlns:a16="http://schemas.microsoft.com/office/drawing/2014/main" id="{4A23A782-A392-E44B-B932-6ED10FA07A4D}"/>
                  </a:ext>
                </a:extLst>
              </p:cNvPr>
              <p:cNvSpPr>
                <a:spLocks/>
              </p:cNvSpPr>
              <p:nvPr/>
            </p:nvSpPr>
            <p:spPr bwMode="auto">
              <a:xfrm>
                <a:off x="17474083" y="9192351"/>
                <a:ext cx="57323" cy="38227"/>
              </a:xfrm>
              <a:custGeom>
                <a:avLst/>
                <a:gdLst>
                  <a:gd name="T0" fmla="*/ 3 w 6"/>
                  <a:gd name="T1" fmla="*/ 3 h 4"/>
                  <a:gd name="T2" fmla="*/ 4 w 6"/>
                  <a:gd name="T3" fmla="*/ 0 h 4"/>
                  <a:gd name="T4" fmla="*/ 3 w 6"/>
                  <a:gd name="T5" fmla="*/ 3 h 4"/>
                  <a:gd name="T6" fmla="*/ 3 w 6"/>
                  <a:gd name="T7" fmla="*/ 3 h 4"/>
                </a:gdLst>
                <a:ahLst/>
                <a:cxnLst>
                  <a:cxn ang="0">
                    <a:pos x="T0" y="T1"/>
                  </a:cxn>
                  <a:cxn ang="0">
                    <a:pos x="T2" y="T3"/>
                  </a:cxn>
                  <a:cxn ang="0">
                    <a:pos x="T4" y="T5"/>
                  </a:cxn>
                  <a:cxn ang="0">
                    <a:pos x="T6" y="T7"/>
                  </a:cxn>
                </a:cxnLst>
                <a:rect l="0" t="0" r="r" b="b"/>
                <a:pathLst>
                  <a:path w="6" h="4">
                    <a:moveTo>
                      <a:pt x="3" y="3"/>
                    </a:moveTo>
                    <a:cubicBezTo>
                      <a:pt x="0" y="4"/>
                      <a:pt x="1" y="0"/>
                      <a:pt x="4" y="0"/>
                    </a:cubicBezTo>
                    <a:cubicBezTo>
                      <a:pt x="6" y="0"/>
                      <a:pt x="5" y="3"/>
                      <a:pt x="3" y="3"/>
                    </a:cubicBezTo>
                    <a:cubicBezTo>
                      <a:pt x="2" y="4"/>
                      <a:pt x="5" y="3"/>
                      <a:pt x="3"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0" name="Freeform 466">
                <a:extLst>
                  <a:ext uri="{FF2B5EF4-FFF2-40B4-BE49-F238E27FC236}">
                    <a16:creationId xmlns:a16="http://schemas.microsoft.com/office/drawing/2014/main" id="{48FF5161-605F-374D-8063-3C988D0DE732}"/>
                  </a:ext>
                </a:extLst>
              </p:cNvPr>
              <p:cNvSpPr>
                <a:spLocks/>
              </p:cNvSpPr>
              <p:nvPr/>
            </p:nvSpPr>
            <p:spPr bwMode="auto">
              <a:xfrm>
                <a:off x="17569627" y="9185981"/>
                <a:ext cx="140127" cy="44598"/>
              </a:xfrm>
              <a:custGeom>
                <a:avLst/>
                <a:gdLst>
                  <a:gd name="T0" fmla="*/ 2 w 15"/>
                  <a:gd name="T1" fmla="*/ 3 h 5"/>
                  <a:gd name="T2" fmla="*/ 1 w 15"/>
                  <a:gd name="T3" fmla="*/ 1 h 5"/>
                  <a:gd name="T4" fmla="*/ 5 w 15"/>
                  <a:gd name="T5" fmla="*/ 0 h 5"/>
                  <a:gd name="T6" fmla="*/ 13 w 15"/>
                  <a:gd name="T7" fmla="*/ 2 h 5"/>
                  <a:gd name="T8" fmla="*/ 15 w 15"/>
                  <a:gd name="T9" fmla="*/ 5 h 5"/>
                  <a:gd name="T10" fmla="*/ 11 w 15"/>
                  <a:gd name="T11" fmla="*/ 3 h 5"/>
                  <a:gd name="T12" fmla="*/ 2 w 15"/>
                  <a:gd name="T13" fmla="*/ 3 h 5"/>
                  <a:gd name="T14" fmla="*/ 2 w 15"/>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
                    <a:moveTo>
                      <a:pt x="2" y="3"/>
                    </a:moveTo>
                    <a:cubicBezTo>
                      <a:pt x="1" y="3"/>
                      <a:pt x="0" y="2"/>
                      <a:pt x="1" y="1"/>
                    </a:cubicBezTo>
                    <a:cubicBezTo>
                      <a:pt x="2" y="0"/>
                      <a:pt x="3" y="0"/>
                      <a:pt x="5" y="0"/>
                    </a:cubicBezTo>
                    <a:cubicBezTo>
                      <a:pt x="8" y="0"/>
                      <a:pt x="10" y="0"/>
                      <a:pt x="13" y="2"/>
                    </a:cubicBezTo>
                    <a:cubicBezTo>
                      <a:pt x="14" y="3"/>
                      <a:pt x="15" y="4"/>
                      <a:pt x="15" y="5"/>
                    </a:cubicBezTo>
                    <a:cubicBezTo>
                      <a:pt x="14" y="5"/>
                      <a:pt x="11" y="3"/>
                      <a:pt x="11" y="3"/>
                    </a:cubicBezTo>
                    <a:cubicBezTo>
                      <a:pt x="8" y="2"/>
                      <a:pt x="5" y="3"/>
                      <a:pt x="2" y="3"/>
                    </a:cubicBezTo>
                    <a:cubicBezTo>
                      <a:pt x="1" y="3"/>
                      <a:pt x="3" y="3"/>
                      <a:pt x="2"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1" name="Freeform 467">
                <a:extLst>
                  <a:ext uri="{FF2B5EF4-FFF2-40B4-BE49-F238E27FC236}">
                    <a16:creationId xmlns:a16="http://schemas.microsoft.com/office/drawing/2014/main" id="{F1137952-CAD3-BE46-ACA2-CFDC2F44E811}"/>
                  </a:ext>
                </a:extLst>
              </p:cNvPr>
              <p:cNvSpPr>
                <a:spLocks/>
              </p:cNvSpPr>
              <p:nvPr/>
            </p:nvSpPr>
            <p:spPr bwMode="auto">
              <a:xfrm>
                <a:off x="17139689" y="8969361"/>
                <a:ext cx="299364" cy="337667"/>
              </a:xfrm>
              <a:custGeom>
                <a:avLst/>
                <a:gdLst>
                  <a:gd name="T0" fmla="*/ 13 w 32"/>
                  <a:gd name="T1" fmla="*/ 32 h 36"/>
                  <a:gd name="T2" fmla="*/ 14 w 32"/>
                  <a:gd name="T3" fmla="*/ 30 h 36"/>
                  <a:gd name="T4" fmla="*/ 11 w 32"/>
                  <a:gd name="T5" fmla="*/ 28 h 36"/>
                  <a:gd name="T6" fmla="*/ 12 w 32"/>
                  <a:gd name="T7" fmla="*/ 23 h 36"/>
                  <a:gd name="T8" fmla="*/ 8 w 32"/>
                  <a:gd name="T9" fmla="*/ 23 h 36"/>
                  <a:gd name="T10" fmla="*/ 8 w 32"/>
                  <a:gd name="T11" fmla="*/ 29 h 36"/>
                  <a:gd name="T12" fmla="*/ 8 w 32"/>
                  <a:gd name="T13" fmla="*/ 30 h 36"/>
                  <a:gd name="T14" fmla="*/ 7 w 32"/>
                  <a:gd name="T15" fmla="*/ 34 h 36"/>
                  <a:gd name="T16" fmla="*/ 4 w 32"/>
                  <a:gd name="T17" fmla="*/ 36 h 36"/>
                  <a:gd name="T18" fmla="*/ 4 w 32"/>
                  <a:gd name="T19" fmla="*/ 31 h 36"/>
                  <a:gd name="T20" fmla="*/ 2 w 32"/>
                  <a:gd name="T21" fmla="*/ 26 h 36"/>
                  <a:gd name="T22" fmla="*/ 1 w 32"/>
                  <a:gd name="T23" fmla="*/ 21 h 36"/>
                  <a:gd name="T24" fmla="*/ 3 w 32"/>
                  <a:gd name="T25" fmla="*/ 14 h 36"/>
                  <a:gd name="T26" fmla="*/ 9 w 32"/>
                  <a:gd name="T27" fmla="*/ 5 h 36"/>
                  <a:gd name="T28" fmla="*/ 11 w 32"/>
                  <a:gd name="T29" fmla="*/ 2 h 36"/>
                  <a:gd name="T30" fmla="*/ 18 w 32"/>
                  <a:gd name="T31" fmla="*/ 4 h 36"/>
                  <a:gd name="T32" fmla="*/ 25 w 32"/>
                  <a:gd name="T33" fmla="*/ 4 h 36"/>
                  <a:gd name="T34" fmla="*/ 32 w 32"/>
                  <a:gd name="T35" fmla="*/ 1 h 36"/>
                  <a:gd name="T36" fmla="*/ 29 w 32"/>
                  <a:gd name="T37" fmla="*/ 6 h 36"/>
                  <a:gd name="T38" fmla="*/ 23 w 32"/>
                  <a:gd name="T39" fmla="*/ 7 h 36"/>
                  <a:gd name="T40" fmla="*/ 10 w 32"/>
                  <a:gd name="T41" fmla="*/ 7 h 36"/>
                  <a:gd name="T42" fmla="*/ 6 w 32"/>
                  <a:gd name="T43" fmla="*/ 10 h 36"/>
                  <a:gd name="T44" fmla="*/ 10 w 32"/>
                  <a:gd name="T45" fmla="*/ 15 h 36"/>
                  <a:gd name="T46" fmla="*/ 13 w 32"/>
                  <a:gd name="T47" fmla="*/ 14 h 36"/>
                  <a:gd name="T48" fmla="*/ 20 w 32"/>
                  <a:gd name="T49" fmla="*/ 13 h 36"/>
                  <a:gd name="T50" fmla="*/ 17 w 32"/>
                  <a:gd name="T51" fmla="*/ 16 h 36"/>
                  <a:gd name="T52" fmla="*/ 13 w 32"/>
                  <a:gd name="T53" fmla="*/ 17 h 36"/>
                  <a:gd name="T54" fmla="*/ 14 w 32"/>
                  <a:gd name="T55" fmla="*/ 20 h 36"/>
                  <a:gd name="T56" fmla="*/ 18 w 32"/>
                  <a:gd name="T57" fmla="*/ 25 h 36"/>
                  <a:gd name="T58" fmla="*/ 19 w 32"/>
                  <a:gd name="T59" fmla="*/ 28 h 36"/>
                  <a:gd name="T60" fmla="*/ 22 w 32"/>
                  <a:gd name="T61" fmla="*/ 30 h 36"/>
                  <a:gd name="T62" fmla="*/ 13 w 32"/>
                  <a:gd name="T63" fmla="*/ 32 h 36"/>
                  <a:gd name="T64" fmla="*/ 13 w 32"/>
                  <a:gd name="T65"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6">
                    <a:moveTo>
                      <a:pt x="13" y="32"/>
                    </a:moveTo>
                    <a:cubicBezTo>
                      <a:pt x="13" y="31"/>
                      <a:pt x="14" y="31"/>
                      <a:pt x="14" y="30"/>
                    </a:cubicBezTo>
                    <a:cubicBezTo>
                      <a:pt x="14" y="29"/>
                      <a:pt x="12" y="28"/>
                      <a:pt x="11" y="28"/>
                    </a:cubicBezTo>
                    <a:cubicBezTo>
                      <a:pt x="10" y="26"/>
                      <a:pt x="12" y="25"/>
                      <a:pt x="12" y="23"/>
                    </a:cubicBezTo>
                    <a:cubicBezTo>
                      <a:pt x="12" y="22"/>
                      <a:pt x="8" y="22"/>
                      <a:pt x="8" y="23"/>
                    </a:cubicBezTo>
                    <a:cubicBezTo>
                      <a:pt x="7" y="25"/>
                      <a:pt x="8" y="27"/>
                      <a:pt x="8" y="29"/>
                    </a:cubicBezTo>
                    <a:cubicBezTo>
                      <a:pt x="7" y="29"/>
                      <a:pt x="8" y="30"/>
                      <a:pt x="8" y="30"/>
                    </a:cubicBezTo>
                    <a:cubicBezTo>
                      <a:pt x="8" y="32"/>
                      <a:pt x="7" y="33"/>
                      <a:pt x="7" y="34"/>
                    </a:cubicBezTo>
                    <a:cubicBezTo>
                      <a:pt x="6" y="36"/>
                      <a:pt x="7" y="36"/>
                      <a:pt x="4" y="36"/>
                    </a:cubicBezTo>
                    <a:cubicBezTo>
                      <a:pt x="1" y="36"/>
                      <a:pt x="4" y="32"/>
                      <a:pt x="4" y="31"/>
                    </a:cubicBezTo>
                    <a:cubicBezTo>
                      <a:pt x="5" y="30"/>
                      <a:pt x="4" y="27"/>
                      <a:pt x="2" y="26"/>
                    </a:cubicBezTo>
                    <a:cubicBezTo>
                      <a:pt x="0" y="25"/>
                      <a:pt x="0" y="23"/>
                      <a:pt x="1" y="21"/>
                    </a:cubicBezTo>
                    <a:cubicBezTo>
                      <a:pt x="2" y="19"/>
                      <a:pt x="2" y="16"/>
                      <a:pt x="3" y="14"/>
                    </a:cubicBezTo>
                    <a:cubicBezTo>
                      <a:pt x="5" y="11"/>
                      <a:pt x="4" y="5"/>
                      <a:pt x="9" y="5"/>
                    </a:cubicBezTo>
                    <a:cubicBezTo>
                      <a:pt x="10" y="5"/>
                      <a:pt x="9" y="2"/>
                      <a:pt x="11" y="2"/>
                    </a:cubicBezTo>
                    <a:cubicBezTo>
                      <a:pt x="14" y="3"/>
                      <a:pt x="16" y="4"/>
                      <a:pt x="18" y="4"/>
                    </a:cubicBezTo>
                    <a:cubicBezTo>
                      <a:pt x="20" y="4"/>
                      <a:pt x="23" y="5"/>
                      <a:pt x="25" y="4"/>
                    </a:cubicBezTo>
                    <a:cubicBezTo>
                      <a:pt x="26" y="4"/>
                      <a:pt x="32" y="0"/>
                      <a:pt x="32" y="1"/>
                    </a:cubicBezTo>
                    <a:cubicBezTo>
                      <a:pt x="32" y="2"/>
                      <a:pt x="29" y="5"/>
                      <a:pt x="29" y="6"/>
                    </a:cubicBezTo>
                    <a:cubicBezTo>
                      <a:pt x="27" y="7"/>
                      <a:pt x="25" y="7"/>
                      <a:pt x="23" y="7"/>
                    </a:cubicBezTo>
                    <a:cubicBezTo>
                      <a:pt x="18" y="6"/>
                      <a:pt x="14" y="7"/>
                      <a:pt x="10" y="7"/>
                    </a:cubicBezTo>
                    <a:cubicBezTo>
                      <a:pt x="7" y="6"/>
                      <a:pt x="6" y="7"/>
                      <a:pt x="6" y="10"/>
                    </a:cubicBezTo>
                    <a:cubicBezTo>
                      <a:pt x="6" y="13"/>
                      <a:pt x="9" y="13"/>
                      <a:pt x="10" y="15"/>
                    </a:cubicBezTo>
                    <a:cubicBezTo>
                      <a:pt x="11" y="17"/>
                      <a:pt x="12" y="15"/>
                      <a:pt x="13" y="14"/>
                    </a:cubicBezTo>
                    <a:cubicBezTo>
                      <a:pt x="13" y="13"/>
                      <a:pt x="20" y="12"/>
                      <a:pt x="20" y="13"/>
                    </a:cubicBezTo>
                    <a:cubicBezTo>
                      <a:pt x="21" y="13"/>
                      <a:pt x="18" y="16"/>
                      <a:pt x="17" y="16"/>
                    </a:cubicBezTo>
                    <a:cubicBezTo>
                      <a:pt x="15" y="18"/>
                      <a:pt x="15" y="18"/>
                      <a:pt x="13" y="17"/>
                    </a:cubicBezTo>
                    <a:cubicBezTo>
                      <a:pt x="13" y="17"/>
                      <a:pt x="14" y="20"/>
                      <a:pt x="14" y="20"/>
                    </a:cubicBezTo>
                    <a:cubicBezTo>
                      <a:pt x="15" y="21"/>
                      <a:pt x="18" y="23"/>
                      <a:pt x="18" y="25"/>
                    </a:cubicBezTo>
                    <a:cubicBezTo>
                      <a:pt x="18" y="26"/>
                      <a:pt x="18" y="27"/>
                      <a:pt x="19" y="28"/>
                    </a:cubicBezTo>
                    <a:cubicBezTo>
                      <a:pt x="19" y="28"/>
                      <a:pt x="21" y="30"/>
                      <a:pt x="22" y="30"/>
                    </a:cubicBezTo>
                    <a:cubicBezTo>
                      <a:pt x="20" y="31"/>
                      <a:pt x="15" y="33"/>
                      <a:pt x="13" y="32"/>
                    </a:cubicBezTo>
                    <a:cubicBezTo>
                      <a:pt x="13" y="31"/>
                      <a:pt x="14" y="33"/>
                      <a:pt x="13" y="3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2" name="Freeform 468">
                <a:extLst>
                  <a:ext uri="{FF2B5EF4-FFF2-40B4-BE49-F238E27FC236}">
                    <a16:creationId xmlns:a16="http://schemas.microsoft.com/office/drawing/2014/main" id="{76540667-EEA5-2646-9C96-C3C10F798242}"/>
                  </a:ext>
                </a:extLst>
              </p:cNvPr>
              <p:cNvSpPr>
                <a:spLocks/>
              </p:cNvSpPr>
              <p:nvPr/>
            </p:nvSpPr>
            <p:spPr bwMode="auto">
              <a:xfrm>
                <a:off x="17540962" y="8950247"/>
                <a:ext cx="73248" cy="140163"/>
              </a:xfrm>
              <a:custGeom>
                <a:avLst/>
                <a:gdLst>
                  <a:gd name="T0" fmla="*/ 3 w 8"/>
                  <a:gd name="T1" fmla="*/ 2 h 15"/>
                  <a:gd name="T2" fmla="*/ 3 w 8"/>
                  <a:gd name="T3" fmla="*/ 0 h 15"/>
                  <a:gd name="T4" fmla="*/ 0 w 8"/>
                  <a:gd name="T5" fmla="*/ 4 h 15"/>
                  <a:gd name="T6" fmla="*/ 1 w 8"/>
                  <a:gd name="T7" fmla="*/ 8 h 15"/>
                  <a:gd name="T8" fmla="*/ 2 w 8"/>
                  <a:gd name="T9" fmla="*/ 12 h 15"/>
                  <a:gd name="T10" fmla="*/ 5 w 8"/>
                  <a:gd name="T11" fmla="*/ 15 h 15"/>
                  <a:gd name="T12" fmla="*/ 4 w 8"/>
                  <a:gd name="T13" fmla="*/ 13 h 15"/>
                  <a:gd name="T14" fmla="*/ 3 w 8"/>
                  <a:gd name="T15" fmla="*/ 9 h 15"/>
                  <a:gd name="T16" fmla="*/ 7 w 8"/>
                  <a:gd name="T17" fmla="*/ 9 h 15"/>
                  <a:gd name="T18" fmla="*/ 5 w 8"/>
                  <a:gd name="T19" fmla="*/ 7 h 15"/>
                  <a:gd name="T20" fmla="*/ 6 w 8"/>
                  <a:gd name="T21" fmla="*/ 5 h 15"/>
                  <a:gd name="T22" fmla="*/ 2 w 8"/>
                  <a:gd name="T23" fmla="*/ 6 h 15"/>
                  <a:gd name="T24" fmla="*/ 3 w 8"/>
                  <a:gd name="T25" fmla="*/ 2 h 15"/>
                  <a:gd name="T26" fmla="*/ 3 w 8"/>
                  <a:gd name="T2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15">
                    <a:moveTo>
                      <a:pt x="3" y="2"/>
                    </a:moveTo>
                    <a:cubicBezTo>
                      <a:pt x="3" y="1"/>
                      <a:pt x="3" y="1"/>
                      <a:pt x="3" y="0"/>
                    </a:cubicBezTo>
                    <a:cubicBezTo>
                      <a:pt x="2" y="0"/>
                      <a:pt x="0" y="3"/>
                      <a:pt x="0" y="4"/>
                    </a:cubicBezTo>
                    <a:cubicBezTo>
                      <a:pt x="0" y="5"/>
                      <a:pt x="1" y="6"/>
                      <a:pt x="1" y="8"/>
                    </a:cubicBezTo>
                    <a:cubicBezTo>
                      <a:pt x="1" y="9"/>
                      <a:pt x="1" y="11"/>
                      <a:pt x="2" y="12"/>
                    </a:cubicBezTo>
                    <a:cubicBezTo>
                      <a:pt x="2" y="12"/>
                      <a:pt x="5" y="15"/>
                      <a:pt x="5" y="15"/>
                    </a:cubicBezTo>
                    <a:cubicBezTo>
                      <a:pt x="5" y="15"/>
                      <a:pt x="4" y="13"/>
                      <a:pt x="4" y="13"/>
                    </a:cubicBezTo>
                    <a:cubicBezTo>
                      <a:pt x="3" y="12"/>
                      <a:pt x="3" y="10"/>
                      <a:pt x="3" y="9"/>
                    </a:cubicBezTo>
                    <a:cubicBezTo>
                      <a:pt x="3" y="8"/>
                      <a:pt x="7" y="9"/>
                      <a:pt x="7" y="9"/>
                    </a:cubicBezTo>
                    <a:cubicBezTo>
                      <a:pt x="8" y="9"/>
                      <a:pt x="6" y="8"/>
                      <a:pt x="5" y="7"/>
                    </a:cubicBezTo>
                    <a:cubicBezTo>
                      <a:pt x="5" y="7"/>
                      <a:pt x="6" y="6"/>
                      <a:pt x="6" y="5"/>
                    </a:cubicBezTo>
                    <a:cubicBezTo>
                      <a:pt x="7" y="1"/>
                      <a:pt x="3" y="6"/>
                      <a:pt x="2" y="6"/>
                    </a:cubicBezTo>
                    <a:cubicBezTo>
                      <a:pt x="2" y="6"/>
                      <a:pt x="4" y="3"/>
                      <a:pt x="3" y="2"/>
                    </a:cubicBezTo>
                    <a:cubicBezTo>
                      <a:pt x="3" y="1"/>
                      <a:pt x="4" y="3"/>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3" name="Freeform 469">
                <a:extLst>
                  <a:ext uri="{FF2B5EF4-FFF2-40B4-BE49-F238E27FC236}">
                    <a16:creationId xmlns:a16="http://schemas.microsoft.com/office/drawing/2014/main" id="{47C00660-2EAC-9846-9C1B-B1562781802E}"/>
                  </a:ext>
                </a:extLst>
              </p:cNvPr>
              <p:cNvSpPr>
                <a:spLocks/>
              </p:cNvSpPr>
              <p:nvPr/>
            </p:nvSpPr>
            <p:spPr bwMode="auto">
              <a:xfrm>
                <a:off x="17579182" y="8931136"/>
                <a:ext cx="25477" cy="19114"/>
              </a:xfrm>
              <a:custGeom>
                <a:avLst/>
                <a:gdLst>
                  <a:gd name="T0" fmla="*/ 1 w 3"/>
                  <a:gd name="T1" fmla="*/ 2 h 2"/>
                  <a:gd name="T2" fmla="*/ 2 w 3"/>
                  <a:gd name="T3" fmla="*/ 0 h 2"/>
                  <a:gd name="T4" fmla="*/ 1 w 3"/>
                  <a:gd name="T5" fmla="*/ 2 h 2"/>
                </a:gdLst>
                <a:ahLst/>
                <a:cxnLst>
                  <a:cxn ang="0">
                    <a:pos x="T0" y="T1"/>
                  </a:cxn>
                  <a:cxn ang="0">
                    <a:pos x="T2" y="T3"/>
                  </a:cxn>
                  <a:cxn ang="0">
                    <a:pos x="T4" y="T5"/>
                  </a:cxn>
                </a:cxnLst>
                <a:rect l="0" t="0" r="r" b="b"/>
                <a:pathLst>
                  <a:path w="3" h="2">
                    <a:moveTo>
                      <a:pt x="1" y="2"/>
                    </a:moveTo>
                    <a:cubicBezTo>
                      <a:pt x="0" y="2"/>
                      <a:pt x="1" y="0"/>
                      <a:pt x="2" y="0"/>
                    </a:cubicBezTo>
                    <a:cubicBezTo>
                      <a:pt x="3" y="0"/>
                      <a:pt x="2" y="2"/>
                      <a:pt x="1"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4" name="Freeform 470">
                <a:extLst>
                  <a:ext uri="{FF2B5EF4-FFF2-40B4-BE49-F238E27FC236}">
                    <a16:creationId xmlns:a16="http://schemas.microsoft.com/office/drawing/2014/main" id="{07C2D098-1E20-A847-AE41-A6E8CB9BA1D8}"/>
                  </a:ext>
                </a:extLst>
              </p:cNvPr>
              <p:cNvSpPr>
                <a:spLocks/>
              </p:cNvSpPr>
              <p:nvPr/>
            </p:nvSpPr>
            <p:spPr bwMode="auto">
              <a:xfrm>
                <a:off x="17681092" y="9052186"/>
                <a:ext cx="44586" cy="19114"/>
              </a:xfrm>
              <a:custGeom>
                <a:avLst/>
                <a:gdLst>
                  <a:gd name="T0" fmla="*/ 5 w 5"/>
                  <a:gd name="T1" fmla="*/ 1 h 2"/>
                  <a:gd name="T2" fmla="*/ 0 w 5"/>
                  <a:gd name="T3" fmla="*/ 1 h 2"/>
                  <a:gd name="T4" fmla="*/ 5 w 5"/>
                  <a:gd name="T5" fmla="*/ 1 h 2"/>
                </a:gdLst>
                <a:ahLst/>
                <a:cxnLst>
                  <a:cxn ang="0">
                    <a:pos x="T0" y="T1"/>
                  </a:cxn>
                  <a:cxn ang="0">
                    <a:pos x="T2" y="T3"/>
                  </a:cxn>
                  <a:cxn ang="0">
                    <a:pos x="T4" y="T5"/>
                  </a:cxn>
                </a:cxnLst>
                <a:rect l="0" t="0" r="r" b="b"/>
                <a:pathLst>
                  <a:path w="5" h="2">
                    <a:moveTo>
                      <a:pt x="5" y="1"/>
                    </a:moveTo>
                    <a:cubicBezTo>
                      <a:pt x="5" y="0"/>
                      <a:pt x="0" y="0"/>
                      <a:pt x="0" y="1"/>
                    </a:cubicBezTo>
                    <a:cubicBezTo>
                      <a:pt x="0" y="1"/>
                      <a:pt x="5" y="2"/>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5" name="Freeform 471">
                <a:extLst>
                  <a:ext uri="{FF2B5EF4-FFF2-40B4-BE49-F238E27FC236}">
                    <a16:creationId xmlns:a16="http://schemas.microsoft.com/office/drawing/2014/main" id="{B76BD06D-7C8B-E74F-959C-29A884C40046}"/>
                  </a:ext>
                </a:extLst>
              </p:cNvPr>
              <p:cNvSpPr>
                <a:spLocks/>
              </p:cNvSpPr>
              <p:nvPr/>
            </p:nvSpPr>
            <p:spPr bwMode="auto">
              <a:xfrm>
                <a:off x="17690647" y="9061741"/>
                <a:ext cx="175160" cy="105124"/>
              </a:xfrm>
              <a:custGeom>
                <a:avLst/>
                <a:gdLst>
                  <a:gd name="T0" fmla="*/ 10 w 19"/>
                  <a:gd name="T1" fmla="*/ 1 h 11"/>
                  <a:gd name="T2" fmla="*/ 4 w 19"/>
                  <a:gd name="T3" fmla="*/ 3 h 11"/>
                  <a:gd name="T4" fmla="*/ 3 w 19"/>
                  <a:gd name="T5" fmla="*/ 4 h 11"/>
                  <a:gd name="T6" fmla="*/ 1 w 19"/>
                  <a:gd name="T7" fmla="*/ 3 h 11"/>
                  <a:gd name="T8" fmla="*/ 3 w 19"/>
                  <a:gd name="T9" fmla="*/ 6 h 11"/>
                  <a:gd name="T10" fmla="*/ 6 w 19"/>
                  <a:gd name="T11" fmla="*/ 7 h 11"/>
                  <a:gd name="T12" fmla="*/ 9 w 19"/>
                  <a:gd name="T13" fmla="*/ 10 h 11"/>
                  <a:gd name="T14" fmla="*/ 14 w 19"/>
                  <a:gd name="T15" fmla="*/ 10 h 11"/>
                  <a:gd name="T16" fmla="*/ 18 w 19"/>
                  <a:gd name="T17" fmla="*/ 5 h 11"/>
                  <a:gd name="T18" fmla="*/ 15 w 19"/>
                  <a:gd name="T19" fmla="*/ 2 h 11"/>
                  <a:gd name="T20" fmla="*/ 10 w 19"/>
                  <a:gd name="T21" fmla="*/ 1 h 11"/>
                  <a:gd name="T22" fmla="*/ 10 w 19"/>
                  <a:gd name="T23"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11">
                    <a:moveTo>
                      <a:pt x="10" y="1"/>
                    </a:moveTo>
                    <a:cubicBezTo>
                      <a:pt x="9" y="0"/>
                      <a:pt x="5" y="2"/>
                      <a:pt x="4" y="3"/>
                    </a:cubicBezTo>
                    <a:cubicBezTo>
                      <a:pt x="3" y="3"/>
                      <a:pt x="4" y="3"/>
                      <a:pt x="3" y="4"/>
                    </a:cubicBezTo>
                    <a:cubicBezTo>
                      <a:pt x="3" y="5"/>
                      <a:pt x="2" y="3"/>
                      <a:pt x="1" y="3"/>
                    </a:cubicBezTo>
                    <a:cubicBezTo>
                      <a:pt x="0" y="3"/>
                      <a:pt x="2" y="6"/>
                      <a:pt x="3" y="6"/>
                    </a:cubicBezTo>
                    <a:cubicBezTo>
                      <a:pt x="3" y="7"/>
                      <a:pt x="5" y="7"/>
                      <a:pt x="6" y="7"/>
                    </a:cubicBezTo>
                    <a:cubicBezTo>
                      <a:pt x="8" y="7"/>
                      <a:pt x="8" y="9"/>
                      <a:pt x="9" y="10"/>
                    </a:cubicBezTo>
                    <a:cubicBezTo>
                      <a:pt x="10" y="11"/>
                      <a:pt x="13" y="10"/>
                      <a:pt x="14" y="10"/>
                    </a:cubicBezTo>
                    <a:cubicBezTo>
                      <a:pt x="18" y="10"/>
                      <a:pt x="19" y="8"/>
                      <a:pt x="18" y="5"/>
                    </a:cubicBezTo>
                    <a:cubicBezTo>
                      <a:pt x="18" y="3"/>
                      <a:pt x="17" y="2"/>
                      <a:pt x="15" y="2"/>
                    </a:cubicBezTo>
                    <a:cubicBezTo>
                      <a:pt x="14" y="2"/>
                      <a:pt x="12" y="1"/>
                      <a:pt x="10" y="1"/>
                    </a:cubicBezTo>
                    <a:cubicBezTo>
                      <a:pt x="10" y="1"/>
                      <a:pt x="11" y="1"/>
                      <a:pt x="10"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6" name="Freeform 472">
                <a:extLst>
                  <a:ext uri="{FF2B5EF4-FFF2-40B4-BE49-F238E27FC236}">
                    <a16:creationId xmlns:a16="http://schemas.microsoft.com/office/drawing/2014/main" id="{7059ABC9-013B-BD45-9967-DB065C73F066}"/>
                  </a:ext>
                </a:extLst>
              </p:cNvPr>
              <p:cNvSpPr>
                <a:spLocks/>
              </p:cNvSpPr>
              <p:nvPr/>
            </p:nvSpPr>
            <p:spPr bwMode="auto">
              <a:xfrm>
                <a:off x="18521857" y="9240134"/>
                <a:ext cx="194268" cy="111494"/>
              </a:xfrm>
              <a:custGeom>
                <a:avLst/>
                <a:gdLst>
                  <a:gd name="T0" fmla="*/ 0 w 21"/>
                  <a:gd name="T1" fmla="*/ 8 h 12"/>
                  <a:gd name="T2" fmla="*/ 6 w 21"/>
                  <a:gd name="T3" fmla="*/ 8 h 12"/>
                  <a:gd name="T4" fmla="*/ 9 w 21"/>
                  <a:gd name="T5" fmla="*/ 7 h 12"/>
                  <a:gd name="T6" fmla="*/ 13 w 21"/>
                  <a:gd name="T7" fmla="*/ 7 h 12"/>
                  <a:gd name="T8" fmla="*/ 14 w 21"/>
                  <a:gd name="T9" fmla="*/ 5 h 12"/>
                  <a:gd name="T10" fmla="*/ 17 w 21"/>
                  <a:gd name="T11" fmla="*/ 3 h 12"/>
                  <a:gd name="T12" fmla="*/ 20 w 21"/>
                  <a:gd name="T13" fmla="*/ 4 h 12"/>
                  <a:gd name="T14" fmla="*/ 18 w 21"/>
                  <a:gd name="T15" fmla="*/ 7 h 12"/>
                  <a:gd name="T16" fmla="*/ 11 w 21"/>
                  <a:gd name="T17" fmla="*/ 11 h 12"/>
                  <a:gd name="T18" fmla="*/ 0 w 21"/>
                  <a:gd name="T19" fmla="*/ 8 h 12"/>
                  <a:gd name="T20" fmla="*/ 0 w 21"/>
                  <a:gd name="T21"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2">
                    <a:moveTo>
                      <a:pt x="0" y="8"/>
                    </a:moveTo>
                    <a:cubicBezTo>
                      <a:pt x="1" y="7"/>
                      <a:pt x="5" y="8"/>
                      <a:pt x="6" y="8"/>
                    </a:cubicBezTo>
                    <a:cubicBezTo>
                      <a:pt x="7" y="8"/>
                      <a:pt x="8" y="6"/>
                      <a:pt x="9" y="7"/>
                    </a:cubicBezTo>
                    <a:cubicBezTo>
                      <a:pt x="10" y="8"/>
                      <a:pt x="12" y="8"/>
                      <a:pt x="13" y="7"/>
                    </a:cubicBezTo>
                    <a:cubicBezTo>
                      <a:pt x="13" y="6"/>
                      <a:pt x="14" y="5"/>
                      <a:pt x="14" y="5"/>
                    </a:cubicBezTo>
                    <a:cubicBezTo>
                      <a:pt x="15" y="5"/>
                      <a:pt x="17" y="5"/>
                      <a:pt x="17" y="3"/>
                    </a:cubicBezTo>
                    <a:cubicBezTo>
                      <a:pt x="17" y="0"/>
                      <a:pt x="21" y="2"/>
                      <a:pt x="20" y="4"/>
                    </a:cubicBezTo>
                    <a:cubicBezTo>
                      <a:pt x="19" y="5"/>
                      <a:pt x="18" y="7"/>
                      <a:pt x="18" y="7"/>
                    </a:cubicBezTo>
                    <a:cubicBezTo>
                      <a:pt x="15" y="8"/>
                      <a:pt x="14" y="10"/>
                      <a:pt x="11" y="11"/>
                    </a:cubicBezTo>
                    <a:cubicBezTo>
                      <a:pt x="9" y="12"/>
                      <a:pt x="0" y="11"/>
                      <a:pt x="0" y="8"/>
                    </a:cubicBezTo>
                    <a:cubicBezTo>
                      <a:pt x="0" y="7"/>
                      <a:pt x="0" y="10"/>
                      <a:pt x="0"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7" name="Freeform 473">
                <a:extLst>
                  <a:ext uri="{FF2B5EF4-FFF2-40B4-BE49-F238E27FC236}">
                    <a16:creationId xmlns:a16="http://schemas.microsoft.com/office/drawing/2014/main" id="{9CDC5ADB-2DD3-8E45-B563-4C9768A036E4}"/>
                  </a:ext>
                </a:extLst>
              </p:cNvPr>
              <p:cNvSpPr>
                <a:spLocks/>
              </p:cNvSpPr>
              <p:nvPr/>
            </p:nvSpPr>
            <p:spPr bwMode="auto">
              <a:xfrm>
                <a:off x="18802113" y="9297472"/>
                <a:ext cx="82803" cy="101936"/>
              </a:xfrm>
              <a:custGeom>
                <a:avLst/>
                <a:gdLst>
                  <a:gd name="T0" fmla="*/ 1 w 9"/>
                  <a:gd name="T1" fmla="*/ 0 h 11"/>
                  <a:gd name="T2" fmla="*/ 8 w 9"/>
                  <a:gd name="T3" fmla="*/ 8 h 11"/>
                  <a:gd name="T4" fmla="*/ 5 w 9"/>
                  <a:gd name="T5" fmla="*/ 4 h 11"/>
                  <a:gd name="T6" fmla="*/ 1 w 9"/>
                  <a:gd name="T7" fmla="*/ 0 h 11"/>
                  <a:gd name="T8" fmla="*/ 1 w 9"/>
                  <a:gd name="T9" fmla="*/ 0 h 11"/>
                </a:gdLst>
                <a:ahLst/>
                <a:cxnLst>
                  <a:cxn ang="0">
                    <a:pos x="T0" y="T1"/>
                  </a:cxn>
                  <a:cxn ang="0">
                    <a:pos x="T2" y="T3"/>
                  </a:cxn>
                  <a:cxn ang="0">
                    <a:pos x="T4" y="T5"/>
                  </a:cxn>
                  <a:cxn ang="0">
                    <a:pos x="T6" y="T7"/>
                  </a:cxn>
                  <a:cxn ang="0">
                    <a:pos x="T8" y="T9"/>
                  </a:cxn>
                </a:cxnLst>
                <a:rect l="0" t="0" r="r" b="b"/>
                <a:pathLst>
                  <a:path w="9" h="11">
                    <a:moveTo>
                      <a:pt x="1" y="0"/>
                    </a:moveTo>
                    <a:cubicBezTo>
                      <a:pt x="0" y="1"/>
                      <a:pt x="5" y="11"/>
                      <a:pt x="8" y="8"/>
                    </a:cubicBezTo>
                    <a:cubicBezTo>
                      <a:pt x="9" y="6"/>
                      <a:pt x="6" y="4"/>
                      <a:pt x="5" y="4"/>
                    </a:cubicBezTo>
                    <a:cubicBezTo>
                      <a:pt x="4" y="3"/>
                      <a:pt x="1" y="0"/>
                      <a:pt x="1" y="0"/>
                    </a:cubicBezTo>
                    <a:cubicBezTo>
                      <a:pt x="0" y="1"/>
                      <a:pt x="2" y="0"/>
                      <a:pt x="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8" name="Freeform 474">
                <a:extLst>
                  <a:ext uri="{FF2B5EF4-FFF2-40B4-BE49-F238E27FC236}">
                    <a16:creationId xmlns:a16="http://schemas.microsoft.com/office/drawing/2014/main" id="{90DE8701-BE86-D845-9899-0B9EB827D64B}"/>
                  </a:ext>
                </a:extLst>
              </p:cNvPr>
              <p:cNvSpPr>
                <a:spLocks/>
              </p:cNvSpPr>
              <p:nvPr/>
            </p:nvSpPr>
            <p:spPr bwMode="auto">
              <a:xfrm>
                <a:off x="19044149" y="9485423"/>
                <a:ext cx="54139" cy="54153"/>
              </a:xfrm>
              <a:custGeom>
                <a:avLst/>
                <a:gdLst>
                  <a:gd name="T0" fmla="*/ 6 w 6"/>
                  <a:gd name="T1" fmla="*/ 4 h 6"/>
                  <a:gd name="T2" fmla="*/ 1 w 6"/>
                  <a:gd name="T3" fmla="*/ 2 h 6"/>
                  <a:gd name="T4" fmla="*/ 6 w 6"/>
                  <a:gd name="T5" fmla="*/ 4 h 6"/>
                  <a:gd name="T6" fmla="*/ 6 w 6"/>
                  <a:gd name="T7" fmla="*/ 4 h 6"/>
                </a:gdLst>
                <a:ahLst/>
                <a:cxnLst>
                  <a:cxn ang="0">
                    <a:pos x="T0" y="T1"/>
                  </a:cxn>
                  <a:cxn ang="0">
                    <a:pos x="T2" y="T3"/>
                  </a:cxn>
                  <a:cxn ang="0">
                    <a:pos x="T4" y="T5"/>
                  </a:cxn>
                  <a:cxn ang="0">
                    <a:pos x="T6" y="T7"/>
                  </a:cxn>
                </a:cxnLst>
                <a:rect l="0" t="0" r="r" b="b"/>
                <a:pathLst>
                  <a:path w="6" h="6">
                    <a:moveTo>
                      <a:pt x="6" y="4"/>
                    </a:moveTo>
                    <a:cubicBezTo>
                      <a:pt x="6" y="2"/>
                      <a:pt x="0" y="0"/>
                      <a:pt x="1" y="2"/>
                    </a:cubicBezTo>
                    <a:cubicBezTo>
                      <a:pt x="1" y="3"/>
                      <a:pt x="6" y="5"/>
                      <a:pt x="6" y="4"/>
                    </a:cubicBezTo>
                    <a:cubicBezTo>
                      <a:pt x="6" y="3"/>
                      <a:pt x="6" y="6"/>
                      <a:pt x="6"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199" name="Freeform 475">
                <a:extLst>
                  <a:ext uri="{FF2B5EF4-FFF2-40B4-BE49-F238E27FC236}">
                    <a16:creationId xmlns:a16="http://schemas.microsoft.com/office/drawing/2014/main" id="{500D68D0-79AA-7A49-826F-541F6EED1512}"/>
                  </a:ext>
                </a:extLst>
              </p:cNvPr>
              <p:cNvSpPr>
                <a:spLocks/>
              </p:cNvSpPr>
              <p:nvPr/>
            </p:nvSpPr>
            <p:spPr bwMode="auto">
              <a:xfrm>
                <a:off x="18986825" y="9399411"/>
                <a:ext cx="85988" cy="57338"/>
              </a:xfrm>
              <a:custGeom>
                <a:avLst/>
                <a:gdLst>
                  <a:gd name="T0" fmla="*/ 8 w 9"/>
                  <a:gd name="T1" fmla="*/ 6 h 6"/>
                  <a:gd name="T2" fmla="*/ 0 w 9"/>
                  <a:gd name="T3" fmla="*/ 1 h 6"/>
                  <a:gd name="T4" fmla="*/ 3 w 9"/>
                  <a:gd name="T5" fmla="*/ 4 h 6"/>
                  <a:gd name="T6" fmla="*/ 8 w 9"/>
                  <a:gd name="T7" fmla="*/ 6 h 6"/>
                  <a:gd name="T8" fmla="*/ 8 w 9"/>
                  <a:gd name="T9" fmla="*/ 6 h 6"/>
                </a:gdLst>
                <a:ahLst/>
                <a:cxnLst>
                  <a:cxn ang="0">
                    <a:pos x="T0" y="T1"/>
                  </a:cxn>
                  <a:cxn ang="0">
                    <a:pos x="T2" y="T3"/>
                  </a:cxn>
                  <a:cxn ang="0">
                    <a:pos x="T4" y="T5"/>
                  </a:cxn>
                  <a:cxn ang="0">
                    <a:pos x="T6" y="T7"/>
                  </a:cxn>
                  <a:cxn ang="0">
                    <a:pos x="T8" y="T9"/>
                  </a:cxn>
                </a:cxnLst>
                <a:rect l="0" t="0" r="r" b="b"/>
                <a:pathLst>
                  <a:path w="9" h="6">
                    <a:moveTo>
                      <a:pt x="8" y="6"/>
                    </a:moveTo>
                    <a:cubicBezTo>
                      <a:pt x="6" y="5"/>
                      <a:pt x="3" y="0"/>
                      <a:pt x="0" y="1"/>
                    </a:cubicBezTo>
                    <a:cubicBezTo>
                      <a:pt x="0" y="2"/>
                      <a:pt x="3" y="3"/>
                      <a:pt x="3" y="4"/>
                    </a:cubicBezTo>
                    <a:cubicBezTo>
                      <a:pt x="5" y="4"/>
                      <a:pt x="6" y="5"/>
                      <a:pt x="8" y="6"/>
                    </a:cubicBezTo>
                    <a:cubicBezTo>
                      <a:pt x="9" y="6"/>
                      <a:pt x="6" y="5"/>
                      <a:pt x="8"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0" name="Freeform 476">
                <a:extLst>
                  <a:ext uri="{FF2B5EF4-FFF2-40B4-BE49-F238E27FC236}">
                    <a16:creationId xmlns:a16="http://schemas.microsoft.com/office/drawing/2014/main" id="{49FEB55C-0B86-454C-89EF-10719AE19F96}"/>
                  </a:ext>
                </a:extLst>
              </p:cNvPr>
              <p:cNvSpPr>
                <a:spLocks/>
              </p:cNvSpPr>
              <p:nvPr/>
            </p:nvSpPr>
            <p:spPr bwMode="auto">
              <a:xfrm>
                <a:off x="18904022" y="9361183"/>
                <a:ext cx="38217" cy="47785"/>
              </a:xfrm>
              <a:custGeom>
                <a:avLst/>
                <a:gdLst>
                  <a:gd name="T0" fmla="*/ 4 w 4"/>
                  <a:gd name="T1" fmla="*/ 4 h 5"/>
                  <a:gd name="T2" fmla="*/ 0 w 4"/>
                  <a:gd name="T3" fmla="*/ 0 h 5"/>
                  <a:gd name="T4" fmla="*/ 4 w 4"/>
                  <a:gd name="T5" fmla="*/ 4 h 5"/>
                </a:gdLst>
                <a:ahLst/>
                <a:cxnLst>
                  <a:cxn ang="0">
                    <a:pos x="T0" y="T1"/>
                  </a:cxn>
                  <a:cxn ang="0">
                    <a:pos x="T2" y="T3"/>
                  </a:cxn>
                  <a:cxn ang="0">
                    <a:pos x="T4" y="T5"/>
                  </a:cxn>
                </a:cxnLst>
                <a:rect l="0" t="0" r="r" b="b"/>
                <a:pathLst>
                  <a:path w="4" h="5">
                    <a:moveTo>
                      <a:pt x="4" y="4"/>
                    </a:moveTo>
                    <a:cubicBezTo>
                      <a:pt x="4" y="2"/>
                      <a:pt x="0" y="0"/>
                      <a:pt x="0" y="0"/>
                    </a:cubicBezTo>
                    <a:cubicBezTo>
                      <a:pt x="0" y="1"/>
                      <a:pt x="4" y="5"/>
                      <a:pt x="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1" name="Freeform 477">
                <a:extLst>
                  <a:ext uri="{FF2B5EF4-FFF2-40B4-BE49-F238E27FC236}">
                    <a16:creationId xmlns:a16="http://schemas.microsoft.com/office/drawing/2014/main" id="{14D84A96-A540-3849-B965-6B733F04FCDF}"/>
                  </a:ext>
                </a:extLst>
              </p:cNvPr>
              <p:cNvSpPr>
                <a:spLocks/>
              </p:cNvSpPr>
              <p:nvPr/>
            </p:nvSpPr>
            <p:spPr bwMode="auto">
              <a:xfrm>
                <a:off x="19247970" y="10017406"/>
                <a:ext cx="149680" cy="111494"/>
              </a:xfrm>
              <a:custGeom>
                <a:avLst/>
                <a:gdLst>
                  <a:gd name="T0" fmla="*/ 15 w 16"/>
                  <a:gd name="T1" fmla="*/ 11 h 12"/>
                  <a:gd name="T2" fmla="*/ 2 w 16"/>
                  <a:gd name="T3" fmla="*/ 0 h 12"/>
                  <a:gd name="T4" fmla="*/ 15 w 16"/>
                  <a:gd name="T5" fmla="*/ 11 h 12"/>
                </a:gdLst>
                <a:ahLst/>
                <a:cxnLst>
                  <a:cxn ang="0">
                    <a:pos x="T0" y="T1"/>
                  </a:cxn>
                  <a:cxn ang="0">
                    <a:pos x="T2" y="T3"/>
                  </a:cxn>
                  <a:cxn ang="0">
                    <a:pos x="T4" y="T5"/>
                  </a:cxn>
                </a:cxnLst>
                <a:rect l="0" t="0" r="r" b="b"/>
                <a:pathLst>
                  <a:path w="16" h="12">
                    <a:moveTo>
                      <a:pt x="15" y="11"/>
                    </a:moveTo>
                    <a:cubicBezTo>
                      <a:pt x="16" y="12"/>
                      <a:pt x="3" y="0"/>
                      <a:pt x="2" y="0"/>
                    </a:cubicBezTo>
                    <a:cubicBezTo>
                      <a:pt x="0" y="0"/>
                      <a:pt x="7" y="9"/>
                      <a:pt x="15" y="1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2" name="Freeform 478">
                <a:extLst>
                  <a:ext uri="{FF2B5EF4-FFF2-40B4-BE49-F238E27FC236}">
                    <a16:creationId xmlns:a16="http://schemas.microsoft.com/office/drawing/2014/main" id="{BE1C2153-C045-5947-BDA8-0D32B6A68CDF}"/>
                  </a:ext>
                </a:extLst>
              </p:cNvPr>
              <p:cNvSpPr>
                <a:spLocks/>
              </p:cNvSpPr>
              <p:nvPr/>
            </p:nvSpPr>
            <p:spPr bwMode="auto">
              <a:xfrm>
                <a:off x="19649244" y="10727782"/>
                <a:ext cx="105096" cy="130608"/>
              </a:xfrm>
              <a:custGeom>
                <a:avLst/>
                <a:gdLst>
                  <a:gd name="T0" fmla="*/ 11 w 11"/>
                  <a:gd name="T1" fmla="*/ 14 h 14"/>
                  <a:gd name="T2" fmla="*/ 9 w 11"/>
                  <a:gd name="T3" fmla="*/ 10 h 14"/>
                  <a:gd name="T4" fmla="*/ 9 w 11"/>
                  <a:gd name="T5" fmla="*/ 7 h 14"/>
                  <a:gd name="T6" fmla="*/ 0 w 11"/>
                  <a:gd name="T7" fmla="*/ 0 h 14"/>
                  <a:gd name="T8" fmla="*/ 3 w 11"/>
                  <a:gd name="T9" fmla="*/ 4 h 14"/>
                  <a:gd name="T10" fmla="*/ 5 w 11"/>
                  <a:gd name="T11" fmla="*/ 8 h 14"/>
                  <a:gd name="T12" fmla="*/ 8 w 11"/>
                  <a:gd name="T13" fmla="*/ 11 h 14"/>
                  <a:gd name="T14" fmla="*/ 11 w 11"/>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4">
                    <a:moveTo>
                      <a:pt x="11" y="14"/>
                    </a:moveTo>
                    <a:cubicBezTo>
                      <a:pt x="10" y="12"/>
                      <a:pt x="11" y="11"/>
                      <a:pt x="9" y="10"/>
                    </a:cubicBezTo>
                    <a:cubicBezTo>
                      <a:pt x="8" y="8"/>
                      <a:pt x="9" y="8"/>
                      <a:pt x="9" y="7"/>
                    </a:cubicBezTo>
                    <a:cubicBezTo>
                      <a:pt x="8" y="5"/>
                      <a:pt x="0" y="1"/>
                      <a:pt x="0" y="0"/>
                    </a:cubicBezTo>
                    <a:cubicBezTo>
                      <a:pt x="0" y="1"/>
                      <a:pt x="3" y="3"/>
                      <a:pt x="3" y="4"/>
                    </a:cubicBezTo>
                    <a:cubicBezTo>
                      <a:pt x="4" y="6"/>
                      <a:pt x="4" y="7"/>
                      <a:pt x="5" y="8"/>
                    </a:cubicBezTo>
                    <a:cubicBezTo>
                      <a:pt x="6" y="9"/>
                      <a:pt x="9" y="10"/>
                      <a:pt x="8" y="11"/>
                    </a:cubicBezTo>
                    <a:cubicBezTo>
                      <a:pt x="8" y="13"/>
                      <a:pt x="9" y="13"/>
                      <a:pt x="11" y="1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3" name="Freeform 479">
                <a:extLst>
                  <a:ext uri="{FF2B5EF4-FFF2-40B4-BE49-F238E27FC236}">
                    <a16:creationId xmlns:a16="http://schemas.microsoft.com/office/drawing/2014/main" id="{1DF9757B-2B17-DB47-93A0-CEECC88E8CF6}"/>
                  </a:ext>
                </a:extLst>
              </p:cNvPr>
              <p:cNvSpPr>
                <a:spLocks/>
              </p:cNvSpPr>
              <p:nvPr/>
            </p:nvSpPr>
            <p:spPr bwMode="auto">
              <a:xfrm>
                <a:off x="19677908" y="10848834"/>
                <a:ext cx="242036" cy="283514"/>
              </a:xfrm>
              <a:custGeom>
                <a:avLst/>
                <a:gdLst>
                  <a:gd name="T0" fmla="*/ 8 w 26"/>
                  <a:gd name="T1" fmla="*/ 2 h 30"/>
                  <a:gd name="T2" fmla="*/ 7 w 26"/>
                  <a:gd name="T3" fmla="*/ 11 h 30"/>
                  <a:gd name="T4" fmla="*/ 5 w 26"/>
                  <a:gd name="T5" fmla="*/ 18 h 30"/>
                  <a:gd name="T6" fmla="*/ 9 w 26"/>
                  <a:gd name="T7" fmla="*/ 25 h 30"/>
                  <a:gd name="T8" fmla="*/ 14 w 26"/>
                  <a:gd name="T9" fmla="*/ 26 h 30"/>
                  <a:gd name="T10" fmla="*/ 17 w 26"/>
                  <a:gd name="T11" fmla="*/ 22 h 30"/>
                  <a:gd name="T12" fmla="*/ 18 w 26"/>
                  <a:gd name="T13" fmla="*/ 16 h 30"/>
                  <a:gd name="T14" fmla="*/ 22 w 26"/>
                  <a:gd name="T15" fmla="*/ 14 h 30"/>
                  <a:gd name="T16" fmla="*/ 26 w 26"/>
                  <a:gd name="T17" fmla="*/ 10 h 30"/>
                  <a:gd name="T18" fmla="*/ 25 w 26"/>
                  <a:gd name="T19" fmla="*/ 6 h 30"/>
                  <a:gd name="T20" fmla="*/ 20 w 26"/>
                  <a:gd name="T21" fmla="*/ 8 h 30"/>
                  <a:gd name="T22" fmla="*/ 14 w 26"/>
                  <a:gd name="T23" fmla="*/ 5 h 30"/>
                  <a:gd name="T24" fmla="*/ 11 w 26"/>
                  <a:gd name="T25" fmla="*/ 0 h 30"/>
                  <a:gd name="T26" fmla="*/ 11 w 26"/>
                  <a:gd name="T27" fmla="*/ 3 h 30"/>
                  <a:gd name="T28" fmla="*/ 8 w 26"/>
                  <a:gd name="T29" fmla="*/ 2 h 30"/>
                  <a:gd name="T30" fmla="*/ 8 w 26"/>
                  <a:gd name="T31"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30">
                    <a:moveTo>
                      <a:pt x="8" y="2"/>
                    </a:moveTo>
                    <a:cubicBezTo>
                      <a:pt x="7" y="2"/>
                      <a:pt x="7" y="9"/>
                      <a:pt x="7" y="11"/>
                    </a:cubicBezTo>
                    <a:cubicBezTo>
                      <a:pt x="6" y="13"/>
                      <a:pt x="0" y="16"/>
                      <a:pt x="5" y="18"/>
                    </a:cubicBezTo>
                    <a:cubicBezTo>
                      <a:pt x="8" y="19"/>
                      <a:pt x="11" y="21"/>
                      <a:pt x="9" y="25"/>
                    </a:cubicBezTo>
                    <a:cubicBezTo>
                      <a:pt x="6" y="30"/>
                      <a:pt x="11" y="29"/>
                      <a:pt x="14" y="26"/>
                    </a:cubicBezTo>
                    <a:cubicBezTo>
                      <a:pt x="15" y="25"/>
                      <a:pt x="16" y="23"/>
                      <a:pt x="17" y="22"/>
                    </a:cubicBezTo>
                    <a:cubicBezTo>
                      <a:pt x="19" y="19"/>
                      <a:pt x="18" y="19"/>
                      <a:pt x="18" y="16"/>
                    </a:cubicBezTo>
                    <a:cubicBezTo>
                      <a:pt x="19" y="14"/>
                      <a:pt x="21" y="14"/>
                      <a:pt x="22" y="14"/>
                    </a:cubicBezTo>
                    <a:cubicBezTo>
                      <a:pt x="23" y="15"/>
                      <a:pt x="25" y="11"/>
                      <a:pt x="26" y="10"/>
                    </a:cubicBezTo>
                    <a:cubicBezTo>
                      <a:pt x="26" y="9"/>
                      <a:pt x="26" y="6"/>
                      <a:pt x="25" y="6"/>
                    </a:cubicBezTo>
                    <a:cubicBezTo>
                      <a:pt x="23" y="6"/>
                      <a:pt x="21" y="8"/>
                      <a:pt x="20" y="8"/>
                    </a:cubicBezTo>
                    <a:cubicBezTo>
                      <a:pt x="18" y="8"/>
                      <a:pt x="15" y="7"/>
                      <a:pt x="14" y="5"/>
                    </a:cubicBezTo>
                    <a:cubicBezTo>
                      <a:pt x="13" y="4"/>
                      <a:pt x="13" y="0"/>
                      <a:pt x="11" y="0"/>
                    </a:cubicBezTo>
                    <a:cubicBezTo>
                      <a:pt x="11" y="0"/>
                      <a:pt x="11" y="3"/>
                      <a:pt x="11" y="3"/>
                    </a:cubicBezTo>
                    <a:cubicBezTo>
                      <a:pt x="10" y="3"/>
                      <a:pt x="9" y="1"/>
                      <a:pt x="8" y="2"/>
                    </a:cubicBezTo>
                    <a:cubicBezTo>
                      <a:pt x="7" y="2"/>
                      <a:pt x="9" y="1"/>
                      <a:pt x="8"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4" name="Freeform 480">
                <a:extLst>
                  <a:ext uri="{FF2B5EF4-FFF2-40B4-BE49-F238E27FC236}">
                    <a16:creationId xmlns:a16="http://schemas.microsoft.com/office/drawing/2014/main" id="{BCBE99F0-0410-674D-9BA9-10CB8F931F19}"/>
                  </a:ext>
                </a:extLst>
              </p:cNvPr>
              <p:cNvSpPr>
                <a:spLocks/>
              </p:cNvSpPr>
              <p:nvPr/>
            </p:nvSpPr>
            <p:spPr bwMode="auto">
              <a:xfrm>
                <a:off x="19359438" y="11055894"/>
                <a:ext cx="366243" cy="356781"/>
              </a:xfrm>
              <a:custGeom>
                <a:avLst/>
                <a:gdLst>
                  <a:gd name="T0" fmla="*/ 33 w 39"/>
                  <a:gd name="T1" fmla="*/ 4 h 38"/>
                  <a:gd name="T2" fmla="*/ 30 w 39"/>
                  <a:gd name="T3" fmla="*/ 1 h 38"/>
                  <a:gd name="T4" fmla="*/ 26 w 39"/>
                  <a:gd name="T5" fmla="*/ 8 h 38"/>
                  <a:gd name="T6" fmla="*/ 22 w 39"/>
                  <a:gd name="T7" fmla="*/ 13 h 38"/>
                  <a:gd name="T8" fmla="*/ 15 w 39"/>
                  <a:gd name="T9" fmla="*/ 18 h 38"/>
                  <a:gd name="T10" fmla="*/ 9 w 39"/>
                  <a:gd name="T11" fmla="*/ 22 h 38"/>
                  <a:gd name="T12" fmla="*/ 4 w 39"/>
                  <a:gd name="T13" fmla="*/ 27 h 38"/>
                  <a:gd name="T14" fmla="*/ 2 w 39"/>
                  <a:gd name="T15" fmla="*/ 33 h 38"/>
                  <a:gd name="T16" fmla="*/ 1 w 39"/>
                  <a:gd name="T17" fmla="*/ 34 h 38"/>
                  <a:gd name="T18" fmla="*/ 3 w 39"/>
                  <a:gd name="T19" fmla="*/ 35 h 38"/>
                  <a:gd name="T20" fmla="*/ 10 w 39"/>
                  <a:gd name="T21" fmla="*/ 37 h 38"/>
                  <a:gd name="T22" fmla="*/ 19 w 39"/>
                  <a:gd name="T23" fmla="*/ 34 h 38"/>
                  <a:gd name="T24" fmla="*/ 22 w 39"/>
                  <a:gd name="T25" fmla="*/ 27 h 38"/>
                  <a:gd name="T26" fmla="*/ 27 w 39"/>
                  <a:gd name="T27" fmla="*/ 22 h 38"/>
                  <a:gd name="T28" fmla="*/ 29 w 39"/>
                  <a:gd name="T29" fmla="*/ 21 h 38"/>
                  <a:gd name="T30" fmla="*/ 33 w 39"/>
                  <a:gd name="T31" fmla="*/ 21 h 38"/>
                  <a:gd name="T32" fmla="*/ 32 w 39"/>
                  <a:gd name="T33" fmla="*/ 19 h 38"/>
                  <a:gd name="T34" fmla="*/ 32 w 39"/>
                  <a:gd name="T35" fmla="*/ 17 h 38"/>
                  <a:gd name="T36" fmla="*/ 38 w 39"/>
                  <a:gd name="T37" fmla="*/ 9 h 38"/>
                  <a:gd name="T38" fmla="*/ 38 w 39"/>
                  <a:gd name="T39" fmla="*/ 6 h 38"/>
                  <a:gd name="T40" fmla="*/ 38 w 39"/>
                  <a:gd name="T41" fmla="*/ 4 h 38"/>
                  <a:gd name="T42" fmla="*/ 37 w 39"/>
                  <a:gd name="T43" fmla="*/ 4 h 38"/>
                  <a:gd name="T44" fmla="*/ 37 w 39"/>
                  <a:gd name="T45" fmla="*/ 2 h 38"/>
                  <a:gd name="T46" fmla="*/ 33 w 39"/>
                  <a:gd name="T47"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38">
                    <a:moveTo>
                      <a:pt x="33" y="4"/>
                    </a:moveTo>
                    <a:cubicBezTo>
                      <a:pt x="33" y="4"/>
                      <a:pt x="32" y="0"/>
                      <a:pt x="30" y="1"/>
                    </a:cubicBezTo>
                    <a:cubicBezTo>
                      <a:pt x="27" y="3"/>
                      <a:pt x="28" y="5"/>
                      <a:pt x="26" y="8"/>
                    </a:cubicBezTo>
                    <a:cubicBezTo>
                      <a:pt x="25" y="9"/>
                      <a:pt x="24" y="12"/>
                      <a:pt x="22" y="13"/>
                    </a:cubicBezTo>
                    <a:cubicBezTo>
                      <a:pt x="20" y="16"/>
                      <a:pt x="18" y="17"/>
                      <a:pt x="15" y="18"/>
                    </a:cubicBezTo>
                    <a:cubicBezTo>
                      <a:pt x="13" y="19"/>
                      <a:pt x="12" y="21"/>
                      <a:pt x="9" y="22"/>
                    </a:cubicBezTo>
                    <a:cubicBezTo>
                      <a:pt x="7" y="23"/>
                      <a:pt x="7" y="27"/>
                      <a:pt x="4" y="27"/>
                    </a:cubicBezTo>
                    <a:cubicBezTo>
                      <a:pt x="0" y="28"/>
                      <a:pt x="4" y="31"/>
                      <a:pt x="2" y="33"/>
                    </a:cubicBezTo>
                    <a:cubicBezTo>
                      <a:pt x="1" y="33"/>
                      <a:pt x="0" y="33"/>
                      <a:pt x="1" y="34"/>
                    </a:cubicBezTo>
                    <a:cubicBezTo>
                      <a:pt x="1" y="35"/>
                      <a:pt x="1" y="35"/>
                      <a:pt x="3" y="35"/>
                    </a:cubicBezTo>
                    <a:cubicBezTo>
                      <a:pt x="5" y="35"/>
                      <a:pt x="8" y="37"/>
                      <a:pt x="10" y="37"/>
                    </a:cubicBezTo>
                    <a:cubicBezTo>
                      <a:pt x="14" y="38"/>
                      <a:pt x="16" y="36"/>
                      <a:pt x="19" y="34"/>
                    </a:cubicBezTo>
                    <a:cubicBezTo>
                      <a:pt x="21" y="32"/>
                      <a:pt x="22" y="30"/>
                      <a:pt x="22" y="27"/>
                    </a:cubicBezTo>
                    <a:cubicBezTo>
                      <a:pt x="23" y="24"/>
                      <a:pt x="24" y="24"/>
                      <a:pt x="27" y="22"/>
                    </a:cubicBezTo>
                    <a:cubicBezTo>
                      <a:pt x="28" y="22"/>
                      <a:pt x="28" y="21"/>
                      <a:pt x="29" y="21"/>
                    </a:cubicBezTo>
                    <a:cubicBezTo>
                      <a:pt x="30" y="21"/>
                      <a:pt x="31" y="21"/>
                      <a:pt x="33" y="21"/>
                    </a:cubicBezTo>
                    <a:cubicBezTo>
                      <a:pt x="34" y="20"/>
                      <a:pt x="33" y="19"/>
                      <a:pt x="32" y="19"/>
                    </a:cubicBezTo>
                    <a:cubicBezTo>
                      <a:pt x="31" y="18"/>
                      <a:pt x="31" y="18"/>
                      <a:pt x="32" y="17"/>
                    </a:cubicBezTo>
                    <a:cubicBezTo>
                      <a:pt x="34" y="14"/>
                      <a:pt x="36" y="12"/>
                      <a:pt x="38" y="9"/>
                    </a:cubicBezTo>
                    <a:cubicBezTo>
                      <a:pt x="38" y="8"/>
                      <a:pt x="38" y="7"/>
                      <a:pt x="38" y="6"/>
                    </a:cubicBezTo>
                    <a:cubicBezTo>
                      <a:pt x="38" y="5"/>
                      <a:pt x="38" y="5"/>
                      <a:pt x="38" y="4"/>
                    </a:cubicBezTo>
                    <a:cubicBezTo>
                      <a:pt x="39" y="3"/>
                      <a:pt x="37" y="4"/>
                      <a:pt x="37" y="4"/>
                    </a:cubicBezTo>
                    <a:cubicBezTo>
                      <a:pt x="37" y="3"/>
                      <a:pt x="37" y="3"/>
                      <a:pt x="37" y="2"/>
                    </a:cubicBezTo>
                    <a:cubicBezTo>
                      <a:pt x="36" y="3"/>
                      <a:pt x="35" y="5"/>
                      <a:pt x="3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5" name="Freeform 481">
                <a:extLst>
                  <a:ext uri="{FF2B5EF4-FFF2-40B4-BE49-F238E27FC236}">
                    <a16:creationId xmlns:a16="http://schemas.microsoft.com/office/drawing/2014/main" id="{11350A23-0810-C344-80A6-CA434533C5EC}"/>
                  </a:ext>
                </a:extLst>
              </p:cNvPr>
              <p:cNvSpPr>
                <a:spLocks/>
              </p:cNvSpPr>
              <p:nvPr/>
            </p:nvSpPr>
            <p:spPr bwMode="auto">
              <a:xfrm>
                <a:off x="19416761" y="11412677"/>
                <a:ext cx="19109" cy="19114"/>
              </a:xfrm>
              <a:custGeom>
                <a:avLst/>
                <a:gdLst>
                  <a:gd name="T0" fmla="*/ 2 w 2"/>
                  <a:gd name="T1" fmla="*/ 2 h 2"/>
                  <a:gd name="T2" fmla="*/ 1 w 2"/>
                  <a:gd name="T3" fmla="*/ 0 h 2"/>
                  <a:gd name="T4" fmla="*/ 0 w 2"/>
                  <a:gd name="T5" fmla="*/ 2 h 2"/>
                  <a:gd name="T6" fmla="*/ 2 w 2"/>
                  <a:gd name="T7" fmla="*/ 2 h 2"/>
                </a:gdLst>
                <a:ahLst/>
                <a:cxnLst>
                  <a:cxn ang="0">
                    <a:pos x="T0" y="T1"/>
                  </a:cxn>
                  <a:cxn ang="0">
                    <a:pos x="T2" y="T3"/>
                  </a:cxn>
                  <a:cxn ang="0">
                    <a:pos x="T4" y="T5"/>
                  </a:cxn>
                  <a:cxn ang="0">
                    <a:pos x="T6" y="T7"/>
                  </a:cxn>
                </a:cxnLst>
                <a:rect l="0" t="0" r="r" b="b"/>
                <a:pathLst>
                  <a:path w="2" h="2">
                    <a:moveTo>
                      <a:pt x="2" y="2"/>
                    </a:moveTo>
                    <a:cubicBezTo>
                      <a:pt x="2" y="1"/>
                      <a:pt x="1" y="1"/>
                      <a:pt x="1" y="0"/>
                    </a:cubicBezTo>
                    <a:cubicBezTo>
                      <a:pt x="0" y="1"/>
                      <a:pt x="0" y="1"/>
                      <a:pt x="0" y="2"/>
                    </a:cubicBezTo>
                    <a:cubicBezTo>
                      <a:pt x="1" y="2"/>
                      <a:pt x="2" y="2"/>
                      <a:pt x="2"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6" name="Freeform 482">
                <a:extLst>
                  <a:ext uri="{FF2B5EF4-FFF2-40B4-BE49-F238E27FC236}">
                    <a16:creationId xmlns:a16="http://schemas.microsoft.com/office/drawing/2014/main" id="{19C82B1A-E465-7C40-8A7A-6F4D9157B017}"/>
                  </a:ext>
                </a:extLst>
              </p:cNvPr>
              <p:cNvSpPr>
                <a:spLocks/>
              </p:cNvSpPr>
              <p:nvPr/>
            </p:nvSpPr>
            <p:spPr bwMode="auto">
              <a:xfrm>
                <a:off x="18343513" y="11065452"/>
                <a:ext cx="178346" cy="168835"/>
              </a:xfrm>
              <a:custGeom>
                <a:avLst/>
                <a:gdLst>
                  <a:gd name="T0" fmla="*/ 0 w 19"/>
                  <a:gd name="T1" fmla="*/ 2 h 18"/>
                  <a:gd name="T2" fmla="*/ 2 w 19"/>
                  <a:gd name="T3" fmla="*/ 7 h 18"/>
                  <a:gd name="T4" fmla="*/ 4 w 19"/>
                  <a:gd name="T5" fmla="*/ 10 h 18"/>
                  <a:gd name="T6" fmla="*/ 3 w 19"/>
                  <a:gd name="T7" fmla="*/ 12 h 18"/>
                  <a:gd name="T8" fmla="*/ 9 w 19"/>
                  <a:gd name="T9" fmla="*/ 18 h 18"/>
                  <a:gd name="T10" fmla="*/ 12 w 19"/>
                  <a:gd name="T11" fmla="*/ 15 h 18"/>
                  <a:gd name="T12" fmla="*/ 13 w 19"/>
                  <a:gd name="T13" fmla="*/ 17 h 18"/>
                  <a:gd name="T14" fmla="*/ 14 w 19"/>
                  <a:gd name="T15" fmla="*/ 14 h 18"/>
                  <a:gd name="T16" fmla="*/ 16 w 19"/>
                  <a:gd name="T17" fmla="*/ 15 h 18"/>
                  <a:gd name="T18" fmla="*/ 18 w 19"/>
                  <a:gd name="T19" fmla="*/ 7 h 18"/>
                  <a:gd name="T20" fmla="*/ 16 w 19"/>
                  <a:gd name="T21" fmla="*/ 1 h 18"/>
                  <a:gd name="T22" fmla="*/ 7 w 19"/>
                  <a:gd name="T23" fmla="*/ 3 h 18"/>
                  <a:gd name="T24" fmla="*/ 0 w 19"/>
                  <a:gd name="T25" fmla="*/ 2 h 18"/>
                  <a:gd name="T26" fmla="*/ 0 w 19"/>
                  <a:gd name="T27"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18">
                    <a:moveTo>
                      <a:pt x="0" y="2"/>
                    </a:moveTo>
                    <a:cubicBezTo>
                      <a:pt x="0" y="3"/>
                      <a:pt x="2" y="6"/>
                      <a:pt x="2" y="7"/>
                    </a:cubicBezTo>
                    <a:cubicBezTo>
                      <a:pt x="3" y="8"/>
                      <a:pt x="4" y="9"/>
                      <a:pt x="4" y="10"/>
                    </a:cubicBezTo>
                    <a:cubicBezTo>
                      <a:pt x="4" y="11"/>
                      <a:pt x="3" y="11"/>
                      <a:pt x="3" y="12"/>
                    </a:cubicBezTo>
                    <a:cubicBezTo>
                      <a:pt x="4" y="15"/>
                      <a:pt x="7" y="17"/>
                      <a:pt x="9" y="18"/>
                    </a:cubicBezTo>
                    <a:cubicBezTo>
                      <a:pt x="11" y="18"/>
                      <a:pt x="11" y="16"/>
                      <a:pt x="12" y="15"/>
                    </a:cubicBezTo>
                    <a:cubicBezTo>
                      <a:pt x="12" y="15"/>
                      <a:pt x="13" y="17"/>
                      <a:pt x="13" y="17"/>
                    </a:cubicBezTo>
                    <a:cubicBezTo>
                      <a:pt x="13" y="16"/>
                      <a:pt x="13" y="14"/>
                      <a:pt x="14" y="14"/>
                    </a:cubicBezTo>
                    <a:cubicBezTo>
                      <a:pt x="15" y="13"/>
                      <a:pt x="15" y="15"/>
                      <a:pt x="16" y="15"/>
                    </a:cubicBezTo>
                    <a:cubicBezTo>
                      <a:pt x="15" y="15"/>
                      <a:pt x="18" y="8"/>
                      <a:pt x="18" y="7"/>
                    </a:cubicBezTo>
                    <a:cubicBezTo>
                      <a:pt x="18" y="6"/>
                      <a:pt x="19" y="0"/>
                      <a:pt x="16" y="1"/>
                    </a:cubicBezTo>
                    <a:cubicBezTo>
                      <a:pt x="13" y="2"/>
                      <a:pt x="10" y="4"/>
                      <a:pt x="7" y="3"/>
                    </a:cubicBezTo>
                    <a:cubicBezTo>
                      <a:pt x="6" y="3"/>
                      <a:pt x="1" y="0"/>
                      <a:pt x="0" y="2"/>
                    </a:cubicBezTo>
                    <a:cubicBezTo>
                      <a:pt x="0" y="3"/>
                      <a:pt x="1" y="0"/>
                      <a:pt x="0"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7" name="Freeform 483">
                <a:extLst>
                  <a:ext uri="{FF2B5EF4-FFF2-40B4-BE49-F238E27FC236}">
                    <a16:creationId xmlns:a16="http://schemas.microsoft.com/office/drawing/2014/main" id="{81FE6F81-9D6A-FD46-A7C2-462ABFCCD8AC}"/>
                  </a:ext>
                </a:extLst>
              </p:cNvPr>
              <p:cNvSpPr>
                <a:spLocks/>
              </p:cNvSpPr>
              <p:nvPr/>
            </p:nvSpPr>
            <p:spPr bwMode="auto">
              <a:xfrm>
                <a:off x="18483640" y="11017669"/>
                <a:ext cx="28662" cy="47785"/>
              </a:xfrm>
              <a:custGeom>
                <a:avLst/>
                <a:gdLst>
                  <a:gd name="T0" fmla="*/ 3 w 3"/>
                  <a:gd name="T1" fmla="*/ 4 h 5"/>
                  <a:gd name="T2" fmla="*/ 1 w 3"/>
                  <a:gd name="T3" fmla="*/ 0 h 5"/>
                  <a:gd name="T4" fmla="*/ 3 w 3"/>
                  <a:gd name="T5" fmla="*/ 4 h 5"/>
                </a:gdLst>
                <a:ahLst/>
                <a:cxnLst>
                  <a:cxn ang="0">
                    <a:pos x="T0" y="T1"/>
                  </a:cxn>
                  <a:cxn ang="0">
                    <a:pos x="T2" y="T3"/>
                  </a:cxn>
                  <a:cxn ang="0">
                    <a:pos x="T4" y="T5"/>
                  </a:cxn>
                </a:cxnLst>
                <a:rect l="0" t="0" r="r" b="b"/>
                <a:pathLst>
                  <a:path w="3" h="5">
                    <a:moveTo>
                      <a:pt x="3" y="4"/>
                    </a:moveTo>
                    <a:cubicBezTo>
                      <a:pt x="3" y="5"/>
                      <a:pt x="0" y="1"/>
                      <a:pt x="1" y="0"/>
                    </a:cubicBezTo>
                    <a:cubicBezTo>
                      <a:pt x="2" y="0"/>
                      <a:pt x="3" y="1"/>
                      <a:pt x="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8" name="Freeform 484">
                <a:extLst>
                  <a:ext uri="{FF2B5EF4-FFF2-40B4-BE49-F238E27FC236}">
                    <a16:creationId xmlns:a16="http://schemas.microsoft.com/office/drawing/2014/main" id="{972C2056-4BA1-434C-8229-1F0F1E49F2F8}"/>
                  </a:ext>
                </a:extLst>
              </p:cNvPr>
              <p:cNvSpPr>
                <a:spLocks/>
              </p:cNvSpPr>
              <p:nvPr/>
            </p:nvSpPr>
            <p:spPr bwMode="auto">
              <a:xfrm>
                <a:off x="18295742" y="11017669"/>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0"/>
                      <a:pt x="1" y="0"/>
                    </a:cubicBezTo>
                    <a:cubicBezTo>
                      <a:pt x="2" y="0"/>
                      <a:pt x="2" y="2"/>
                      <a:pt x="1"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09" name="Freeform 485">
                <a:extLst>
                  <a:ext uri="{FF2B5EF4-FFF2-40B4-BE49-F238E27FC236}">
                    <a16:creationId xmlns:a16="http://schemas.microsoft.com/office/drawing/2014/main" id="{781EA042-DD69-5F42-9222-057DE1DAE88A}"/>
                  </a:ext>
                </a:extLst>
              </p:cNvPr>
              <p:cNvSpPr>
                <a:spLocks/>
              </p:cNvSpPr>
              <p:nvPr/>
            </p:nvSpPr>
            <p:spPr bwMode="auto">
              <a:xfrm>
                <a:off x="15384910" y="8593469"/>
                <a:ext cx="101909" cy="168835"/>
              </a:xfrm>
              <a:custGeom>
                <a:avLst/>
                <a:gdLst>
                  <a:gd name="T0" fmla="*/ 2 w 11"/>
                  <a:gd name="T1" fmla="*/ 0 h 18"/>
                  <a:gd name="T2" fmla="*/ 1 w 11"/>
                  <a:gd name="T3" fmla="*/ 0 h 18"/>
                  <a:gd name="T4" fmla="*/ 1 w 11"/>
                  <a:gd name="T5" fmla="*/ 3 h 18"/>
                  <a:gd name="T6" fmla="*/ 0 w 11"/>
                  <a:gd name="T7" fmla="*/ 8 h 18"/>
                  <a:gd name="T8" fmla="*/ 4 w 11"/>
                  <a:gd name="T9" fmla="*/ 18 h 18"/>
                  <a:gd name="T10" fmla="*/ 9 w 11"/>
                  <a:gd name="T11" fmla="*/ 15 h 18"/>
                  <a:gd name="T12" fmla="*/ 9 w 11"/>
                  <a:gd name="T13" fmla="*/ 8 h 18"/>
                  <a:gd name="T14" fmla="*/ 2 w 11"/>
                  <a:gd name="T15" fmla="*/ 0 h 18"/>
                  <a:gd name="T16" fmla="*/ 2 w 11"/>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8">
                    <a:moveTo>
                      <a:pt x="2" y="0"/>
                    </a:moveTo>
                    <a:cubicBezTo>
                      <a:pt x="2" y="0"/>
                      <a:pt x="2" y="0"/>
                      <a:pt x="1" y="0"/>
                    </a:cubicBezTo>
                    <a:cubicBezTo>
                      <a:pt x="1" y="0"/>
                      <a:pt x="1" y="3"/>
                      <a:pt x="1" y="3"/>
                    </a:cubicBezTo>
                    <a:cubicBezTo>
                      <a:pt x="1" y="5"/>
                      <a:pt x="0" y="6"/>
                      <a:pt x="0" y="8"/>
                    </a:cubicBezTo>
                    <a:cubicBezTo>
                      <a:pt x="0" y="11"/>
                      <a:pt x="0" y="18"/>
                      <a:pt x="4" y="18"/>
                    </a:cubicBezTo>
                    <a:cubicBezTo>
                      <a:pt x="6" y="18"/>
                      <a:pt x="9" y="17"/>
                      <a:pt x="9" y="15"/>
                    </a:cubicBezTo>
                    <a:cubicBezTo>
                      <a:pt x="11" y="13"/>
                      <a:pt x="9" y="10"/>
                      <a:pt x="9" y="8"/>
                    </a:cubicBezTo>
                    <a:cubicBezTo>
                      <a:pt x="7" y="6"/>
                      <a:pt x="5" y="0"/>
                      <a:pt x="2" y="0"/>
                    </a:cubicBezTo>
                    <a:cubicBezTo>
                      <a:pt x="1" y="0"/>
                      <a:pt x="3"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0" name="Freeform 486">
                <a:extLst>
                  <a:ext uri="{FF2B5EF4-FFF2-40B4-BE49-F238E27FC236}">
                    <a16:creationId xmlns:a16="http://schemas.microsoft.com/office/drawing/2014/main" id="{B19C97F2-57D2-6F47-B96F-F8DE9386F179}"/>
                  </a:ext>
                </a:extLst>
              </p:cNvPr>
              <p:cNvSpPr>
                <a:spLocks/>
              </p:cNvSpPr>
              <p:nvPr/>
            </p:nvSpPr>
            <p:spPr bwMode="auto">
              <a:xfrm>
                <a:off x="13665165" y="9606473"/>
                <a:ext cx="337579" cy="653035"/>
              </a:xfrm>
              <a:custGeom>
                <a:avLst/>
                <a:gdLst>
                  <a:gd name="T0" fmla="*/ 31 w 36"/>
                  <a:gd name="T1" fmla="*/ 2 h 70"/>
                  <a:gd name="T2" fmla="*/ 29 w 36"/>
                  <a:gd name="T3" fmla="*/ 0 h 70"/>
                  <a:gd name="T4" fmla="*/ 28 w 36"/>
                  <a:gd name="T5" fmla="*/ 3 h 70"/>
                  <a:gd name="T6" fmla="*/ 26 w 36"/>
                  <a:gd name="T7" fmla="*/ 8 h 70"/>
                  <a:gd name="T8" fmla="*/ 23 w 36"/>
                  <a:gd name="T9" fmla="*/ 8 h 70"/>
                  <a:gd name="T10" fmla="*/ 23 w 36"/>
                  <a:gd name="T11" fmla="*/ 10 h 70"/>
                  <a:gd name="T12" fmla="*/ 22 w 36"/>
                  <a:gd name="T13" fmla="*/ 12 h 70"/>
                  <a:gd name="T14" fmla="*/ 23 w 36"/>
                  <a:gd name="T15" fmla="*/ 13 h 70"/>
                  <a:gd name="T16" fmla="*/ 21 w 36"/>
                  <a:gd name="T17" fmla="*/ 14 h 70"/>
                  <a:gd name="T18" fmla="*/ 19 w 36"/>
                  <a:gd name="T19" fmla="*/ 16 h 70"/>
                  <a:gd name="T20" fmla="*/ 15 w 36"/>
                  <a:gd name="T21" fmla="*/ 18 h 70"/>
                  <a:gd name="T22" fmla="*/ 15 w 36"/>
                  <a:gd name="T23" fmla="*/ 19 h 70"/>
                  <a:gd name="T24" fmla="*/ 13 w 36"/>
                  <a:gd name="T25" fmla="*/ 19 h 70"/>
                  <a:gd name="T26" fmla="*/ 8 w 36"/>
                  <a:gd name="T27" fmla="*/ 21 h 70"/>
                  <a:gd name="T28" fmla="*/ 6 w 36"/>
                  <a:gd name="T29" fmla="*/ 21 h 70"/>
                  <a:gd name="T30" fmla="*/ 4 w 36"/>
                  <a:gd name="T31" fmla="*/ 27 h 70"/>
                  <a:gd name="T32" fmla="*/ 4 w 36"/>
                  <a:gd name="T33" fmla="*/ 44 h 70"/>
                  <a:gd name="T34" fmla="*/ 0 w 36"/>
                  <a:gd name="T35" fmla="*/ 51 h 70"/>
                  <a:gd name="T36" fmla="*/ 0 w 36"/>
                  <a:gd name="T37" fmla="*/ 55 h 70"/>
                  <a:gd name="T38" fmla="*/ 2 w 36"/>
                  <a:gd name="T39" fmla="*/ 59 h 70"/>
                  <a:gd name="T40" fmla="*/ 5 w 36"/>
                  <a:gd name="T41" fmla="*/ 68 h 70"/>
                  <a:gd name="T42" fmla="*/ 16 w 36"/>
                  <a:gd name="T43" fmla="*/ 68 h 70"/>
                  <a:gd name="T44" fmla="*/ 24 w 36"/>
                  <a:gd name="T45" fmla="*/ 50 h 70"/>
                  <a:gd name="T46" fmla="*/ 31 w 36"/>
                  <a:gd name="T47" fmla="*/ 30 h 70"/>
                  <a:gd name="T48" fmla="*/ 32 w 36"/>
                  <a:gd name="T49" fmla="*/ 23 h 70"/>
                  <a:gd name="T50" fmla="*/ 34 w 36"/>
                  <a:gd name="T51" fmla="*/ 19 h 70"/>
                  <a:gd name="T52" fmla="*/ 36 w 36"/>
                  <a:gd name="T53" fmla="*/ 17 h 70"/>
                  <a:gd name="T54" fmla="*/ 35 w 36"/>
                  <a:gd name="T55" fmla="*/ 11 h 70"/>
                  <a:gd name="T56" fmla="*/ 31 w 36"/>
                  <a:gd name="T57" fmla="*/ 2 h 70"/>
                  <a:gd name="T58" fmla="*/ 31 w 36"/>
                  <a:gd name="T59" fmla="*/ 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70">
                    <a:moveTo>
                      <a:pt x="31" y="2"/>
                    </a:moveTo>
                    <a:cubicBezTo>
                      <a:pt x="31" y="2"/>
                      <a:pt x="30" y="0"/>
                      <a:pt x="29" y="0"/>
                    </a:cubicBezTo>
                    <a:cubicBezTo>
                      <a:pt x="29" y="1"/>
                      <a:pt x="28" y="2"/>
                      <a:pt x="28" y="3"/>
                    </a:cubicBezTo>
                    <a:cubicBezTo>
                      <a:pt x="27" y="5"/>
                      <a:pt x="27" y="6"/>
                      <a:pt x="26" y="8"/>
                    </a:cubicBezTo>
                    <a:cubicBezTo>
                      <a:pt x="25" y="9"/>
                      <a:pt x="24" y="8"/>
                      <a:pt x="23" y="8"/>
                    </a:cubicBezTo>
                    <a:cubicBezTo>
                      <a:pt x="23" y="8"/>
                      <a:pt x="24" y="9"/>
                      <a:pt x="23" y="10"/>
                    </a:cubicBezTo>
                    <a:cubicBezTo>
                      <a:pt x="23" y="11"/>
                      <a:pt x="22" y="11"/>
                      <a:pt x="22" y="12"/>
                    </a:cubicBezTo>
                    <a:cubicBezTo>
                      <a:pt x="22" y="12"/>
                      <a:pt x="23" y="13"/>
                      <a:pt x="23" y="13"/>
                    </a:cubicBezTo>
                    <a:cubicBezTo>
                      <a:pt x="23" y="14"/>
                      <a:pt x="22" y="13"/>
                      <a:pt x="21" y="14"/>
                    </a:cubicBezTo>
                    <a:cubicBezTo>
                      <a:pt x="20" y="14"/>
                      <a:pt x="20" y="15"/>
                      <a:pt x="19" y="16"/>
                    </a:cubicBezTo>
                    <a:cubicBezTo>
                      <a:pt x="18" y="17"/>
                      <a:pt x="17" y="17"/>
                      <a:pt x="15" y="18"/>
                    </a:cubicBezTo>
                    <a:cubicBezTo>
                      <a:pt x="14" y="18"/>
                      <a:pt x="16" y="19"/>
                      <a:pt x="15" y="19"/>
                    </a:cubicBezTo>
                    <a:cubicBezTo>
                      <a:pt x="15" y="20"/>
                      <a:pt x="13" y="18"/>
                      <a:pt x="13" y="19"/>
                    </a:cubicBezTo>
                    <a:cubicBezTo>
                      <a:pt x="11" y="20"/>
                      <a:pt x="10" y="20"/>
                      <a:pt x="8" y="21"/>
                    </a:cubicBezTo>
                    <a:cubicBezTo>
                      <a:pt x="7" y="21"/>
                      <a:pt x="6" y="20"/>
                      <a:pt x="6" y="21"/>
                    </a:cubicBezTo>
                    <a:cubicBezTo>
                      <a:pt x="5" y="23"/>
                      <a:pt x="5" y="25"/>
                      <a:pt x="4" y="27"/>
                    </a:cubicBezTo>
                    <a:cubicBezTo>
                      <a:pt x="3" y="32"/>
                      <a:pt x="8" y="39"/>
                      <a:pt x="4" y="44"/>
                    </a:cubicBezTo>
                    <a:cubicBezTo>
                      <a:pt x="3" y="46"/>
                      <a:pt x="1" y="48"/>
                      <a:pt x="0" y="51"/>
                    </a:cubicBezTo>
                    <a:cubicBezTo>
                      <a:pt x="0" y="52"/>
                      <a:pt x="0" y="54"/>
                      <a:pt x="0" y="55"/>
                    </a:cubicBezTo>
                    <a:cubicBezTo>
                      <a:pt x="1" y="56"/>
                      <a:pt x="3" y="57"/>
                      <a:pt x="2" y="59"/>
                    </a:cubicBezTo>
                    <a:cubicBezTo>
                      <a:pt x="1" y="62"/>
                      <a:pt x="2" y="66"/>
                      <a:pt x="5" y="68"/>
                    </a:cubicBezTo>
                    <a:cubicBezTo>
                      <a:pt x="8" y="70"/>
                      <a:pt x="11" y="70"/>
                      <a:pt x="16" y="68"/>
                    </a:cubicBezTo>
                    <a:cubicBezTo>
                      <a:pt x="21" y="66"/>
                      <a:pt x="22" y="55"/>
                      <a:pt x="24" y="50"/>
                    </a:cubicBezTo>
                    <a:cubicBezTo>
                      <a:pt x="26" y="43"/>
                      <a:pt x="29" y="37"/>
                      <a:pt x="31" y="30"/>
                    </a:cubicBezTo>
                    <a:cubicBezTo>
                      <a:pt x="31" y="28"/>
                      <a:pt x="31" y="25"/>
                      <a:pt x="32" y="23"/>
                    </a:cubicBezTo>
                    <a:cubicBezTo>
                      <a:pt x="33" y="22"/>
                      <a:pt x="31" y="14"/>
                      <a:pt x="34" y="19"/>
                    </a:cubicBezTo>
                    <a:cubicBezTo>
                      <a:pt x="35" y="20"/>
                      <a:pt x="35" y="18"/>
                      <a:pt x="36" y="17"/>
                    </a:cubicBezTo>
                    <a:cubicBezTo>
                      <a:pt x="36" y="15"/>
                      <a:pt x="35" y="13"/>
                      <a:pt x="35" y="11"/>
                    </a:cubicBezTo>
                    <a:cubicBezTo>
                      <a:pt x="34" y="9"/>
                      <a:pt x="33" y="4"/>
                      <a:pt x="31" y="2"/>
                    </a:cubicBezTo>
                    <a:cubicBezTo>
                      <a:pt x="30" y="1"/>
                      <a:pt x="32" y="2"/>
                      <a:pt x="31"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1" name="Freeform 487">
                <a:extLst>
                  <a:ext uri="{FF2B5EF4-FFF2-40B4-BE49-F238E27FC236}">
                    <a16:creationId xmlns:a16="http://schemas.microsoft.com/office/drawing/2014/main" id="{BE329FFE-68B1-8D49-A413-13AFF47CB339}"/>
                  </a:ext>
                </a:extLst>
              </p:cNvPr>
              <p:cNvSpPr>
                <a:spLocks/>
              </p:cNvSpPr>
              <p:nvPr/>
            </p:nvSpPr>
            <p:spPr bwMode="auto">
              <a:xfrm>
                <a:off x="14413572" y="5028840"/>
                <a:ext cx="101909" cy="76452"/>
              </a:xfrm>
              <a:custGeom>
                <a:avLst/>
                <a:gdLst>
                  <a:gd name="T0" fmla="*/ 9 w 11"/>
                  <a:gd name="T1" fmla="*/ 7 h 8"/>
                  <a:gd name="T2" fmla="*/ 8 w 11"/>
                  <a:gd name="T3" fmla="*/ 4 h 8"/>
                  <a:gd name="T4" fmla="*/ 3 w 11"/>
                  <a:gd name="T5" fmla="*/ 0 h 8"/>
                  <a:gd name="T6" fmla="*/ 1 w 11"/>
                  <a:gd name="T7" fmla="*/ 2 h 8"/>
                  <a:gd name="T8" fmla="*/ 3 w 11"/>
                  <a:gd name="T9" fmla="*/ 5 h 8"/>
                  <a:gd name="T10" fmla="*/ 9 w 11"/>
                  <a:gd name="T11" fmla="*/ 7 h 8"/>
                  <a:gd name="T12" fmla="*/ 9 w 11"/>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9" y="7"/>
                    </a:moveTo>
                    <a:cubicBezTo>
                      <a:pt x="11" y="8"/>
                      <a:pt x="9" y="5"/>
                      <a:pt x="8" y="4"/>
                    </a:cubicBezTo>
                    <a:cubicBezTo>
                      <a:pt x="7" y="3"/>
                      <a:pt x="4" y="1"/>
                      <a:pt x="3" y="0"/>
                    </a:cubicBezTo>
                    <a:cubicBezTo>
                      <a:pt x="2" y="0"/>
                      <a:pt x="1" y="1"/>
                      <a:pt x="1" y="2"/>
                    </a:cubicBezTo>
                    <a:cubicBezTo>
                      <a:pt x="0" y="3"/>
                      <a:pt x="2" y="4"/>
                      <a:pt x="3" y="5"/>
                    </a:cubicBezTo>
                    <a:cubicBezTo>
                      <a:pt x="5" y="6"/>
                      <a:pt x="7" y="7"/>
                      <a:pt x="9" y="7"/>
                    </a:cubicBezTo>
                    <a:cubicBezTo>
                      <a:pt x="10" y="7"/>
                      <a:pt x="7" y="7"/>
                      <a:pt x="9"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2" name="Freeform 488">
                <a:extLst>
                  <a:ext uri="{FF2B5EF4-FFF2-40B4-BE49-F238E27FC236}">
                    <a16:creationId xmlns:a16="http://schemas.microsoft.com/office/drawing/2014/main" id="{DC5814BB-C1A4-AB4E-899E-2BBDB7105288}"/>
                  </a:ext>
                </a:extLst>
              </p:cNvPr>
              <p:cNvSpPr>
                <a:spLocks/>
              </p:cNvSpPr>
              <p:nvPr/>
            </p:nvSpPr>
            <p:spPr bwMode="auto">
              <a:xfrm>
                <a:off x="13926310" y="5086181"/>
                <a:ext cx="101909" cy="92380"/>
              </a:xfrm>
              <a:custGeom>
                <a:avLst/>
                <a:gdLst>
                  <a:gd name="T0" fmla="*/ 10 w 11"/>
                  <a:gd name="T1" fmla="*/ 6 h 10"/>
                  <a:gd name="T2" fmla="*/ 6 w 11"/>
                  <a:gd name="T3" fmla="*/ 10 h 10"/>
                  <a:gd name="T4" fmla="*/ 0 w 11"/>
                  <a:gd name="T5" fmla="*/ 6 h 10"/>
                  <a:gd name="T6" fmla="*/ 10 w 11"/>
                  <a:gd name="T7" fmla="*/ 6 h 10"/>
                  <a:gd name="T8" fmla="*/ 10 w 11"/>
                  <a:gd name="T9" fmla="*/ 6 h 10"/>
                </a:gdLst>
                <a:ahLst/>
                <a:cxnLst>
                  <a:cxn ang="0">
                    <a:pos x="T0" y="T1"/>
                  </a:cxn>
                  <a:cxn ang="0">
                    <a:pos x="T2" y="T3"/>
                  </a:cxn>
                  <a:cxn ang="0">
                    <a:pos x="T4" y="T5"/>
                  </a:cxn>
                  <a:cxn ang="0">
                    <a:pos x="T6" y="T7"/>
                  </a:cxn>
                  <a:cxn ang="0">
                    <a:pos x="T8" y="T9"/>
                  </a:cxn>
                </a:cxnLst>
                <a:rect l="0" t="0" r="r" b="b"/>
                <a:pathLst>
                  <a:path w="11" h="10">
                    <a:moveTo>
                      <a:pt x="10" y="6"/>
                    </a:moveTo>
                    <a:cubicBezTo>
                      <a:pt x="10" y="8"/>
                      <a:pt x="7" y="9"/>
                      <a:pt x="6" y="10"/>
                    </a:cubicBezTo>
                    <a:cubicBezTo>
                      <a:pt x="4" y="10"/>
                      <a:pt x="0" y="9"/>
                      <a:pt x="0" y="6"/>
                    </a:cubicBezTo>
                    <a:cubicBezTo>
                      <a:pt x="1" y="0"/>
                      <a:pt x="11" y="6"/>
                      <a:pt x="10" y="6"/>
                    </a:cubicBezTo>
                    <a:cubicBezTo>
                      <a:pt x="10" y="7"/>
                      <a:pt x="11" y="5"/>
                      <a:pt x="10"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3" name="Freeform 489">
                <a:extLst>
                  <a:ext uri="{FF2B5EF4-FFF2-40B4-BE49-F238E27FC236}">
                    <a16:creationId xmlns:a16="http://schemas.microsoft.com/office/drawing/2014/main" id="{35356882-C1F4-1A4C-8E2D-295116615E7A}"/>
                  </a:ext>
                </a:extLst>
              </p:cNvPr>
              <p:cNvSpPr>
                <a:spLocks/>
              </p:cNvSpPr>
              <p:nvPr/>
            </p:nvSpPr>
            <p:spPr bwMode="auto">
              <a:xfrm>
                <a:off x="14945419" y="4767625"/>
                <a:ext cx="82803" cy="47785"/>
              </a:xfrm>
              <a:custGeom>
                <a:avLst/>
                <a:gdLst>
                  <a:gd name="T0" fmla="*/ 9 w 9"/>
                  <a:gd name="T1" fmla="*/ 3 h 5"/>
                  <a:gd name="T2" fmla="*/ 4 w 9"/>
                  <a:gd name="T3" fmla="*/ 5 h 5"/>
                  <a:gd name="T4" fmla="*/ 1 w 9"/>
                  <a:gd name="T5" fmla="*/ 1 h 5"/>
                  <a:gd name="T6" fmla="*/ 6 w 9"/>
                  <a:gd name="T7" fmla="*/ 1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6" y="4"/>
                      <a:pt x="4" y="5"/>
                    </a:cubicBezTo>
                    <a:cubicBezTo>
                      <a:pt x="2" y="5"/>
                      <a:pt x="0" y="3"/>
                      <a:pt x="1" y="1"/>
                    </a:cubicBezTo>
                    <a:cubicBezTo>
                      <a:pt x="1" y="0"/>
                      <a:pt x="5" y="0"/>
                      <a:pt x="6" y="1"/>
                    </a:cubicBezTo>
                    <a:cubicBezTo>
                      <a:pt x="7" y="1"/>
                      <a:pt x="8" y="3"/>
                      <a:pt x="9"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4" name="Freeform 490">
                <a:extLst>
                  <a:ext uri="{FF2B5EF4-FFF2-40B4-BE49-F238E27FC236}">
                    <a16:creationId xmlns:a16="http://schemas.microsoft.com/office/drawing/2014/main" id="{A1A558EF-590A-C742-BB48-60293515E477}"/>
                  </a:ext>
                </a:extLst>
              </p:cNvPr>
              <p:cNvSpPr>
                <a:spLocks/>
              </p:cNvSpPr>
              <p:nvPr/>
            </p:nvSpPr>
            <p:spPr bwMode="auto">
              <a:xfrm>
                <a:off x="16811662" y="4675245"/>
                <a:ext cx="92356" cy="44598"/>
              </a:xfrm>
              <a:custGeom>
                <a:avLst/>
                <a:gdLst>
                  <a:gd name="T0" fmla="*/ 6 w 10"/>
                  <a:gd name="T1" fmla="*/ 5 h 5"/>
                  <a:gd name="T2" fmla="*/ 1 w 10"/>
                  <a:gd name="T3" fmla="*/ 4 h 5"/>
                  <a:gd name="T4" fmla="*/ 4 w 10"/>
                  <a:gd name="T5" fmla="*/ 1 h 5"/>
                  <a:gd name="T6" fmla="*/ 9 w 10"/>
                  <a:gd name="T7" fmla="*/ 1 h 5"/>
                  <a:gd name="T8" fmla="*/ 6 w 10"/>
                  <a:gd name="T9" fmla="*/ 5 h 5"/>
                  <a:gd name="T10" fmla="*/ 6 w 10"/>
                  <a:gd name="T11" fmla="*/ 5 h 5"/>
                </a:gdLst>
                <a:ahLst/>
                <a:cxnLst>
                  <a:cxn ang="0">
                    <a:pos x="T0" y="T1"/>
                  </a:cxn>
                  <a:cxn ang="0">
                    <a:pos x="T2" y="T3"/>
                  </a:cxn>
                  <a:cxn ang="0">
                    <a:pos x="T4" y="T5"/>
                  </a:cxn>
                  <a:cxn ang="0">
                    <a:pos x="T6" y="T7"/>
                  </a:cxn>
                  <a:cxn ang="0">
                    <a:pos x="T8" y="T9"/>
                  </a:cxn>
                  <a:cxn ang="0">
                    <a:pos x="T10" y="T11"/>
                  </a:cxn>
                </a:cxnLst>
                <a:rect l="0" t="0" r="r" b="b"/>
                <a:pathLst>
                  <a:path w="10" h="5">
                    <a:moveTo>
                      <a:pt x="6" y="5"/>
                    </a:moveTo>
                    <a:cubicBezTo>
                      <a:pt x="4" y="5"/>
                      <a:pt x="2" y="4"/>
                      <a:pt x="1" y="4"/>
                    </a:cubicBezTo>
                    <a:cubicBezTo>
                      <a:pt x="0" y="3"/>
                      <a:pt x="3" y="1"/>
                      <a:pt x="4" y="1"/>
                    </a:cubicBezTo>
                    <a:cubicBezTo>
                      <a:pt x="5" y="0"/>
                      <a:pt x="8" y="0"/>
                      <a:pt x="9" y="1"/>
                    </a:cubicBezTo>
                    <a:cubicBezTo>
                      <a:pt x="10" y="2"/>
                      <a:pt x="7" y="5"/>
                      <a:pt x="6" y="5"/>
                    </a:cubicBezTo>
                    <a:cubicBezTo>
                      <a:pt x="4" y="5"/>
                      <a:pt x="6" y="5"/>
                      <a:pt x="6"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5" name="Freeform 491">
                <a:extLst>
                  <a:ext uri="{FF2B5EF4-FFF2-40B4-BE49-F238E27FC236}">
                    <a16:creationId xmlns:a16="http://schemas.microsoft.com/office/drawing/2014/main" id="{97EF96AE-AA67-884D-8B8B-BB4D4F9B9EA5}"/>
                  </a:ext>
                </a:extLst>
              </p:cNvPr>
              <p:cNvSpPr>
                <a:spLocks/>
              </p:cNvSpPr>
              <p:nvPr/>
            </p:nvSpPr>
            <p:spPr bwMode="auto">
              <a:xfrm>
                <a:off x="15868988" y="3999911"/>
                <a:ext cx="57323" cy="19114"/>
              </a:xfrm>
              <a:custGeom>
                <a:avLst/>
                <a:gdLst>
                  <a:gd name="T0" fmla="*/ 6 w 6"/>
                  <a:gd name="T1" fmla="*/ 1 h 2"/>
                  <a:gd name="T2" fmla="*/ 0 w 6"/>
                  <a:gd name="T3" fmla="*/ 1 h 2"/>
                  <a:gd name="T4" fmla="*/ 6 w 6"/>
                  <a:gd name="T5" fmla="*/ 1 h 2"/>
                </a:gdLst>
                <a:ahLst/>
                <a:cxnLst>
                  <a:cxn ang="0">
                    <a:pos x="T0" y="T1"/>
                  </a:cxn>
                  <a:cxn ang="0">
                    <a:pos x="T2" y="T3"/>
                  </a:cxn>
                  <a:cxn ang="0">
                    <a:pos x="T4" y="T5"/>
                  </a:cxn>
                </a:cxnLst>
                <a:rect l="0" t="0" r="r" b="b"/>
                <a:pathLst>
                  <a:path w="6" h="2">
                    <a:moveTo>
                      <a:pt x="6" y="1"/>
                    </a:moveTo>
                    <a:cubicBezTo>
                      <a:pt x="6" y="2"/>
                      <a:pt x="0" y="2"/>
                      <a:pt x="0" y="1"/>
                    </a:cubicBezTo>
                    <a:cubicBezTo>
                      <a:pt x="0" y="0"/>
                      <a:pt x="6" y="0"/>
                      <a:pt x="6"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6" name="Freeform 492">
                <a:extLst>
                  <a:ext uri="{FF2B5EF4-FFF2-40B4-BE49-F238E27FC236}">
                    <a16:creationId xmlns:a16="http://schemas.microsoft.com/office/drawing/2014/main" id="{4F92D126-8F6D-EF4B-B0B0-A57377A362BF}"/>
                  </a:ext>
                </a:extLst>
              </p:cNvPr>
              <p:cNvSpPr>
                <a:spLocks/>
              </p:cNvSpPr>
              <p:nvPr/>
            </p:nvSpPr>
            <p:spPr bwMode="auto">
              <a:xfrm>
                <a:off x="15346696" y="4805855"/>
                <a:ext cx="54139" cy="38227"/>
              </a:xfrm>
              <a:custGeom>
                <a:avLst/>
                <a:gdLst>
                  <a:gd name="T0" fmla="*/ 5 w 6"/>
                  <a:gd name="T1" fmla="*/ 4 h 4"/>
                  <a:gd name="T2" fmla="*/ 2 w 6"/>
                  <a:gd name="T3" fmla="*/ 1 h 4"/>
                  <a:gd name="T4" fmla="*/ 5 w 6"/>
                  <a:gd name="T5" fmla="*/ 4 h 4"/>
                </a:gdLst>
                <a:ahLst/>
                <a:cxnLst>
                  <a:cxn ang="0">
                    <a:pos x="T0" y="T1"/>
                  </a:cxn>
                  <a:cxn ang="0">
                    <a:pos x="T2" y="T3"/>
                  </a:cxn>
                  <a:cxn ang="0">
                    <a:pos x="T4" y="T5"/>
                  </a:cxn>
                </a:cxnLst>
                <a:rect l="0" t="0" r="r" b="b"/>
                <a:pathLst>
                  <a:path w="6" h="4">
                    <a:moveTo>
                      <a:pt x="5" y="4"/>
                    </a:moveTo>
                    <a:cubicBezTo>
                      <a:pt x="4" y="4"/>
                      <a:pt x="0" y="3"/>
                      <a:pt x="2" y="1"/>
                    </a:cubicBezTo>
                    <a:cubicBezTo>
                      <a:pt x="5" y="0"/>
                      <a:pt x="6" y="4"/>
                      <a:pt x="5"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7" name="Freeform 493">
                <a:extLst>
                  <a:ext uri="{FF2B5EF4-FFF2-40B4-BE49-F238E27FC236}">
                    <a16:creationId xmlns:a16="http://schemas.microsoft.com/office/drawing/2014/main" id="{5823F5B5-B05C-4940-9918-C8BF221628CF}"/>
                  </a:ext>
                </a:extLst>
              </p:cNvPr>
              <p:cNvSpPr>
                <a:spLocks/>
              </p:cNvSpPr>
              <p:nvPr/>
            </p:nvSpPr>
            <p:spPr bwMode="auto">
              <a:xfrm>
                <a:off x="12098282" y="6892386"/>
                <a:ext cx="54139" cy="101936"/>
              </a:xfrm>
              <a:custGeom>
                <a:avLst/>
                <a:gdLst>
                  <a:gd name="T0" fmla="*/ 5 w 6"/>
                  <a:gd name="T1" fmla="*/ 1 h 11"/>
                  <a:gd name="T2" fmla="*/ 5 w 6"/>
                  <a:gd name="T3" fmla="*/ 7 h 11"/>
                  <a:gd name="T4" fmla="*/ 3 w 6"/>
                  <a:gd name="T5" fmla="*/ 10 h 11"/>
                  <a:gd name="T6" fmla="*/ 1 w 6"/>
                  <a:gd name="T7" fmla="*/ 4 h 11"/>
                  <a:gd name="T8" fmla="*/ 5 w 6"/>
                  <a:gd name="T9" fmla="*/ 1 h 11"/>
                  <a:gd name="T10" fmla="*/ 5 w 6"/>
                  <a:gd name="T11" fmla="*/ 1 h 11"/>
                </a:gdLst>
                <a:ahLst/>
                <a:cxnLst>
                  <a:cxn ang="0">
                    <a:pos x="T0" y="T1"/>
                  </a:cxn>
                  <a:cxn ang="0">
                    <a:pos x="T2" y="T3"/>
                  </a:cxn>
                  <a:cxn ang="0">
                    <a:pos x="T4" y="T5"/>
                  </a:cxn>
                  <a:cxn ang="0">
                    <a:pos x="T6" y="T7"/>
                  </a:cxn>
                  <a:cxn ang="0">
                    <a:pos x="T8" y="T9"/>
                  </a:cxn>
                  <a:cxn ang="0">
                    <a:pos x="T10" y="T11"/>
                  </a:cxn>
                </a:cxnLst>
                <a:rect l="0" t="0" r="r" b="b"/>
                <a:pathLst>
                  <a:path w="6" h="11">
                    <a:moveTo>
                      <a:pt x="5" y="1"/>
                    </a:moveTo>
                    <a:cubicBezTo>
                      <a:pt x="5" y="3"/>
                      <a:pt x="6" y="5"/>
                      <a:pt x="5" y="7"/>
                    </a:cubicBezTo>
                    <a:cubicBezTo>
                      <a:pt x="4" y="8"/>
                      <a:pt x="5" y="11"/>
                      <a:pt x="3" y="10"/>
                    </a:cubicBezTo>
                    <a:cubicBezTo>
                      <a:pt x="1" y="8"/>
                      <a:pt x="0" y="6"/>
                      <a:pt x="1" y="4"/>
                    </a:cubicBezTo>
                    <a:cubicBezTo>
                      <a:pt x="1" y="3"/>
                      <a:pt x="5" y="0"/>
                      <a:pt x="5" y="1"/>
                    </a:cubicBezTo>
                    <a:cubicBezTo>
                      <a:pt x="5" y="2"/>
                      <a:pt x="5" y="0"/>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8" name="Freeform 494">
                <a:extLst>
                  <a:ext uri="{FF2B5EF4-FFF2-40B4-BE49-F238E27FC236}">
                    <a16:creationId xmlns:a16="http://schemas.microsoft.com/office/drawing/2014/main" id="{19F31319-4769-6345-AAA4-FB83C36E964C}"/>
                  </a:ext>
                </a:extLst>
              </p:cNvPr>
              <p:cNvSpPr>
                <a:spLocks/>
              </p:cNvSpPr>
              <p:nvPr/>
            </p:nvSpPr>
            <p:spPr bwMode="auto">
              <a:xfrm>
                <a:off x="12079173" y="6984768"/>
                <a:ext cx="82803" cy="140163"/>
              </a:xfrm>
              <a:custGeom>
                <a:avLst/>
                <a:gdLst>
                  <a:gd name="T0" fmla="*/ 7 w 9"/>
                  <a:gd name="T1" fmla="*/ 3 h 15"/>
                  <a:gd name="T2" fmla="*/ 5 w 9"/>
                  <a:gd name="T3" fmla="*/ 2 h 15"/>
                  <a:gd name="T4" fmla="*/ 0 w 9"/>
                  <a:gd name="T5" fmla="*/ 2 h 15"/>
                  <a:gd name="T6" fmla="*/ 1 w 9"/>
                  <a:gd name="T7" fmla="*/ 8 h 15"/>
                  <a:gd name="T8" fmla="*/ 2 w 9"/>
                  <a:gd name="T9" fmla="*/ 13 h 15"/>
                  <a:gd name="T10" fmla="*/ 4 w 9"/>
                  <a:gd name="T11" fmla="*/ 14 h 15"/>
                  <a:gd name="T12" fmla="*/ 8 w 9"/>
                  <a:gd name="T13" fmla="*/ 10 h 15"/>
                  <a:gd name="T14" fmla="*/ 7 w 9"/>
                  <a:gd name="T15" fmla="*/ 3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5">
                    <a:moveTo>
                      <a:pt x="7" y="3"/>
                    </a:moveTo>
                    <a:cubicBezTo>
                      <a:pt x="6" y="3"/>
                      <a:pt x="7" y="0"/>
                      <a:pt x="5" y="2"/>
                    </a:cubicBezTo>
                    <a:cubicBezTo>
                      <a:pt x="2" y="4"/>
                      <a:pt x="3" y="4"/>
                      <a:pt x="0" y="2"/>
                    </a:cubicBezTo>
                    <a:cubicBezTo>
                      <a:pt x="0" y="2"/>
                      <a:pt x="1" y="8"/>
                      <a:pt x="1" y="8"/>
                    </a:cubicBezTo>
                    <a:cubicBezTo>
                      <a:pt x="2" y="10"/>
                      <a:pt x="2" y="11"/>
                      <a:pt x="2" y="13"/>
                    </a:cubicBezTo>
                    <a:cubicBezTo>
                      <a:pt x="2" y="14"/>
                      <a:pt x="2" y="15"/>
                      <a:pt x="4" y="14"/>
                    </a:cubicBezTo>
                    <a:cubicBezTo>
                      <a:pt x="6" y="13"/>
                      <a:pt x="8" y="13"/>
                      <a:pt x="8" y="10"/>
                    </a:cubicBezTo>
                    <a:cubicBezTo>
                      <a:pt x="8" y="9"/>
                      <a:pt x="9" y="3"/>
                      <a:pt x="7"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19" name="Freeform 495">
                <a:extLst>
                  <a:ext uri="{FF2B5EF4-FFF2-40B4-BE49-F238E27FC236}">
                    <a16:creationId xmlns:a16="http://schemas.microsoft.com/office/drawing/2014/main" id="{E1E68E44-7AAC-F64F-B1BA-E5E396A7E586}"/>
                  </a:ext>
                </a:extLst>
              </p:cNvPr>
              <p:cNvSpPr>
                <a:spLocks/>
              </p:cNvSpPr>
              <p:nvPr/>
            </p:nvSpPr>
            <p:spPr bwMode="auto">
              <a:xfrm>
                <a:off x="12273444" y="7153601"/>
                <a:ext cx="149680" cy="92380"/>
              </a:xfrm>
              <a:custGeom>
                <a:avLst/>
                <a:gdLst>
                  <a:gd name="T0" fmla="*/ 5 w 16"/>
                  <a:gd name="T1" fmla="*/ 1 h 10"/>
                  <a:gd name="T2" fmla="*/ 0 w 16"/>
                  <a:gd name="T3" fmla="*/ 2 h 10"/>
                  <a:gd name="T4" fmla="*/ 3 w 16"/>
                  <a:gd name="T5" fmla="*/ 5 h 10"/>
                  <a:gd name="T6" fmla="*/ 8 w 16"/>
                  <a:gd name="T7" fmla="*/ 7 h 10"/>
                  <a:gd name="T8" fmla="*/ 14 w 16"/>
                  <a:gd name="T9" fmla="*/ 8 h 10"/>
                  <a:gd name="T10" fmla="*/ 13 w 16"/>
                  <a:gd name="T11" fmla="*/ 4 h 10"/>
                  <a:gd name="T12" fmla="*/ 15 w 16"/>
                  <a:gd name="T13" fmla="*/ 1 h 10"/>
                  <a:gd name="T14" fmla="*/ 11 w 16"/>
                  <a:gd name="T15" fmla="*/ 1 h 10"/>
                  <a:gd name="T16" fmla="*/ 5 w 16"/>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
                    <a:moveTo>
                      <a:pt x="5" y="1"/>
                    </a:moveTo>
                    <a:cubicBezTo>
                      <a:pt x="4" y="1"/>
                      <a:pt x="1" y="1"/>
                      <a:pt x="0" y="2"/>
                    </a:cubicBezTo>
                    <a:cubicBezTo>
                      <a:pt x="0" y="3"/>
                      <a:pt x="2" y="4"/>
                      <a:pt x="3" y="5"/>
                    </a:cubicBezTo>
                    <a:cubicBezTo>
                      <a:pt x="5" y="5"/>
                      <a:pt x="7" y="6"/>
                      <a:pt x="8" y="7"/>
                    </a:cubicBezTo>
                    <a:cubicBezTo>
                      <a:pt x="10" y="8"/>
                      <a:pt x="12" y="10"/>
                      <a:pt x="14" y="8"/>
                    </a:cubicBezTo>
                    <a:cubicBezTo>
                      <a:pt x="16" y="7"/>
                      <a:pt x="12" y="6"/>
                      <a:pt x="13" y="4"/>
                    </a:cubicBezTo>
                    <a:cubicBezTo>
                      <a:pt x="13" y="4"/>
                      <a:pt x="16" y="2"/>
                      <a:pt x="15" y="1"/>
                    </a:cubicBezTo>
                    <a:cubicBezTo>
                      <a:pt x="15" y="0"/>
                      <a:pt x="11" y="1"/>
                      <a:pt x="11" y="1"/>
                    </a:cubicBezTo>
                    <a:cubicBezTo>
                      <a:pt x="9" y="2"/>
                      <a:pt x="7" y="1"/>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0" name="Freeform 496">
                <a:extLst>
                  <a:ext uri="{FF2B5EF4-FFF2-40B4-BE49-F238E27FC236}">
                    <a16:creationId xmlns:a16="http://schemas.microsoft.com/office/drawing/2014/main" id="{06ACC18E-79FA-2A4E-A395-22265D2921A2}"/>
                  </a:ext>
                </a:extLst>
              </p:cNvPr>
              <p:cNvSpPr>
                <a:spLocks/>
              </p:cNvSpPr>
              <p:nvPr/>
            </p:nvSpPr>
            <p:spPr bwMode="auto">
              <a:xfrm>
                <a:off x="13161977" y="7284208"/>
                <a:ext cx="121018" cy="66896"/>
              </a:xfrm>
              <a:custGeom>
                <a:avLst/>
                <a:gdLst>
                  <a:gd name="T0" fmla="*/ 12 w 13"/>
                  <a:gd name="T1" fmla="*/ 1 h 7"/>
                  <a:gd name="T2" fmla="*/ 10 w 13"/>
                  <a:gd name="T3" fmla="*/ 2 h 7"/>
                  <a:gd name="T4" fmla="*/ 10 w 13"/>
                  <a:gd name="T5" fmla="*/ 5 h 7"/>
                  <a:gd name="T6" fmla="*/ 6 w 13"/>
                  <a:gd name="T7" fmla="*/ 6 h 7"/>
                  <a:gd name="T8" fmla="*/ 2 w 13"/>
                  <a:gd name="T9" fmla="*/ 6 h 7"/>
                  <a:gd name="T10" fmla="*/ 5 w 13"/>
                  <a:gd name="T11" fmla="*/ 3 h 7"/>
                  <a:gd name="T12" fmla="*/ 12 w 13"/>
                  <a:gd name="T13" fmla="*/ 1 h 7"/>
                  <a:gd name="T14" fmla="*/ 12 w 13"/>
                  <a:gd name="T15" fmla="*/ 1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7">
                    <a:moveTo>
                      <a:pt x="12" y="1"/>
                    </a:moveTo>
                    <a:cubicBezTo>
                      <a:pt x="12" y="1"/>
                      <a:pt x="10" y="2"/>
                      <a:pt x="10" y="2"/>
                    </a:cubicBezTo>
                    <a:cubicBezTo>
                      <a:pt x="9" y="3"/>
                      <a:pt x="10" y="5"/>
                      <a:pt x="10" y="5"/>
                    </a:cubicBezTo>
                    <a:cubicBezTo>
                      <a:pt x="9" y="5"/>
                      <a:pt x="7" y="5"/>
                      <a:pt x="6" y="6"/>
                    </a:cubicBezTo>
                    <a:cubicBezTo>
                      <a:pt x="4" y="7"/>
                      <a:pt x="3" y="7"/>
                      <a:pt x="2" y="6"/>
                    </a:cubicBezTo>
                    <a:cubicBezTo>
                      <a:pt x="0" y="4"/>
                      <a:pt x="4" y="3"/>
                      <a:pt x="5" y="3"/>
                    </a:cubicBezTo>
                    <a:cubicBezTo>
                      <a:pt x="7" y="3"/>
                      <a:pt x="10" y="2"/>
                      <a:pt x="12" y="1"/>
                    </a:cubicBezTo>
                    <a:cubicBezTo>
                      <a:pt x="13" y="0"/>
                      <a:pt x="11" y="2"/>
                      <a:pt x="1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1" name="Freeform 497">
                <a:extLst>
                  <a:ext uri="{FF2B5EF4-FFF2-40B4-BE49-F238E27FC236}">
                    <a16:creationId xmlns:a16="http://schemas.microsoft.com/office/drawing/2014/main" id="{16CBFE19-B184-2F41-AD79-1C7AF24CB299}"/>
                  </a:ext>
                </a:extLst>
              </p:cNvPr>
              <p:cNvSpPr>
                <a:spLocks/>
              </p:cNvSpPr>
              <p:nvPr/>
            </p:nvSpPr>
            <p:spPr bwMode="auto">
              <a:xfrm>
                <a:off x="12760705" y="7293764"/>
                <a:ext cx="140127" cy="38227"/>
              </a:xfrm>
              <a:custGeom>
                <a:avLst/>
                <a:gdLst>
                  <a:gd name="T0" fmla="*/ 8 w 15"/>
                  <a:gd name="T1" fmla="*/ 4 h 4"/>
                  <a:gd name="T2" fmla="*/ 1 w 15"/>
                  <a:gd name="T3" fmla="*/ 1 h 4"/>
                  <a:gd name="T4" fmla="*/ 7 w 15"/>
                  <a:gd name="T5" fmla="*/ 1 h 4"/>
                  <a:gd name="T6" fmla="*/ 15 w 15"/>
                  <a:gd name="T7" fmla="*/ 2 h 4"/>
                  <a:gd name="T8" fmla="*/ 13 w 15"/>
                  <a:gd name="T9" fmla="*/ 3 h 4"/>
                  <a:gd name="T10" fmla="*/ 8 w 15"/>
                  <a:gd name="T11" fmla="*/ 4 h 4"/>
                  <a:gd name="T12" fmla="*/ 8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8" y="4"/>
                    </a:moveTo>
                    <a:cubicBezTo>
                      <a:pt x="7" y="4"/>
                      <a:pt x="0" y="2"/>
                      <a:pt x="1" y="1"/>
                    </a:cubicBezTo>
                    <a:cubicBezTo>
                      <a:pt x="1" y="0"/>
                      <a:pt x="7" y="1"/>
                      <a:pt x="7" y="1"/>
                    </a:cubicBezTo>
                    <a:cubicBezTo>
                      <a:pt x="10" y="2"/>
                      <a:pt x="12" y="2"/>
                      <a:pt x="15" y="2"/>
                    </a:cubicBezTo>
                    <a:cubicBezTo>
                      <a:pt x="15" y="2"/>
                      <a:pt x="13" y="3"/>
                      <a:pt x="13" y="3"/>
                    </a:cubicBezTo>
                    <a:cubicBezTo>
                      <a:pt x="12" y="4"/>
                      <a:pt x="10" y="4"/>
                      <a:pt x="8" y="4"/>
                    </a:cubicBezTo>
                    <a:cubicBezTo>
                      <a:pt x="6" y="4"/>
                      <a:pt x="9" y="4"/>
                      <a:pt x="8"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2" name="Freeform 498">
                <a:extLst>
                  <a:ext uri="{FF2B5EF4-FFF2-40B4-BE49-F238E27FC236}">
                    <a16:creationId xmlns:a16="http://schemas.microsoft.com/office/drawing/2014/main" id="{8EF342B0-8A23-7F4C-B629-65F15011D2C9}"/>
                  </a:ext>
                </a:extLst>
              </p:cNvPr>
              <p:cNvSpPr>
                <a:spLocks/>
              </p:cNvSpPr>
              <p:nvPr/>
            </p:nvSpPr>
            <p:spPr bwMode="auto">
              <a:xfrm>
                <a:off x="12693826" y="5917609"/>
                <a:ext cx="66879" cy="66896"/>
              </a:xfrm>
              <a:custGeom>
                <a:avLst/>
                <a:gdLst>
                  <a:gd name="T0" fmla="*/ 1 w 7"/>
                  <a:gd name="T1" fmla="*/ 4 h 7"/>
                  <a:gd name="T2" fmla="*/ 1 w 7"/>
                  <a:gd name="T3" fmla="*/ 1 h 7"/>
                  <a:gd name="T4" fmla="*/ 7 w 7"/>
                  <a:gd name="T5" fmla="*/ 1 h 7"/>
                  <a:gd name="T6" fmla="*/ 1 w 7"/>
                  <a:gd name="T7" fmla="*/ 4 h 7"/>
                  <a:gd name="T8" fmla="*/ 1 w 7"/>
                  <a:gd name="T9" fmla="*/ 4 h 7"/>
                </a:gdLst>
                <a:ahLst/>
                <a:cxnLst>
                  <a:cxn ang="0">
                    <a:pos x="T0" y="T1"/>
                  </a:cxn>
                  <a:cxn ang="0">
                    <a:pos x="T2" y="T3"/>
                  </a:cxn>
                  <a:cxn ang="0">
                    <a:pos x="T4" y="T5"/>
                  </a:cxn>
                  <a:cxn ang="0">
                    <a:pos x="T6" y="T7"/>
                  </a:cxn>
                  <a:cxn ang="0">
                    <a:pos x="T8" y="T9"/>
                  </a:cxn>
                </a:cxnLst>
                <a:rect l="0" t="0" r="r" b="b"/>
                <a:pathLst>
                  <a:path w="7" h="7">
                    <a:moveTo>
                      <a:pt x="1" y="4"/>
                    </a:moveTo>
                    <a:cubicBezTo>
                      <a:pt x="1" y="3"/>
                      <a:pt x="0" y="1"/>
                      <a:pt x="1" y="1"/>
                    </a:cubicBezTo>
                    <a:cubicBezTo>
                      <a:pt x="2" y="1"/>
                      <a:pt x="7" y="0"/>
                      <a:pt x="7" y="1"/>
                    </a:cubicBezTo>
                    <a:cubicBezTo>
                      <a:pt x="7" y="2"/>
                      <a:pt x="2" y="6"/>
                      <a:pt x="1" y="4"/>
                    </a:cubicBezTo>
                    <a:cubicBezTo>
                      <a:pt x="1" y="1"/>
                      <a:pt x="2" y="7"/>
                      <a:pt x="1"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3" name="Freeform 499">
                <a:extLst>
                  <a:ext uri="{FF2B5EF4-FFF2-40B4-BE49-F238E27FC236}">
                    <a16:creationId xmlns:a16="http://schemas.microsoft.com/office/drawing/2014/main" id="{CDB4936F-2ED7-8D44-B4FF-BBFEE69B07C6}"/>
                  </a:ext>
                </a:extLst>
              </p:cNvPr>
              <p:cNvSpPr>
                <a:spLocks/>
              </p:cNvSpPr>
              <p:nvPr/>
            </p:nvSpPr>
            <p:spPr bwMode="auto">
              <a:xfrm>
                <a:off x="12703380" y="5892125"/>
                <a:ext cx="47770" cy="25484"/>
              </a:xfrm>
              <a:custGeom>
                <a:avLst/>
                <a:gdLst>
                  <a:gd name="T0" fmla="*/ 3 w 5"/>
                  <a:gd name="T1" fmla="*/ 2 h 3"/>
                  <a:gd name="T2" fmla="*/ 0 w 5"/>
                  <a:gd name="T3" fmla="*/ 1 h 3"/>
                  <a:gd name="T4" fmla="*/ 4 w 5"/>
                  <a:gd name="T5" fmla="*/ 1 h 3"/>
                  <a:gd name="T6" fmla="*/ 3 w 5"/>
                  <a:gd name="T7" fmla="*/ 2 h 3"/>
                  <a:gd name="T8" fmla="*/ 3 w 5"/>
                  <a:gd name="T9" fmla="*/ 2 h 3"/>
                </a:gdLst>
                <a:ahLst/>
                <a:cxnLst>
                  <a:cxn ang="0">
                    <a:pos x="T0" y="T1"/>
                  </a:cxn>
                  <a:cxn ang="0">
                    <a:pos x="T2" y="T3"/>
                  </a:cxn>
                  <a:cxn ang="0">
                    <a:pos x="T4" y="T5"/>
                  </a:cxn>
                  <a:cxn ang="0">
                    <a:pos x="T6" y="T7"/>
                  </a:cxn>
                  <a:cxn ang="0">
                    <a:pos x="T8" y="T9"/>
                  </a:cxn>
                </a:cxnLst>
                <a:rect l="0" t="0" r="r" b="b"/>
                <a:pathLst>
                  <a:path w="5" h="3">
                    <a:moveTo>
                      <a:pt x="3" y="2"/>
                    </a:moveTo>
                    <a:cubicBezTo>
                      <a:pt x="2" y="2"/>
                      <a:pt x="0" y="1"/>
                      <a:pt x="0" y="1"/>
                    </a:cubicBezTo>
                    <a:cubicBezTo>
                      <a:pt x="0" y="1"/>
                      <a:pt x="4" y="0"/>
                      <a:pt x="4" y="1"/>
                    </a:cubicBezTo>
                    <a:cubicBezTo>
                      <a:pt x="5" y="2"/>
                      <a:pt x="4" y="3"/>
                      <a:pt x="3" y="2"/>
                    </a:cubicBezTo>
                    <a:cubicBezTo>
                      <a:pt x="1" y="2"/>
                      <a:pt x="5" y="3"/>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4" name="Freeform 500">
                <a:extLst>
                  <a:ext uri="{FF2B5EF4-FFF2-40B4-BE49-F238E27FC236}">
                    <a16:creationId xmlns:a16="http://schemas.microsoft.com/office/drawing/2014/main" id="{721E916D-1A1B-0041-ACA6-E7F21B50FF6E}"/>
                  </a:ext>
                </a:extLst>
              </p:cNvPr>
              <p:cNvSpPr>
                <a:spLocks/>
              </p:cNvSpPr>
              <p:nvPr/>
            </p:nvSpPr>
            <p:spPr bwMode="auto">
              <a:xfrm>
                <a:off x="12509111" y="5955834"/>
                <a:ext cx="54139" cy="92380"/>
              </a:xfrm>
              <a:custGeom>
                <a:avLst/>
                <a:gdLst>
                  <a:gd name="T0" fmla="*/ 6 w 6"/>
                  <a:gd name="T1" fmla="*/ 2 h 10"/>
                  <a:gd name="T2" fmla="*/ 3 w 6"/>
                  <a:gd name="T3" fmla="*/ 9 h 10"/>
                  <a:gd name="T4" fmla="*/ 6 w 6"/>
                  <a:gd name="T5" fmla="*/ 2 h 10"/>
                  <a:gd name="T6" fmla="*/ 6 w 6"/>
                  <a:gd name="T7" fmla="*/ 2 h 10"/>
                </a:gdLst>
                <a:ahLst/>
                <a:cxnLst>
                  <a:cxn ang="0">
                    <a:pos x="T0" y="T1"/>
                  </a:cxn>
                  <a:cxn ang="0">
                    <a:pos x="T2" y="T3"/>
                  </a:cxn>
                  <a:cxn ang="0">
                    <a:pos x="T4" y="T5"/>
                  </a:cxn>
                  <a:cxn ang="0">
                    <a:pos x="T6" y="T7"/>
                  </a:cxn>
                </a:cxnLst>
                <a:rect l="0" t="0" r="r" b="b"/>
                <a:pathLst>
                  <a:path w="6" h="10">
                    <a:moveTo>
                      <a:pt x="6" y="2"/>
                    </a:moveTo>
                    <a:cubicBezTo>
                      <a:pt x="6" y="0"/>
                      <a:pt x="0" y="10"/>
                      <a:pt x="3" y="9"/>
                    </a:cubicBezTo>
                    <a:cubicBezTo>
                      <a:pt x="4" y="9"/>
                      <a:pt x="6" y="3"/>
                      <a:pt x="6" y="2"/>
                    </a:cubicBezTo>
                    <a:cubicBezTo>
                      <a:pt x="6" y="1"/>
                      <a:pt x="6" y="3"/>
                      <a:pt x="6"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5" name="Freeform 501">
                <a:extLst>
                  <a:ext uri="{FF2B5EF4-FFF2-40B4-BE49-F238E27FC236}">
                    <a16:creationId xmlns:a16="http://schemas.microsoft.com/office/drawing/2014/main" id="{3A1B3184-3EDB-DC42-8369-459EB83BE6B7}"/>
                  </a:ext>
                </a:extLst>
              </p:cNvPr>
              <p:cNvSpPr>
                <a:spLocks/>
              </p:cNvSpPr>
              <p:nvPr/>
            </p:nvSpPr>
            <p:spPr bwMode="auto">
              <a:xfrm>
                <a:off x="12591917" y="5796557"/>
                <a:ext cx="38217" cy="38227"/>
              </a:xfrm>
              <a:custGeom>
                <a:avLst/>
                <a:gdLst>
                  <a:gd name="T0" fmla="*/ 3 w 4"/>
                  <a:gd name="T1" fmla="*/ 3 h 4"/>
                  <a:gd name="T2" fmla="*/ 1 w 4"/>
                  <a:gd name="T3" fmla="*/ 1 h 4"/>
                  <a:gd name="T4" fmla="*/ 3 w 4"/>
                  <a:gd name="T5" fmla="*/ 0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3"/>
                      <a:pt x="0" y="2"/>
                      <a:pt x="1" y="1"/>
                    </a:cubicBezTo>
                    <a:cubicBezTo>
                      <a:pt x="2" y="1"/>
                      <a:pt x="3" y="0"/>
                      <a:pt x="3" y="0"/>
                    </a:cubicBezTo>
                    <a:cubicBezTo>
                      <a:pt x="4" y="0"/>
                      <a:pt x="4" y="2"/>
                      <a:pt x="3" y="3"/>
                    </a:cubicBezTo>
                    <a:cubicBezTo>
                      <a:pt x="2" y="4"/>
                      <a:pt x="4" y="2"/>
                      <a:pt x="3"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6" name="Freeform 502">
                <a:extLst>
                  <a:ext uri="{FF2B5EF4-FFF2-40B4-BE49-F238E27FC236}">
                    <a16:creationId xmlns:a16="http://schemas.microsoft.com/office/drawing/2014/main" id="{32A255C1-A45B-2944-99CA-6C0FF8509FE6}"/>
                  </a:ext>
                </a:extLst>
              </p:cNvPr>
              <p:cNvSpPr>
                <a:spLocks/>
              </p:cNvSpPr>
              <p:nvPr/>
            </p:nvSpPr>
            <p:spPr bwMode="auto">
              <a:xfrm>
                <a:off x="12219302" y="6086441"/>
                <a:ext cx="54139" cy="86010"/>
              </a:xfrm>
              <a:custGeom>
                <a:avLst/>
                <a:gdLst>
                  <a:gd name="T0" fmla="*/ 6 w 6"/>
                  <a:gd name="T1" fmla="*/ 2 h 9"/>
                  <a:gd name="T2" fmla="*/ 6 w 6"/>
                  <a:gd name="T3" fmla="*/ 4 h 9"/>
                  <a:gd name="T4" fmla="*/ 5 w 6"/>
                  <a:gd name="T5" fmla="*/ 9 h 9"/>
                  <a:gd name="T6" fmla="*/ 0 w 6"/>
                  <a:gd name="T7" fmla="*/ 3 h 9"/>
                  <a:gd name="T8" fmla="*/ 3 w 6"/>
                  <a:gd name="T9" fmla="*/ 3 h 9"/>
                  <a:gd name="T10" fmla="*/ 6 w 6"/>
                  <a:gd name="T11" fmla="*/ 2 h 9"/>
                  <a:gd name="T12" fmla="*/ 6 w 6"/>
                  <a:gd name="T13" fmla="*/ 2 h 9"/>
                </a:gdLst>
                <a:ahLst/>
                <a:cxnLst>
                  <a:cxn ang="0">
                    <a:pos x="T0" y="T1"/>
                  </a:cxn>
                  <a:cxn ang="0">
                    <a:pos x="T2" y="T3"/>
                  </a:cxn>
                  <a:cxn ang="0">
                    <a:pos x="T4" y="T5"/>
                  </a:cxn>
                  <a:cxn ang="0">
                    <a:pos x="T6" y="T7"/>
                  </a:cxn>
                  <a:cxn ang="0">
                    <a:pos x="T8" y="T9"/>
                  </a:cxn>
                  <a:cxn ang="0">
                    <a:pos x="T10" y="T11"/>
                  </a:cxn>
                  <a:cxn ang="0">
                    <a:pos x="T12" y="T13"/>
                  </a:cxn>
                </a:cxnLst>
                <a:rect l="0" t="0" r="r" b="b"/>
                <a:pathLst>
                  <a:path w="6" h="9">
                    <a:moveTo>
                      <a:pt x="6" y="2"/>
                    </a:moveTo>
                    <a:cubicBezTo>
                      <a:pt x="6" y="1"/>
                      <a:pt x="6" y="4"/>
                      <a:pt x="6" y="4"/>
                    </a:cubicBezTo>
                    <a:cubicBezTo>
                      <a:pt x="6" y="6"/>
                      <a:pt x="6" y="8"/>
                      <a:pt x="5" y="9"/>
                    </a:cubicBezTo>
                    <a:cubicBezTo>
                      <a:pt x="5" y="9"/>
                      <a:pt x="0" y="5"/>
                      <a:pt x="0" y="3"/>
                    </a:cubicBezTo>
                    <a:cubicBezTo>
                      <a:pt x="0" y="3"/>
                      <a:pt x="2" y="2"/>
                      <a:pt x="3" y="3"/>
                    </a:cubicBezTo>
                    <a:cubicBezTo>
                      <a:pt x="4" y="4"/>
                      <a:pt x="5" y="4"/>
                      <a:pt x="6" y="2"/>
                    </a:cubicBezTo>
                    <a:cubicBezTo>
                      <a:pt x="6" y="0"/>
                      <a:pt x="6" y="3"/>
                      <a:pt x="6"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7" name="Freeform 503">
                <a:extLst>
                  <a:ext uri="{FF2B5EF4-FFF2-40B4-BE49-F238E27FC236}">
                    <a16:creationId xmlns:a16="http://schemas.microsoft.com/office/drawing/2014/main" id="{E6F9CA63-A3FA-ED4D-BA57-76911F3436BF}"/>
                  </a:ext>
                </a:extLst>
              </p:cNvPr>
              <p:cNvSpPr>
                <a:spLocks/>
              </p:cNvSpPr>
              <p:nvPr/>
            </p:nvSpPr>
            <p:spPr bwMode="auto">
              <a:xfrm>
                <a:off x="12152426" y="6105555"/>
                <a:ext cx="76432" cy="76452"/>
              </a:xfrm>
              <a:custGeom>
                <a:avLst/>
                <a:gdLst>
                  <a:gd name="T0" fmla="*/ 6 w 8"/>
                  <a:gd name="T1" fmla="*/ 7 h 8"/>
                  <a:gd name="T2" fmla="*/ 1 w 8"/>
                  <a:gd name="T3" fmla="*/ 4 h 8"/>
                  <a:gd name="T4" fmla="*/ 6 w 8"/>
                  <a:gd name="T5" fmla="*/ 7 h 8"/>
                  <a:gd name="T6" fmla="*/ 6 w 8"/>
                  <a:gd name="T7" fmla="*/ 7 h 8"/>
                </a:gdLst>
                <a:ahLst/>
                <a:cxnLst>
                  <a:cxn ang="0">
                    <a:pos x="T0" y="T1"/>
                  </a:cxn>
                  <a:cxn ang="0">
                    <a:pos x="T2" y="T3"/>
                  </a:cxn>
                  <a:cxn ang="0">
                    <a:pos x="T4" y="T5"/>
                  </a:cxn>
                  <a:cxn ang="0">
                    <a:pos x="T6" y="T7"/>
                  </a:cxn>
                </a:cxnLst>
                <a:rect l="0" t="0" r="r" b="b"/>
                <a:pathLst>
                  <a:path w="8" h="8">
                    <a:moveTo>
                      <a:pt x="6" y="7"/>
                    </a:moveTo>
                    <a:cubicBezTo>
                      <a:pt x="5" y="8"/>
                      <a:pt x="0" y="5"/>
                      <a:pt x="1" y="4"/>
                    </a:cubicBezTo>
                    <a:cubicBezTo>
                      <a:pt x="3" y="0"/>
                      <a:pt x="8" y="5"/>
                      <a:pt x="6" y="7"/>
                    </a:cubicBezTo>
                    <a:cubicBezTo>
                      <a:pt x="5" y="8"/>
                      <a:pt x="7" y="6"/>
                      <a:pt x="6"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8" name="Freeform 504">
                <a:extLst>
                  <a:ext uri="{FF2B5EF4-FFF2-40B4-BE49-F238E27FC236}">
                    <a16:creationId xmlns:a16="http://schemas.microsoft.com/office/drawing/2014/main" id="{8558EAF6-262F-1A44-BEB5-D18B3849B18A}"/>
                  </a:ext>
                </a:extLst>
              </p:cNvPr>
              <p:cNvSpPr>
                <a:spLocks/>
              </p:cNvSpPr>
              <p:nvPr/>
            </p:nvSpPr>
            <p:spPr bwMode="auto">
              <a:xfrm>
                <a:off x="11818028" y="7070776"/>
                <a:ext cx="44586" cy="35042"/>
              </a:xfrm>
              <a:custGeom>
                <a:avLst/>
                <a:gdLst>
                  <a:gd name="T0" fmla="*/ 4 w 5"/>
                  <a:gd name="T1" fmla="*/ 2 h 4"/>
                  <a:gd name="T2" fmla="*/ 3 w 5"/>
                  <a:gd name="T3" fmla="*/ 3 h 4"/>
                  <a:gd name="T4" fmla="*/ 0 w 5"/>
                  <a:gd name="T5" fmla="*/ 2 h 4"/>
                  <a:gd name="T6" fmla="*/ 4 w 5"/>
                  <a:gd name="T7" fmla="*/ 0 h 4"/>
                  <a:gd name="T8" fmla="*/ 4 w 5"/>
                  <a:gd name="T9" fmla="*/ 2 h 4"/>
                  <a:gd name="T10" fmla="*/ 4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4" y="2"/>
                    </a:moveTo>
                    <a:cubicBezTo>
                      <a:pt x="5" y="1"/>
                      <a:pt x="4" y="4"/>
                      <a:pt x="3" y="3"/>
                    </a:cubicBezTo>
                    <a:cubicBezTo>
                      <a:pt x="3" y="3"/>
                      <a:pt x="0" y="2"/>
                      <a:pt x="0" y="2"/>
                    </a:cubicBezTo>
                    <a:cubicBezTo>
                      <a:pt x="0" y="2"/>
                      <a:pt x="3" y="0"/>
                      <a:pt x="4" y="0"/>
                    </a:cubicBezTo>
                    <a:cubicBezTo>
                      <a:pt x="4" y="0"/>
                      <a:pt x="3" y="2"/>
                      <a:pt x="4" y="2"/>
                    </a:cubicBezTo>
                    <a:cubicBezTo>
                      <a:pt x="5" y="1"/>
                      <a:pt x="3" y="2"/>
                      <a:pt x="4"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29" name="Freeform 505">
                <a:extLst>
                  <a:ext uri="{FF2B5EF4-FFF2-40B4-BE49-F238E27FC236}">
                    <a16:creationId xmlns:a16="http://schemas.microsoft.com/office/drawing/2014/main" id="{190742D1-4687-8942-815D-3F72FD85A000}"/>
                  </a:ext>
                </a:extLst>
              </p:cNvPr>
              <p:cNvSpPr>
                <a:spLocks/>
              </p:cNvSpPr>
              <p:nvPr/>
            </p:nvSpPr>
            <p:spPr bwMode="auto">
              <a:xfrm>
                <a:off x="11359426" y="5927165"/>
                <a:ext cx="57323" cy="57338"/>
              </a:xfrm>
              <a:custGeom>
                <a:avLst/>
                <a:gdLst>
                  <a:gd name="T0" fmla="*/ 5 w 6"/>
                  <a:gd name="T1" fmla="*/ 1 h 6"/>
                  <a:gd name="T2" fmla="*/ 4 w 6"/>
                  <a:gd name="T3" fmla="*/ 5 h 6"/>
                  <a:gd name="T4" fmla="*/ 1 w 6"/>
                  <a:gd name="T5" fmla="*/ 5 h 6"/>
                  <a:gd name="T6" fmla="*/ 5 w 6"/>
                  <a:gd name="T7" fmla="*/ 1 h 6"/>
                  <a:gd name="T8" fmla="*/ 5 w 6"/>
                  <a:gd name="T9" fmla="*/ 1 h 6"/>
                </a:gdLst>
                <a:ahLst/>
                <a:cxnLst>
                  <a:cxn ang="0">
                    <a:pos x="T0" y="T1"/>
                  </a:cxn>
                  <a:cxn ang="0">
                    <a:pos x="T2" y="T3"/>
                  </a:cxn>
                  <a:cxn ang="0">
                    <a:pos x="T4" y="T5"/>
                  </a:cxn>
                  <a:cxn ang="0">
                    <a:pos x="T6" y="T7"/>
                  </a:cxn>
                  <a:cxn ang="0">
                    <a:pos x="T8" y="T9"/>
                  </a:cxn>
                </a:cxnLst>
                <a:rect l="0" t="0" r="r" b="b"/>
                <a:pathLst>
                  <a:path w="6" h="6">
                    <a:moveTo>
                      <a:pt x="5" y="1"/>
                    </a:moveTo>
                    <a:cubicBezTo>
                      <a:pt x="6" y="2"/>
                      <a:pt x="4" y="3"/>
                      <a:pt x="4" y="5"/>
                    </a:cubicBezTo>
                    <a:cubicBezTo>
                      <a:pt x="3" y="6"/>
                      <a:pt x="2" y="6"/>
                      <a:pt x="1" y="5"/>
                    </a:cubicBezTo>
                    <a:cubicBezTo>
                      <a:pt x="0" y="4"/>
                      <a:pt x="5" y="0"/>
                      <a:pt x="5" y="1"/>
                    </a:cubicBezTo>
                    <a:cubicBezTo>
                      <a:pt x="6" y="2"/>
                      <a:pt x="5" y="0"/>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0" name="Freeform 506">
                <a:extLst>
                  <a:ext uri="{FF2B5EF4-FFF2-40B4-BE49-F238E27FC236}">
                    <a16:creationId xmlns:a16="http://schemas.microsoft.com/office/drawing/2014/main" id="{9E5DEF84-CF5F-2F44-B920-54ED554435BE}"/>
                  </a:ext>
                </a:extLst>
              </p:cNvPr>
              <p:cNvSpPr>
                <a:spLocks/>
              </p:cNvSpPr>
              <p:nvPr/>
            </p:nvSpPr>
            <p:spPr bwMode="auto">
              <a:xfrm>
                <a:off x="11388093" y="5994061"/>
                <a:ext cx="28662" cy="28669"/>
              </a:xfrm>
              <a:custGeom>
                <a:avLst/>
                <a:gdLst>
                  <a:gd name="T0" fmla="*/ 3 w 3"/>
                  <a:gd name="T1" fmla="*/ 1 h 3"/>
                  <a:gd name="T2" fmla="*/ 0 w 3"/>
                  <a:gd name="T3" fmla="*/ 2 h 3"/>
                  <a:gd name="T4" fmla="*/ 2 w 3"/>
                  <a:gd name="T5" fmla="*/ 3 h 3"/>
                  <a:gd name="T6" fmla="*/ 3 w 3"/>
                  <a:gd name="T7" fmla="*/ 1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1"/>
                      <a:pt x="0" y="1"/>
                      <a:pt x="0" y="2"/>
                    </a:cubicBezTo>
                    <a:cubicBezTo>
                      <a:pt x="0" y="3"/>
                      <a:pt x="2" y="3"/>
                      <a:pt x="2" y="3"/>
                    </a:cubicBezTo>
                    <a:cubicBezTo>
                      <a:pt x="3" y="3"/>
                      <a:pt x="3" y="0"/>
                      <a:pt x="3" y="1"/>
                    </a:cubicBezTo>
                    <a:cubicBezTo>
                      <a:pt x="2" y="1"/>
                      <a:pt x="3" y="1"/>
                      <a:pt x="3"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1" name="Freeform 507">
                <a:extLst>
                  <a:ext uri="{FF2B5EF4-FFF2-40B4-BE49-F238E27FC236}">
                    <a16:creationId xmlns:a16="http://schemas.microsoft.com/office/drawing/2014/main" id="{CCE2A7E2-2E3E-F545-8541-5DBD824BC99F}"/>
                  </a:ext>
                </a:extLst>
              </p:cNvPr>
              <p:cNvSpPr>
                <a:spLocks/>
              </p:cNvSpPr>
              <p:nvPr/>
            </p:nvSpPr>
            <p:spPr bwMode="auto">
              <a:xfrm>
                <a:off x="11416754" y="6022733"/>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2" name="Freeform 508">
                <a:extLst>
                  <a:ext uri="{FF2B5EF4-FFF2-40B4-BE49-F238E27FC236}">
                    <a16:creationId xmlns:a16="http://schemas.microsoft.com/office/drawing/2014/main" id="{037E67FE-C3A6-4D4F-A2BC-C1C6E4F9E8DC}"/>
                  </a:ext>
                </a:extLst>
              </p:cNvPr>
              <p:cNvSpPr>
                <a:spLocks/>
              </p:cNvSpPr>
              <p:nvPr/>
            </p:nvSpPr>
            <p:spPr bwMode="auto">
              <a:xfrm>
                <a:off x="11416754" y="6048217"/>
                <a:ext cx="9553" cy="19114"/>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cubicBezTo>
                      <a:pt x="1" y="2"/>
                      <a:pt x="1" y="0"/>
                      <a:pt x="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3" name="Freeform 509">
                <a:extLst>
                  <a:ext uri="{FF2B5EF4-FFF2-40B4-BE49-F238E27FC236}">
                    <a16:creationId xmlns:a16="http://schemas.microsoft.com/office/drawing/2014/main" id="{A13F11C7-3717-A741-B18B-607108B33771}"/>
                  </a:ext>
                </a:extLst>
              </p:cNvPr>
              <p:cNvSpPr>
                <a:spLocks/>
              </p:cNvSpPr>
              <p:nvPr/>
            </p:nvSpPr>
            <p:spPr bwMode="auto">
              <a:xfrm>
                <a:off x="11416754" y="6067328"/>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4" name="Freeform 510">
                <a:extLst>
                  <a:ext uri="{FF2B5EF4-FFF2-40B4-BE49-F238E27FC236}">
                    <a16:creationId xmlns:a16="http://schemas.microsoft.com/office/drawing/2014/main" id="{4684F5B4-3594-B043-9EDE-65BC400BFE63}"/>
                  </a:ext>
                </a:extLst>
              </p:cNvPr>
              <p:cNvSpPr>
                <a:spLocks/>
              </p:cNvSpPr>
              <p:nvPr/>
            </p:nvSpPr>
            <p:spPr bwMode="auto">
              <a:xfrm>
                <a:off x="11490002" y="6207491"/>
                <a:ext cx="9553" cy="19114"/>
              </a:xfrm>
              <a:custGeom>
                <a:avLst/>
                <a:gdLst>
                  <a:gd name="T0" fmla="*/ 0 w 1"/>
                  <a:gd name="T1" fmla="*/ 0 h 2"/>
                  <a:gd name="T2" fmla="*/ 0 w 1"/>
                  <a:gd name="T3" fmla="*/ 2 h 2"/>
                  <a:gd name="T4" fmla="*/ 0 w 1"/>
                  <a:gd name="T5" fmla="*/ 0 h 2"/>
                </a:gdLst>
                <a:ahLst/>
                <a:cxnLst>
                  <a:cxn ang="0">
                    <a:pos x="T0" y="T1"/>
                  </a:cxn>
                  <a:cxn ang="0">
                    <a:pos x="T2" y="T3"/>
                  </a:cxn>
                  <a:cxn ang="0">
                    <a:pos x="T4" y="T5"/>
                  </a:cxn>
                </a:cxnLst>
                <a:rect l="0" t="0" r="r" b="b"/>
                <a:pathLst>
                  <a:path w="1" h="2">
                    <a:moveTo>
                      <a:pt x="0" y="0"/>
                    </a:moveTo>
                    <a:cubicBezTo>
                      <a:pt x="0" y="1"/>
                      <a:pt x="0" y="2"/>
                      <a:pt x="0" y="2"/>
                    </a:cubicBezTo>
                    <a:cubicBezTo>
                      <a:pt x="0" y="2"/>
                      <a:pt x="1" y="0"/>
                      <a:pt x="0"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5" name="Freeform 511">
                <a:extLst>
                  <a:ext uri="{FF2B5EF4-FFF2-40B4-BE49-F238E27FC236}">
                    <a16:creationId xmlns:a16="http://schemas.microsoft.com/office/drawing/2014/main" id="{DDC45861-89CA-524B-B8C8-B7DB8E2BFEEE}"/>
                  </a:ext>
                </a:extLst>
              </p:cNvPr>
              <p:cNvSpPr>
                <a:spLocks/>
              </p:cNvSpPr>
              <p:nvPr/>
            </p:nvSpPr>
            <p:spPr bwMode="auto">
              <a:xfrm>
                <a:off x="11630131" y="5787002"/>
                <a:ext cx="19109" cy="38227"/>
              </a:xfrm>
              <a:custGeom>
                <a:avLst/>
                <a:gdLst>
                  <a:gd name="T0" fmla="*/ 1 w 2"/>
                  <a:gd name="T1" fmla="*/ 4 h 4"/>
                  <a:gd name="T2" fmla="*/ 2 w 2"/>
                  <a:gd name="T3" fmla="*/ 1 h 4"/>
                  <a:gd name="T4" fmla="*/ 1 w 2"/>
                  <a:gd name="T5" fmla="*/ 4 h 4"/>
                  <a:gd name="T6" fmla="*/ 1 w 2"/>
                  <a:gd name="T7" fmla="*/ 4 h 4"/>
                </a:gdLst>
                <a:ahLst/>
                <a:cxnLst>
                  <a:cxn ang="0">
                    <a:pos x="T0" y="T1"/>
                  </a:cxn>
                  <a:cxn ang="0">
                    <a:pos x="T2" y="T3"/>
                  </a:cxn>
                  <a:cxn ang="0">
                    <a:pos x="T4" y="T5"/>
                  </a:cxn>
                  <a:cxn ang="0">
                    <a:pos x="T6" y="T7"/>
                  </a:cxn>
                </a:cxnLst>
                <a:rect l="0" t="0" r="r" b="b"/>
                <a:pathLst>
                  <a:path w="2" h="4">
                    <a:moveTo>
                      <a:pt x="1" y="4"/>
                    </a:moveTo>
                    <a:cubicBezTo>
                      <a:pt x="0" y="3"/>
                      <a:pt x="0" y="1"/>
                      <a:pt x="2" y="1"/>
                    </a:cubicBezTo>
                    <a:cubicBezTo>
                      <a:pt x="2" y="0"/>
                      <a:pt x="2" y="4"/>
                      <a:pt x="1" y="4"/>
                    </a:cubicBezTo>
                    <a:cubicBezTo>
                      <a:pt x="0" y="3"/>
                      <a:pt x="1" y="4"/>
                      <a:pt x="1"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6" name="Freeform 512">
                <a:extLst>
                  <a:ext uri="{FF2B5EF4-FFF2-40B4-BE49-F238E27FC236}">
                    <a16:creationId xmlns:a16="http://schemas.microsoft.com/office/drawing/2014/main" id="{42663440-7291-814B-8B23-1FA04F34C16B}"/>
                  </a:ext>
                </a:extLst>
              </p:cNvPr>
              <p:cNvSpPr>
                <a:spLocks/>
              </p:cNvSpPr>
              <p:nvPr/>
            </p:nvSpPr>
            <p:spPr bwMode="auto">
              <a:xfrm>
                <a:off x="8260699" y="11747159"/>
                <a:ext cx="111465" cy="57338"/>
              </a:xfrm>
              <a:custGeom>
                <a:avLst/>
                <a:gdLst>
                  <a:gd name="T0" fmla="*/ 10 w 12"/>
                  <a:gd name="T1" fmla="*/ 3 h 6"/>
                  <a:gd name="T2" fmla="*/ 8 w 12"/>
                  <a:gd name="T3" fmla="*/ 2 h 6"/>
                  <a:gd name="T4" fmla="*/ 5 w 12"/>
                  <a:gd name="T5" fmla="*/ 2 h 6"/>
                  <a:gd name="T6" fmla="*/ 3 w 12"/>
                  <a:gd name="T7" fmla="*/ 1 h 6"/>
                  <a:gd name="T8" fmla="*/ 0 w 12"/>
                  <a:gd name="T9" fmla="*/ 3 h 6"/>
                  <a:gd name="T10" fmla="*/ 2 w 12"/>
                  <a:gd name="T11" fmla="*/ 5 h 6"/>
                  <a:gd name="T12" fmla="*/ 6 w 12"/>
                  <a:gd name="T13" fmla="*/ 5 h 6"/>
                  <a:gd name="T14" fmla="*/ 11 w 12"/>
                  <a:gd name="T15" fmla="*/ 3 h 6"/>
                  <a:gd name="T16" fmla="*/ 10 w 12"/>
                  <a:gd name="T17" fmla="*/ 3 h 6"/>
                  <a:gd name="T18" fmla="*/ 10 w 12"/>
                  <a:gd name="T19"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10" y="3"/>
                    </a:moveTo>
                    <a:cubicBezTo>
                      <a:pt x="9" y="3"/>
                      <a:pt x="9" y="2"/>
                      <a:pt x="8" y="2"/>
                    </a:cubicBezTo>
                    <a:cubicBezTo>
                      <a:pt x="7" y="2"/>
                      <a:pt x="6" y="2"/>
                      <a:pt x="5" y="2"/>
                    </a:cubicBezTo>
                    <a:cubicBezTo>
                      <a:pt x="4" y="2"/>
                      <a:pt x="4" y="0"/>
                      <a:pt x="3" y="1"/>
                    </a:cubicBezTo>
                    <a:cubicBezTo>
                      <a:pt x="3" y="1"/>
                      <a:pt x="0" y="3"/>
                      <a:pt x="0" y="3"/>
                    </a:cubicBezTo>
                    <a:cubicBezTo>
                      <a:pt x="0" y="3"/>
                      <a:pt x="2" y="5"/>
                      <a:pt x="2" y="5"/>
                    </a:cubicBezTo>
                    <a:cubicBezTo>
                      <a:pt x="3" y="6"/>
                      <a:pt x="5" y="5"/>
                      <a:pt x="6" y="5"/>
                    </a:cubicBezTo>
                    <a:cubicBezTo>
                      <a:pt x="7" y="5"/>
                      <a:pt x="11" y="4"/>
                      <a:pt x="11" y="3"/>
                    </a:cubicBezTo>
                    <a:cubicBezTo>
                      <a:pt x="10" y="3"/>
                      <a:pt x="10" y="3"/>
                      <a:pt x="10" y="3"/>
                    </a:cubicBezTo>
                    <a:cubicBezTo>
                      <a:pt x="9" y="3"/>
                      <a:pt x="12" y="2"/>
                      <a:pt x="10"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7" name="Freeform 513">
                <a:extLst>
                  <a:ext uri="{FF2B5EF4-FFF2-40B4-BE49-F238E27FC236}">
                    <a16:creationId xmlns:a16="http://schemas.microsoft.com/office/drawing/2014/main" id="{EF075AF4-2096-6A46-AEF1-E9DE87E88CFD}"/>
                  </a:ext>
                </a:extLst>
              </p:cNvPr>
              <p:cNvSpPr>
                <a:spLocks/>
              </p:cNvSpPr>
              <p:nvPr/>
            </p:nvSpPr>
            <p:spPr bwMode="auto">
              <a:xfrm>
                <a:off x="8251144" y="11804497"/>
                <a:ext cx="82803" cy="57338"/>
              </a:xfrm>
              <a:custGeom>
                <a:avLst/>
                <a:gdLst>
                  <a:gd name="T0" fmla="*/ 7 w 9"/>
                  <a:gd name="T1" fmla="*/ 3 h 6"/>
                  <a:gd name="T2" fmla="*/ 0 w 9"/>
                  <a:gd name="T3" fmla="*/ 1 h 6"/>
                  <a:gd name="T4" fmla="*/ 2 w 9"/>
                  <a:gd name="T5" fmla="*/ 2 h 6"/>
                  <a:gd name="T6" fmla="*/ 1 w 9"/>
                  <a:gd name="T7" fmla="*/ 5 h 6"/>
                  <a:gd name="T8" fmla="*/ 3 w 9"/>
                  <a:gd name="T9" fmla="*/ 5 h 6"/>
                  <a:gd name="T10" fmla="*/ 4 w 9"/>
                  <a:gd name="T11" fmla="*/ 5 h 6"/>
                  <a:gd name="T12" fmla="*/ 7 w 9"/>
                  <a:gd name="T13" fmla="*/ 3 h 6"/>
                  <a:gd name="T14" fmla="*/ 7 w 9"/>
                  <a:gd name="T15" fmla="*/ 3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7" y="3"/>
                    </a:moveTo>
                    <a:cubicBezTo>
                      <a:pt x="7" y="2"/>
                      <a:pt x="0" y="0"/>
                      <a:pt x="0" y="1"/>
                    </a:cubicBezTo>
                    <a:cubicBezTo>
                      <a:pt x="0" y="1"/>
                      <a:pt x="2" y="2"/>
                      <a:pt x="2" y="2"/>
                    </a:cubicBezTo>
                    <a:cubicBezTo>
                      <a:pt x="3" y="3"/>
                      <a:pt x="1" y="4"/>
                      <a:pt x="1" y="5"/>
                    </a:cubicBezTo>
                    <a:cubicBezTo>
                      <a:pt x="1" y="6"/>
                      <a:pt x="3" y="5"/>
                      <a:pt x="3" y="5"/>
                    </a:cubicBezTo>
                    <a:cubicBezTo>
                      <a:pt x="4" y="4"/>
                      <a:pt x="3" y="5"/>
                      <a:pt x="4" y="5"/>
                    </a:cubicBezTo>
                    <a:cubicBezTo>
                      <a:pt x="5" y="6"/>
                      <a:pt x="9" y="4"/>
                      <a:pt x="7" y="3"/>
                    </a:cubicBezTo>
                    <a:cubicBezTo>
                      <a:pt x="6" y="2"/>
                      <a:pt x="8" y="3"/>
                      <a:pt x="7"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8" name="Freeform 514">
                <a:extLst>
                  <a:ext uri="{FF2B5EF4-FFF2-40B4-BE49-F238E27FC236}">
                    <a16:creationId xmlns:a16="http://schemas.microsoft.com/office/drawing/2014/main" id="{53127A63-B06F-5C4D-9544-E3038367C52F}"/>
                  </a:ext>
                </a:extLst>
              </p:cNvPr>
              <p:cNvSpPr>
                <a:spLocks/>
              </p:cNvSpPr>
              <p:nvPr/>
            </p:nvSpPr>
            <p:spPr bwMode="auto">
              <a:xfrm>
                <a:off x="8241593" y="11731231"/>
                <a:ext cx="73248" cy="44598"/>
              </a:xfrm>
              <a:custGeom>
                <a:avLst/>
                <a:gdLst>
                  <a:gd name="T0" fmla="*/ 6 w 8"/>
                  <a:gd name="T1" fmla="*/ 0 h 5"/>
                  <a:gd name="T2" fmla="*/ 3 w 8"/>
                  <a:gd name="T3" fmla="*/ 1 h 5"/>
                  <a:gd name="T4" fmla="*/ 0 w 8"/>
                  <a:gd name="T5" fmla="*/ 1 h 5"/>
                  <a:gd name="T6" fmla="*/ 0 w 8"/>
                  <a:gd name="T7" fmla="*/ 3 h 5"/>
                  <a:gd name="T8" fmla="*/ 5 w 8"/>
                  <a:gd name="T9" fmla="*/ 2 h 5"/>
                  <a:gd name="T10" fmla="*/ 6 w 8"/>
                  <a:gd name="T11" fmla="*/ 0 h 5"/>
                  <a:gd name="T12" fmla="*/ 6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6" y="0"/>
                    </a:moveTo>
                    <a:cubicBezTo>
                      <a:pt x="5" y="0"/>
                      <a:pt x="4" y="1"/>
                      <a:pt x="3" y="1"/>
                    </a:cubicBezTo>
                    <a:cubicBezTo>
                      <a:pt x="2" y="0"/>
                      <a:pt x="0" y="1"/>
                      <a:pt x="0" y="1"/>
                    </a:cubicBezTo>
                    <a:cubicBezTo>
                      <a:pt x="1" y="0"/>
                      <a:pt x="0" y="4"/>
                      <a:pt x="0" y="3"/>
                    </a:cubicBezTo>
                    <a:cubicBezTo>
                      <a:pt x="1" y="5"/>
                      <a:pt x="4" y="3"/>
                      <a:pt x="5" y="2"/>
                    </a:cubicBezTo>
                    <a:cubicBezTo>
                      <a:pt x="6" y="2"/>
                      <a:pt x="8" y="0"/>
                      <a:pt x="6" y="0"/>
                    </a:cubicBezTo>
                    <a:cubicBezTo>
                      <a:pt x="5" y="0"/>
                      <a:pt x="8" y="0"/>
                      <a:pt x="6"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39" name="Freeform 515">
                <a:extLst>
                  <a:ext uri="{FF2B5EF4-FFF2-40B4-BE49-F238E27FC236}">
                    <a16:creationId xmlns:a16="http://schemas.microsoft.com/office/drawing/2014/main" id="{F71C9817-9DF5-CC4F-ADFA-1FC62BE9B17E}"/>
                  </a:ext>
                </a:extLst>
              </p:cNvPr>
              <p:cNvSpPr>
                <a:spLocks/>
              </p:cNvSpPr>
              <p:nvPr/>
            </p:nvSpPr>
            <p:spPr bwMode="auto">
              <a:xfrm>
                <a:off x="8203376" y="11766272"/>
                <a:ext cx="76432" cy="47785"/>
              </a:xfrm>
              <a:custGeom>
                <a:avLst/>
                <a:gdLst>
                  <a:gd name="T0" fmla="*/ 7 w 8"/>
                  <a:gd name="T1" fmla="*/ 4 h 5"/>
                  <a:gd name="T2" fmla="*/ 1 w 8"/>
                  <a:gd name="T3" fmla="*/ 1 h 5"/>
                  <a:gd name="T4" fmla="*/ 7 w 8"/>
                  <a:gd name="T5" fmla="*/ 4 h 5"/>
                </a:gdLst>
                <a:ahLst/>
                <a:cxnLst>
                  <a:cxn ang="0">
                    <a:pos x="T0" y="T1"/>
                  </a:cxn>
                  <a:cxn ang="0">
                    <a:pos x="T2" y="T3"/>
                  </a:cxn>
                  <a:cxn ang="0">
                    <a:pos x="T4" y="T5"/>
                  </a:cxn>
                </a:cxnLst>
                <a:rect l="0" t="0" r="r" b="b"/>
                <a:pathLst>
                  <a:path w="8" h="5">
                    <a:moveTo>
                      <a:pt x="7" y="4"/>
                    </a:moveTo>
                    <a:cubicBezTo>
                      <a:pt x="6" y="3"/>
                      <a:pt x="0" y="0"/>
                      <a:pt x="1" y="1"/>
                    </a:cubicBezTo>
                    <a:cubicBezTo>
                      <a:pt x="2" y="2"/>
                      <a:pt x="8" y="5"/>
                      <a:pt x="7"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0" name="Freeform 516">
                <a:extLst>
                  <a:ext uri="{FF2B5EF4-FFF2-40B4-BE49-F238E27FC236}">
                    <a16:creationId xmlns:a16="http://schemas.microsoft.com/office/drawing/2014/main" id="{AC390FFD-2A02-0E47-AEAA-7EAE2DC50836}"/>
                  </a:ext>
                </a:extLst>
              </p:cNvPr>
              <p:cNvSpPr>
                <a:spLocks/>
              </p:cNvSpPr>
              <p:nvPr/>
            </p:nvSpPr>
            <p:spPr bwMode="auto">
              <a:xfrm>
                <a:off x="8184267" y="11702559"/>
                <a:ext cx="28662" cy="28669"/>
              </a:xfrm>
              <a:custGeom>
                <a:avLst/>
                <a:gdLst>
                  <a:gd name="T0" fmla="*/ 2 w 3"/>
                  <a:gd name="T1" fmla="*/ 2 h 3"/>
                  <a:gd name="T2" fmla="*/ 0 w 3"/>
                  <a:gd name="T3" fmla="*/ 1 h 3"/>
                  <a:gd name="T4" fmla="*/ 2 w 3"/>
                  <a:gd name="T5" fmla="*/ 2 h 3"/>
                  <a:gd name="T6" fmla="*/ 2 w 3"/>
                  <a:gd name="T7" fmla="*/ 2 h 3"/>
                </a:gdLst>
                <a:ahLst/>
                <a:cxnLst>
                  <a:cxn ang="0">
                    <a:pos x="T0" y="T1"/>
                  </a:cxn>
                  <a:cxn ang="0">
                    <a:pos x="T2" y="T3"/>
                  </a:cxn>
                  <a:cxn ang="0">
                    <a:pos x="T4" y="T5"/>
                  </a:cxn>
                  <a:cxn ang="0">
                    <a:pos x="T6" y="T7"/>
                  </a:cxn>
                </a:cxnLst>
                <a:rect l="0" t="0" r="r" b="b"/>
                <a:pathLst>
                  <a:path w="3" h="3">
                    <a:moveTo>
                      <a:pt x="2" y="2"/>
                    </a:moveTo>
                    <a:cubicBezTo>
                      <a:pt x="2" y="3"/>
                      <a:pt x="1" y="2"/>
                      <a:pt x="0" y="1"/>
                    </a:cubicBezTo>
                    <a:cubicBezTo>
                      <a:pt x="0" y="0"/>
                      <a:pt x="3" y="0"/>
                      <a:pt x="2" y="2"/>
                    </a:cubicBezTo>
                    <a:cubicBezTo>
                      <a:pt x="2" y="3"/>
                      <a:pt x="2" y="1"/>
                      <a:pt x="2"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1" name="Freeform 517">
                <a:extLst>
                  <a:ext uri="{FF2B5EF4-FFF2-40B4-BE49-F238E27FC236}">
                    <a16:creationId xmlns:a16="http://schemas.microsoft.com/office/drawing/2014/main" id="{751F4134-8377-0B4A-8EE0-5D9E5AEFBB5F}"/>
                  </a:ext>
                </a:extLst>
              </p:cNvPr>
              <p:cNvSpPr>
                <a:spLocks/>
              </p:cNvSpPr>
              <p:nvPr/>
            </p:nvSpPr>
            <p:spPr bwMode="auto">
              <a:xfrm>
                <a:off x="8184267" y="11626107"/>
                <a:ext cx="66879" cy="66896"/>
              </a:xfrm>
              <a:custGeom>
                <a:avLst/>
                <a:gdLst>
                  <a:gd name="T0" fmla="*/ 5 w 7"/>
                  <a:gd name="T1" fmla="*/ 2 h 7"/>
                  <a:gd name="T2" fmla="*/ 4 w 7"/>
                  <a:gd name="T3" fmla="*/ 0 h 7"/>
                  <a:gd name="T4" fmla="*/ 2 w 7"/>
                  <a:gd name="T5" fmla="*/ 1 h 7"/>
                  <a:gd name="T6" fmla="*/ 0 w 7"/>
                  <a:gd name="T7" fmla="*/ 1 h 7"/>
                  <a:gd name="T8" fmla="*/ 2 w 7"/>
                  <a:gd name="T9" fmla="*/ 4 h 7"/>
                  <a:gd name="T10" fmla="*/ 0 w 7"/>
                  <a:gd name="T11" fmla="*/ 6 h 7"/>
                  <a:gd name="T12" fmla="*/ 3 w 7"/>
                  <a:gd name="T13" fmla="*/ 5 h 7"/>
                  <a:gd name="T14" fmla="*/ 4 w 7"/>
                  <a:gd name="T15" fmla="*/ 2 h 7"/>
                  <a:gd name="T16" fmla="*/ 4 w 7"/>
                  <a:gd name="T17" fmla="*/ 4 h 7"/>
                  <a:gd name="T18" fmla="*/ 6 w 7"/>
                  <a:gd name="T19" fmla="*/ 2 h 7"/>
                  <a:gd name="T20" fmla="*/ 5 w 7"/>
                  <a:gd name="T21" fmla="*/ 2 h 7"/>
                  <a:gd name="T22" fmla="*/ 5 w 7"/>
                  <a:gd name="T23"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 h="7">
                    <a:moveTo>
                      <a:pt x="5" y="2"/>
                    </a:moveTo>
                    <a:cubicBezTo>
                      <a:pt x="5" y="1"/>
                      <a:pt x="4" y="1"/>
                      <a:pt x="4" y="0"/>
                    </a:cubicBezTo>
                    <a:cubicBezTo>
                      <a:pt x="3" y="0"/>
                      <a:pt x="1" y="0"/>
                      <a:pt x="2" y="1"/>
                    </a:cubicBezTo>
                    <a:cubicBezTo>
                      <a:pt x="4" y="3"/>
                      <a:pt x="1" y="2"/>
                      <a:pt x="0" y="1"/>
                    </a:cubicBezTo>
                    <a:cubicBezTo>
                      <a:pt x="1" y="3"/>
                      <a:pt x="2" y="3"/>
                      <a:pt x="2" y="4"/>
                    </a:cubicBezTo>
                    <a:cubicBezTo>
                      <a:pt x="3" y="6"/>
                      <a:pt x="1" y="5"/>
                      <a:pt x="0" y="6"/>
                    </a:cubicBezTo>
                    <a:cubicBezTo>
                      <a:pt x="0" y="7"/>
                      <a:pt x="4" y="6"/>
                      <a:pt x="3" y="5"/>
                    </a:cubicBezTo>
                    <a:cubicBezTo>
                      <a:pt x="3" y="5"/>
                      <a:pt x="4" y="3"/>
                      <a:pt x="4" y="2"/>
                    </a:cubicBezTo>
                    <a:cubicBezTo>
                      <a:pt x="4" y="2"/>
                      <a:pt x="4" y="3"/>
                      <a:pt x="4" y="4"/>
                    </a:cubicBezTo>
                    <a:cubicBezTo>
                      <a:pt x="4" y="3"/>
                      <a:pt x="6" y="2"/>
                      <a:pt x="6" y="2"/>
                    </a:cubicBezTo>
                    <a:cubicBezTo>
                      <a:pt x="6" y="2"/>
                      <a:pt x="6" y="2"/>
                      <a:pt x="5" y="2"/>
                    </a:cubicBezTo>
                    <a:cubicBezTo>
                      <a:pt x="5" y="1"/>
                      <a:pt x="7" y="2"/>
                      <a:pt x="5"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2" name="Freeform 518">
                <a:extLst>
                  <a:ext uri="{FF2B5EF4-FFF2-40B4-BE49-F238E27FC236}">
                    <a16:creationId xmlns:a16="http://schemas.microsoft.com/office/drawing/2014/main" id="{A51E2180-E88F-0F40-B5E0-492658E069C3}"/>
                  </a:ext>
                </a:extLst>
              </p:cNvPr>
              <p:cNvSpPr>
                <a:spLocks/>
              </p:cNvSpPr>
              <p:nvPr/>
            </p:nvSpPr>
            <p:spPr bwMode="auto">
              <a:xfrm>
                <a:off x="8174712" y="11505057"/>
                <a:ext cx="47770" cy="101936"/>
              </a:xfrm>
              <a:custGeom>
                <a:avLst/>
                <a:gdLst>
                  <a:gd name="T0" fmla="*/ 5 w 5"/>
                  <a:gd name="T1" fmla="*/ 7 h 11"/>
                  <a:gd name="T2" fmla="*/ 2 w 5"/>
                  <a:gd name="T3" fmla="*/ 2 h 11"/>
                  <a:gd name="T4" fmla="*/ 1 w 5"/>
                  <a:gd name="T5" fmla="*/ 6 h 11"/>
                  <a:gd name="T6" fmla="*/ 0 w 5"/>
                  <a:gd name="T7" fmla="*/ 9 h 11"/>
                  <a:gd name="T8" fmla="*/ 2 w 5"/>
                  <a:gd name="T9" fmla="*/ 7 h 11"/>
                  <a:gd name="T10" fmla="*/ 5 w 5"/>
                  <a:gd name="T11" fmla="*/ 7 h 11"/>
                  <a:gd name="T12" fmla="*/ 5 w 5"/>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5" h="11">
                    <a:moveTo>
                      <a:pt x="5" y="7"/>
                    </a:moveTo>
                    <a:cubicBezTo>
                      <a:pt x="5" y="6"/>
                      <a:pt x="4" y="0"/>
                      <a:pt x="2" y="2"/>
                    </a:cubicBezTo>
                    <a:cubicBezTo>
                      <a:pt x="2" y="3"/>
                      <a:pt x="3" y="6"/>
                      <a:pt x="1" y="6"/>
                    </a:cubicBezTo>
                    <a:cubicBezTo>
                      <a:pt x="0" y="6"/>
                      <a:pt x="0" y="7"/>
                      <a:pt x="0" y="9"/>
                    </a:cubicBezTo>
                    <a:cubicBezTo>
                      <a:pt x="1" y="9"/>
                      <a:pt x="2" y="7"/>
                      <a:pt x="2" y="7"/>
                    </a:cubicBezTo>
                    <a:cubicBezTo>
                      <a:pt x="1" y="7"/>
                      <a:pt x="5" y="11"/>
                      <a:pt x="5" y="7"/>
                    </a:cubicBezTo>
                    <a:cubicBezTo>
                      <a:pt x="5" y="6"/>
                      <a:pt x="5" y="8"/>
                      <a:pt x="5"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3" name="Freeform 519">
                <a:extLst>
                  <a:ext uri="{FF2B5EF4-FFF2-40B4-BE49-F238E27FC236}">
                    <a16:creationId xmlns:a16="http://schemas.microsoft.com/office/drawing/2014/main" id="{B7048D03-B7A7-CE42-9D45-D8665DF3C142}"/>
                  </a:ext>
                </a:extLst>
              </p:cNvPr>
              <p:cNvSpPr>
                <a:spLocks/>
              </p:cNvSpPr>
              <p:nvPr/>
            </p:nvSpPr>
            <p:spPr bwMode="auto">
              <a:xfrm>
                <a:off x="8165159" y="11587880"/>
                <a:ext cx="28662" cy="57338"/>
              </a:xfrm>
              <a:custGeom>
                <a:avLst/>
                <a:gdLst>
                  <a:gd name="T0" fmla="*/ 3 w 3"/>
                  <a:gd name="T1" fmla="*/ 2 h 6"/>
                  <a:gd name="T2" fmla="*/ 1 w 3"/>
                  <a:gd name="T3" fmla="*/ 6 h 6"/>
                  <a:gd name="T4" fmla="*/ 3 w 3"/>
                  <a:gd name="T5" fmla="*/ 2 h 6"/>
                  <a:gd name="T6" fmla="*/ 3 w 3"/>
                  <a:gd name="T7" fmla="*/ 2 h 6"/>
                </a:gdLst>
                <a:ahLst/>
                <a:cxnLst>
                  <a:cxn ang="0">
                    <a:pos x="T0" y="T1"/>
                  </a:cxn>
                  <a:cxn ang="0">
                    <a:pos x="T2" y="T3"/>
                  </a:cxn>
                  <a:cxn ang="0">
                    <a:pos x="T4" y="T5"/>
                  </a:cxn>
                  <a:cxn ang="0">
                    <a:pos x="T6" y="T7"/>
                  </a:cxn>
                </a:cxnLst>
                <a:rect l="0" t="0" r="r" b="b"/>
                <a:pathLst>
                  <a:path w="3" h="6">
                    <a:moveTo>
                      <a:pt x="3" y="2"/>
                    </a:moveTo>
                    <a:cubicBezTo>
                      <a:pt x="2" y="0"/>
                      <a:pt x="0" y="5"/>
                      <a:pt x="1" y="6"/>
                    </a:cubicBezTo>
                    <a:cubicBezTo>
                      <a:pt x="0" y="5"/>
                      <a:pt x="3" y="3"/>
                      <a:pt x="3" y="2"/>
                    </a:cubicBezTo>
                    <a:cubicBezTo>
                      <a:pt x="2" y="1"/>
                      <a:pt x="3" y="2"/>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4" name="Freeform 520">
                <a:extLst>
                  <a:ext uri="{FF2B5EF4-FFF2-40B4-BE49-F238E27FC236}">
                    <a16:creationId xmlns:a16="http://schemas.microsoft.com/office/drawing/2014/main" id="{12424FBE-2D2F-7349-8F5C-E45D23C58446}"/>
                  </a:ext>
                </a:extLst>
              </p:cNvPr>
              <p:cNvSpPr>
                <a:spLocks/>
              </p:cNvSpPr>
              <p:nvPr/>
            </p:nvSpPr>
            <p:spPr bwMode="auto">
              <a:xfrm>
                <a:off x="8165159" y="11466830"/>
                <a:ext cx="47770" cy="66896"/>
              </a:xfrm>
              <a:custGeom>
                <a:avLst/>
                <a:gdLst>
                  <a:gd name="T0" fmla="*/ 4 w 5"/>
                  <a:gd name="T1" fmla="*/ 2 h 7"/>
                  <a:gd name="T2" fmla="*/ 3 w 5"/>
                  <a:gd name="T3" fmla="*/ 0 h 7"/>
                  <a:gd name="T4" fmla="*/ 2 w 5"/>
                  <a:gd name="T5" fmla="*/ 3 h 7"/>
                  <a:gd name="T6" fmla="*/ 1 w 5"/>
                  <a:gd name="T7" fmla="*/ 2 h 7"/>
                  <a:gd name="T8" fmla="*/ 0 w 5"/>
                  <a:gd name="T9" fmla="*/ 5 h 7"/>
                  <a:gd name="T10" fmla="*/ 2 w 5"/>
                  <a:gd name="T11" fmla="*/ 7 h 7"/>
                  <a:gd name="T12" fmla="*/ 5 w 5"/>
                  <a:gd name="T13" fmla="*/ 5 h 7"/>
                  <a:gd name="T14" fmla="*/ 4 w 5"/>
                  <a:gd name="T15" fmla="*/ 2 h 7"/>
                  <a:gd name="T16" fmla="*/ 4 w 5"/>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7">
                    <a:moveTo>
                      <a:pt x="4" y="2"/>
                    </a:moveTo>
                    <a:cubicBezTo>
                      <a:pt x="3" y="3"/>
                      <a:pt x="3" y="0"/>
                      <a:pt x="3" y="0"/>
                    </a:cubicBezTo>
                    <a:cubicBezTo>
                      <a:pt x="3" y="0"/>
                      <a:pt x="3" y="3"/>
                      <a:pt x="2" y="3"/>
                    </a:cubicBezTo>
                    <a:cubicBezTo>
                      <a:pt x="2" y="3"/>
                      <a:pt x="2" y="2"/>
                      <a:pt x="1" y="2"/>
                    </a:cubicBezTo>
                    <a:cubicBezTo>
                      <a:pt x="2" y="2"/>
                      <a:pt x="0" y="5"/>
                      <a:pt x="0" y="5"/>
                    </a:cubicBezTo>
                    <a:cubicBezTo>
                      <a:pt x="0" y="4"/>
                      <a:pt x="4" y="5"/>
                      <a:pt x="2" y="7"/>
                    </a:cubicBezTo>
                    <a:cubicBezTo>
                      <a:pt x="3" y="6"/>
                      <a:pt x="5" y="6"/>
                      <a:pt x="5" y="5"/>
                    </a:cubicBezTo>
                    <a:cubicBezTo>
                      <a:pt x="5" y="4"/>
                      <a:pt x="4" y="1"/>
                      <a:pt x="4" y="2"/>
                    </a:cubicBezTo>
                    <a:cubicBezTo>
                      <a:pt x="3" y="3"/>
                      <a:pt x="4" y="1"/>
                      <a:pt x="4"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5" name="Freeform 521">
                <a:extLst>
                  <a:ext uri="{FF2B5EF4-FFF2-40B4-BE49-F238E27FC236}">
                    <a16:creationId xmlns:a16="http://schemas.microsoft.com/office/drawing/2014/main" id="{7B88D608-3F51-8546-B7EB-6A5CA0023BAF}"/>
                  </a:ext>
                </a:extLst>
              </p:cNvPr>
              <p:cNvSpPr>
                <a:spLocks/>
              </p:cNvSpPr>
              <p:nvPr/>
            </p:nvSpPr>
            <p:spPr bwMode="auto">
              <a:xfrm>
                <a:off x="8212931" y="11282067"/>
                <a:ext cx="47770" cy="44598"/>
              </a:xfrm>
              <a:custGeom>
                <a:avLst/>
                <a:gdLst>
                  <a:gd name="T0" fmla="*/ 3 w 5"/>
                  <a:gd name="T1" fmla="*/ 4 h 5"/>
                  <a:gd name="T2" fmla="*/ 3 w 5"/>
                  <a:gd name="T3" fmla="*/ 0 h 5"/>
                  <a:gd name="T4" fmla="*/ 0 w 5"/>
                  <a:gd name="T5" fmla="*/ 0 h 5"/>
                  <a:gd name="T6" fmla="*/ 2 w 5"/>
                  <a:gd name="T7" fmla="*/ 1 h 5"/>
                  <a:gd name="T8" fmla="*/ 3 w 5"/>
                  <a:gd name="T9" fmla="*/ 4 h 5"/>
                  <a:gd name="T10" fmla="*/ 3 w 5"/>
                  <a:gd name="T11" fmla="*/ 4 h 5"/>
                </a:gdLst>
                <a:ahLst/>
                <a:cxnLst>
                  <a:cxn ang="0">
                    <a:pos x="T0" y="T1"/>
                  </a:cxn>
                  <a:cxn ang="0">
                    <a:pos x="T2" y="T3"/>
                  </a:cxn>
                  <a:cxn ang="0">
                    <a:pos x="T4" y="T5"/>
                  </a:cxn>
                  <a:cxn ang="0">
                    <a:pos x="T6" y="T7"/>
                  </a:cxn>
                  <a:cxn ang="0">
                    <a:pos x="T8" y="T9"/>
                  </a:cxn>
                  <a:cxn ang="0">
                    <a:pos x="T10" y="T11"/>
                  </a:cxn>
                </a:cxnLst>
                <a:rect l="0" t="0" r="r" b="b"/>
                <a:pathLst>
                  <a:path w="5" h="5">
                    <a:moveTo>
                      <a:pt x="3" y="4"/>
                    </a:moveTo>
                    <a:cubicBezTo>
                      <a:pt x="5" y="2"/>
                      <a:pt x="2" y="2"/>
                      <a:pt x="3" y="0"/>
                    </a:cubicBezTo>
                    <a:cubicBezTo>
                      <a:pt x="3" y="0"/>
                      <a:pt x="1" y="0"/>
                      <a:pt x="0" y="0"/>
                    </a:cubicBezTo>
                    <a:cubicBezTo>
                      <a:pt x="0" y="0"/>
                      <a:pt x="2" y="1"/>
                      <a:pt x="2" y="1"/>
                    </a:cubicBezTo>
                    <a:cubicBezTo>
                      <a:pt x="2" y="2"/>
                      <a:pt x="3" y="4"/>
                      <a:pt x="3" y="4"/>
                    </a:cubicBezTo>
                    <a:cubicBezTo>
                      <a:pt x="4" y="3"/>
                      <a:pt x="2" y="5"/>
                      <a:pt x="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6" name="Freeform 522">
                <a:extLst>
                  <a:ext uri="{FF2B5EF4-FFF2-40B4-BE49-F238E27FC236}">
                    <a16:creationId xmlns:a16="http://schemas.microsoft.com/office/drawing/2014/main" id="{76FD4243-EA7F-1F49-8CA8-CEF0E732ACDF}"/>
                  </a:ext>
                </a:extLst>
              </p:cNvPr>
              <p:cNvSpPr>
                <a:spLocks/>
              </p:cNvSpPr>
              <p:nvPr/>
            </p:nvSpPr>
            <p:spPr bwMode="auto">
              <a:xfrm>
                <a:off x="8222485" y="11113235"/>
                <a:ext cx="57323" cy="101936"/>
              </a:xfrm>
              <a:custGeom>
                <a:avLst/>
                <a:gdLst>
                  <a:gd name="T0" fmla="*/ 3 w 6"/>
                  <a:gd name="T1" fmla="*/ 10 h 11"/>
                  <a:gd name="T2" fmla="*/ 0 w 6"/>
                  <a:gd name="T3" fmla="*/ 9 h 11"/>
                  <a:gd name="T4" fmla="*/ 1 w 6"/>
                  <a:gd name="T5" fmla="*/ 2 h 11"/>
                  <a:gd name="T6" fmla="*/ 4 w 6"/>
                  <a:gd name="T7" fmla="*/ 3 h 11"/>
                  <a:gd name="T8" fmla="*/ 3 w 6"/>
                  <a:gd name="T9" fmla="*/ 10 h 11"/>
                  <a:gd name="T10" fmla="*/ 3 w 6"/>
                  <a:gd name="T11" fmla="*/ 10 h 11"/>
                </a:gdLst>
                <a:ahLst/>
                <a:cxnLst>
                  <a:cxn ang="0">
                    <a:pos x="T0" y="T1"/>
                  </a:cxn>
                  <a:cxn ang="0">
                    <a:pos x="T2" y="T3"/>
                  </a:cxn>
                  <a:cxn ang="0">
                    <a:pos x="T4" y="T5"/>
                  </a:cxn>
                  <a:cxn ang="0">
                    <a:pos x="T6" y="T7"/>
                  </a:cxn>
                  <a:cxn ang="0">
                    <a:pos x="T8" y="T9"/>
                  </a:cxn>
                  <a:cxn ang="0">
                    <a:pos x="T10" y="T11"/>
                  </a:cxn>
                </a:cxnLst>
                <a:rect l="0" t="0" r="r" b="b"/>
                <a:pathLst>
                  <a:path w="6" h="11">
                    <a:moveTo>
                      <a:pt x="3" y="10"/>
                    </a:moveTo>
                    <a:cubicBezTo>
                      <a:pt x="1" y="11"/>
                      <a:pt x="0" y="11"/>
                      <a:pt x="0" y="9"/>
                    </a:cubicBezTo>
                    <a:cubicBezTo>
                      <a:pt x="1" y="7"/>
                      <a:pt x="1" y="4"/>
                      <a:pt x="1" y="2"/>
                    </a:cubicBezTo>
                    <a:cubicBezTo>
                      <a:pt x="1" y="0"/>
                      <a:pt x="5" y="0"/>
                      <a:pt x="4" y="3"/>
                    </a:cubicBezTo>
                    <a:cubicBezTo>
                      <a:pt x="4" y="5"/>
                      <a:pt x="6" y="8"/>
                      <a:pt x="3" y="10"/>
                    </a:cubicBezTo>
                    <a:cubicBezTo>
                      <a:pt x="2" y="10"/>
                      <a:pt x="4" y="9"/>
                      <a:pt x="3"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7" name="Freeform 523">
                <a:extLst>
                  <a:ext uri="{FF2B5EF4-FFF2-40B4-BE49-F238E27FC236}">
                    <a16:creationId xmlns:a16="http://schemas.microsoft.com/office/drawing/2014/main" id="{AF4D68E4-3D37-664F-8583-83FF5F7E308F}"/>
                  </a:ext>
                </a:extLst>
              </p:cNvPr>
              <p:cNvSpPr>
                <a:spLocks/>
              </p:cNvSpPr>
              <p:nvPr/>
            </p:nvSpPr>
            <p:spPr bwMode="auto">
              <a:xfrm>
                <a:off x="8410382" y="8462859"/>
                <a:ext cx="44586" cy="38227"/>
              </a:xfrm>
              <a:custGeom>
                <a:avLst/>
                <a:gdLst>
                  <a:gd name="T0" fmla="*/ 3 w 5"/>
                  <a:gd name="T1" fmla="*/ 3 h 4"/>
                  <a:gd name="T2" fmla="*/ 1 w 5"/>
                  <a:gd name="T3" fmla="*/ 1 h 4"/>
                  <a:gd name="T4" fmla="*/ 3 w 5"/>
                  <a:gd name="T5" fmla="*/ 3 h 4"/>
                  <a:gd name="T6" fmla="*/ 3 w 5"/>
                  <a:gd name="T7" fmla="*/ 3 h 4"/>
                </a:gdLst>
                <a:ahLst/>
                <a:cxnLst>
                  <a:cxn ang="0">
                    <a:pos x="T0" y="T1"/>
                  </a:cxn>
                  <a:cxn ang="0">
                    <a:pos x="T2" y="T3"/>
                  </a:cxn>
                  <a:cxn ang="0">
                    <a:pos x="T4" y="T5"/>
                  </a:cxn>
                  <a:cxn ang="0">
                    <a:pos x="T6" y="T7"/>
                  </a:cxn>
                </a:cxnLst>
                <a:rect l="0" t="0" r="r" b="b"/>
                <a:pathLst>
                  <a:path w="5" h="4">
                    <a:moveTo>
                      <a:pt x="3" y="3"/>
                    </a:moveTo>
                    <a:cubicBezTo>
                      <a:pt x="2" y="4"/>
                      <a:pt x="0" y="3"/>
                      <a:pt x="1" y="1"/>
                    </a:cubicBezTo>
                    <a:cubicBezTo>
                      <a:pt x="1" y="0"/>
                      <a:pt x="5" y="2"/>
                      <a:pt x="3" y="3"/>
                    </a:cubicBezTo>
                    <a:cubicBezTo>
                      <a:pt x="2" y="4"/>
                      <a:pt x="5" y="2"/>
                      <a:pt x="3"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8" name="Freeform 524">
                <a:extLst>
                  <a:ext uri="{FF2B5EF4-FFF2-40B4-BE49-F238E27FC236}">
                    <a16:creationId xmlns:a16="http://schemas.microsoft.com/office/drawing/2014/main" id="{08B5A2D2-279E-1742-82E4-3CF99BEFC534}"/>
                  </a:ext>
                </a:extLst>
              </p:cNvPr>
              <p:cNvSpPr>
                <a:spLocks/>
              </p:cNvSpPr>
              <p:nvPr/>
            </p:nvSpPr>
            <p:spPr bwMode="auto">
              <a:xfrm>
                <a:off x="8811656" y="8520200"/>
                <a:ext cx="54139" cy="73269"/>
              </a:xfrm>
              <a:custGeom>
                <a:avLst/>
                <a:gdLst>
                  <a:gd name="T0" fmla="*/ 1 w 6"/>
                  <a:gd name="T1" fmla="*/ 5 h 8"/>
                  <a:gd name="T2" fmla="*/ 2 w 6"/>
                  <a:gd name="T3" fmla="*/ 4 h 8"/>
                  <a:gd name="T4" fmla="*/ 4 w 6"/>
                  <a:gd name="T5" fmla="*/ 2 h 8"/>
                  <a:gd name="T6" fmla="*/ 1 w 6"/>
                  <a:gd name="T7" fmla="*/ 5 h 8"/>
                  <a:gd name="T8" fmla="*/ 1 w 6"/>
                  <a:gd name="T9" fmla="*/ 5 h 8"/>
                </a:gdLst>
                <a:ahLst/>
                <a:cxnLst>
                  <a:cxn ang="0">
                    <a:pos x="T0" y="T1"/>
                  </a:cxn>
                  <a:cxn ang="0">
                    <a:pos x="T2" y="T3"/>
                  </a:cxn>
                  <a:cxn ang="0">
                    <a:pos x="T4" y="T5"/>
                  </a:cxn>
                  <a:cxn ang="0">
                    <a:pos x="T6" y="T7"/>
                  </a:cxn>
                  <a:cxn ang="0">
                    <a:pos x="T8" y="T9"/>
                  </a:cxn>
                </a:cxnLst>
                <a:rect l="0" t="0" r="r" b="b"/>
                <a:pathLst>
                  <a:path w="6" h="8">
                    <a:moveTo>
                      <a:pt x="1" y="5"/>
                    </a:moveTo>
                    <a:cubicBezTo>
                      <a:pt x="0" y="4"/>
                      <a:pt x="2" y="4"/>
                      <a:pt x="2" y="4"/>
                    </a:cubicBezTo>
                    <a:cubicBezTo>
                      <a:pt x="3" y="4"/>
                      <a:pt x="3" y="0"/>
                      <a:pt x="4" y="2"/>
                    </a:cubicBezTo>
                    <a:cubicBezTo>
                      <a:pt x="6" y="4"/>
                      <a:pt x="2" y="8"/>
                      <a:pt x="1" y="5"/>
                    </a:cubicBezTo>
                    <a:cubicBezTo>
                      <a:pt x="0" y="4"/>
                      <a:pt x="1" y="6"/>
                      <a:pt x="1"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49" name="Freeform 525">
                <a:extLst>
                  <a:ext uri="{FF2B5EF4-FFF2-40B4-BE49-F238E27FC236}">
                    <a16:creationId xmlns:a16="http://schemas.microsoft.com/office/drawing/2014/main" id="{07D486BE-ABAA-4449-A914-7244179F3FA5}"/>
                  </a:ext>
                </a:extLst>
              </p:cNvPr>
              <p:cNvSpPr>
                <a:spLocks/>
              </p:cNvSpPr>
              <p:nvPr/>
            </p:nvSpPr>
            <p:spPr bwMode="auto">
              <a:xfrm>
                <a:off x="9324397" y="9026702"/>
                <a:ext cx="130574" cy="121050"/>
              </a:xfrm>
              <a:custGeom>
                <a:avLst/>
                <a:gdLst>
                  <a:gd name="T0" fmla="*/ 12 w 14"/>
                  <a:gd name="T1" fmla="*/ 4 h 13"/>
                  <a:gd name="T2" fmla="*/ 10 w 14"/>
                  <a:gd name="T3" fmla="*/ 3 h 13"/>
                  <a:gd name="T4" fmla="*/ 6 w 14"/>
                  <a:gd name="T5" fmla="*/ 1 h 13"/>
                  <a:gd name="T6" fmla="*/ 2 w 14"/>
                  <a:gd name="T7" fmla="*/ 1 h 13"/>
                  <a:gd name="T8" fmla="*/ 1 w 14"/>
                  <a:gd name="T9" fmla="*/ 2 h 13"/>
                  <a:gd name="T10" fmla="*/ 2 w 14"/>
                  <a:gd name="T11" fmla="*/ 4 h 13"/>
                  <a:gd name="T12" fmla="*/ 1 w 14"/>
                  <a:gd name="T13" fmla="*/ 7 h 13"/>
                  <a:gd name="T14" fmla="*/ 2 w 14"/>
                  <a:gd name="T15" fmla="*/ 10 h 13"/>
                  <a:gd name="T16" fmla="*/ 4 w 14"/>
                  <a:gd name="T17" fmla="*/ 10 h 13"/>
                  <a:gd name="T18" fmla="*/ 7 w 14"/>
                  <a:gd name="T19" fmla="*/ 12 h 13"/>
                  <a:gd name="T20" fmla="*/ 10 w 14"/>
                  <a:gd name="T21" fmla="*/ 10 h 13"/>
                  <a:gd name="T22" fmla="*/ 12 w 14"/>
                  <a:gd name="T23" fmla="*/ 4 h 13"/>
                  <a:gd name="T24" fmla="*/ 12 w 14"/>
                  <a:gd name="T25" fmla="*/ 4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13">
                    <a:moveTo>
                      <a:pt x="12" y="4"/>
                    </a:moveTo>
                    <a:cubicBezTo>
                      <a:pt x="12" y="3"/>
                      <a:pt x="11" y="3"/>
                      <a:pt x="10" y="3"/>
                    </a:cubicBezTo>
                    <a:cubicBezTo>
                      <a:pt x="8" y="2"/>
                      <a:pt x="8" y="1"/>
                      <a:pt x="6" y="1"/>
                    </a:cubicBezTo>
                    <a:cubicBezTo>
                      <a:pt x="5" y="0"/>
                      <a:pt x="3" y="0"/>
                      <a:pt x="2" y="1"/>
                    </a:cubicBezTo>
                    <a:cubicBezTo>
                      <a:pt x="2" y="1"/>
                      <a:pt x="2" y="2"/>
                      <a:pt x="1" y="2"/>
                    </a:cubicBezTo>
                    <a:cubicBezTo>
                      <a:pt x="0" y="4"/>
                      <a:pt x="1" y="3"/>
                      <a:pt x="2" y="4"/>
                    </a:cubicBezTo>
                    <a:cubicBezTo>
                      <a:pt x="2" y="4"/>
                      <a:pt x="1" y="7"/>
                      <a:pt x="1" y="7"/>
                    </a:cubicBezTo>
                    <a:cubicBezTo>
                      <a:pt x="1" y="9"/>
                      <a:pt x="1" y="9"/>
                      <a:pt x="2" y="10"/>
                    </a:cubicBezTo>
                    <a:cubicBezTo>
                      <a:pt x="3" y="11"/>
                      <a:pt x="3" y="10"/>
                      <a:pt x="4" y="10"/>
                    </a:cubicBezTo>
                    <a:cubicBezTo>
                      <a:pt x="6" y="10"/>
                      <a:pt x="5" y="12"/>
                      <a:pt x="7" y="12"/>
                    </a:cubicBezTo>
                    <a:cubicBezTo>
                      <a:pt x="9" y="13"/>
                      <a:pt x="8" y="11"/>
                      <a:pt x="10" y="10"/>
                    </a:cubicBezTo>
                    <a:cubicBezTo>
                      <a:pt x="12" y="8"/>
                      <a:pt x="14" y="7"/>
                      <a:pt x="12" y="4"/>
                    </a:cubicBezTo>
                    <a:cubicBezTo>
                      <a:pt x="12" y="2"/>
                      <a:pt x="14" y="8"/>
                      <a:pt x="12"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0" name="Freeform 526">
                <a:extLst>
                  <a:ext uri="{FF2B5EF4-FFF2-40B4-BE49-F238E27FC236}">
                    <a16:creationId xmlns:a16="http://schemas.microsoft.com/office/drawing/2014/main" id="{A70FCA01-71DB-8A4F-AE7A-D8FD7ACF39C2}"/>
                  </a:ext>
                </a:extLst>
              </p:cNvPr>
              <p:cNvSpPr>
                <a:spLocks/>
              </p:cNvSpPr>
              <p:nvPr/>
            </p:nvSpPr>
            <p:spPr bwMode="auto">
              <a:xfrm>
                <a:off x="8560064" y="8163419"/>
                <a:ext cx="92356" cy="38227"/>
              </a:xfrm>
              <a:custGeom>
                <a:avLst/>
                <a:gdLst>
                  <a:gd name="T0" fmla="*/ 9 w 10"/>
                  <a:gd name="T1" fmla="*/ 2 h 4"/>
                  <a:gd name="T2" fmla="*/ 4 w 10"/>
                  <a:gd name="T3" fmla="*/ 0 h 4"/>
                  <a:gd name="T4" fmla="*/ 1 w 10"/>
                  <a:gd name="T5" fmla="*/ 3 h 4"/>
                  <a:gd name="T6" fmla="*/ 9 w 10"/>
                  <a:gd name="T7" fmla="*/ 2 h 4"/>
                  <a:gd name="T8" fmla="*/ 9 w 10"/>
                  <a:gd name="T9" fmla="*/ 2 h 4"/>
                </a:gdLst>
                <a:ahLst/>
                <a:cxnLst>
                  <a:cxn ang="0">
                    <a:pos x="T0" y="T1"/>
                  </a:cxn>
                  <a:cxn ang="0">
                    <a:pos x="T2" y="T3"/>
                  </a:cxn>
                  <a:cxn ang="0">
                    <a:pos x="T4" y="T5"/>
                  </a:cxn>
                  <a:cxn ang="0">
                    <a:pos x="T6" y="T7"/>
                  </a:cxn>
                  <a:cxn ang="0">
                    <a:pos x="T8" y="T9"/>
                  </a:cxn>
                </a:cxnLst>
                <a:rect l="0" t="0" r="r" b="b"/>
                <a:pathLst>
                  <a:path w="10" h="4">
                    <a:moveTo>
                      <a:pt x="9" y="2"/>
                    </a:moveTo>
                    <a:cubicBezTo>
                      <a:pt x="7" y="1"/>
                      <a:pt x="6" y="0"/>
                      <a:pt x="4" y="0"/>
                    </a:cubicBezTo>
                    <a:cubicBezTo>
                      <a:pt x="3" y="0"/>
                      <a:pt x="0" y="1"/>
                      <a:pt x="1" y="3"/>
                    </a:cubicBezTo>
                    <a:cubicBezTo>
                      <a:pt x="2" y="4"/>
                      <a:pt x="9" y="2"/>
                      <a:pt x="9" y="2"/>
                    </a:cubicBezTo>
                    <a:cubicBezTo>
                      <a:pt x="6" y="1"/>
                      <a:pt x="10" y="3"/>
                      <a:pt x="9"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1" name="Freeform 527">
                <a:extLst>
                  <a:ext uri="{FF2B5EF4-FFF2-40B4-BE49-F238E27FC236}">
                    <a16:creationId xmlns:a16="http://schemas.microsoft.com/office/drawing/2014/main" id="{5270C636-DBFC-1340-958D-12A20DBAA815}"/>
                  </a:ext>
                </a:extLst>
              </p:cNvPr>
              <p:cNvSpPr>
                <a:spLocks/>
              </p:cNvSpPr>
              <p:nvPr/>
            </p:nvSpPr>
            <p:spPr bwMode="auto">
              <a:xfrm>
                <a:off x="8034585" y="8153861"/>
                <a:ext cx="105096" cy="47785"/>
              </a:xfrm>
              <a:custGeom>
                <a:avLst/>
                <a:gdLst>
                  <a:gd name="T0" fmla="*/ 10 w 11"/>
                  <a:gd name="T1" fmla="*/ 4 h 5"/>
                  <a:gd name="T2" fmla="*/ 0 w 11"/>
                  <a:gd name="T3" fmla="*/ 2 h 5"/>
                  <a:gd name="T4" fmla="*/ 5 w 11"/>
                  <a:gd name="T5" fmla="*/ 5 h 5"/>
                  <a:gd name="T6" fmla="*/ 10 w 11"/>
                  <a:gd name="T7" fmla="*/ 4 h 5"/>
                  <a:gd name="T8" fmla="*/ 10 w 11"/>
                  <a:gd name="T9" fmla="*/ 4 h 5"/>
                </a:gdLst>
                <a:ahLst/>
                <a:cxnLst>
                  <a:cxn ang="0">
                    <a:pos x="T0" y="T1"/>
                  </a:cxn>
                  <a:cxn ang="0">
                    <a:pos x="T2" y="T3"/>
                  </a:cxn>
                  <a:cxn ang="0">
                    <a:pos x="T4" y="T5"/>
                  </a:cxn>
                  <a:cxn ang="0">
                    <a:pos x="T6" y="T7"/>
                  </a:cxn>
                  <a:cxn ang="0">
                    <a:pos x="T8" y="T9"/>
                  </a:cxn>
                </a:cxnLst>
                <a:rect l="0" t="0" r="r" b="b"/>
                <a:pathLst>
                  <a:path w="11" h="5">
                    <a:moveTo>
                      <a:pt x="10" y="4"/>
                    </a:moveTo>
                    <a:cubicBezTo>
                      <a:pt x="10" y="1"/>
                      <a:pt x="2" y="0"/>
                      <a:pt x="0" y="2"/>
                    </a:cubicBezTo>
                    <a:cubicBezTo>
                      <a:pt x="0" y="2"/>
                      <a:pt x="4" y="5"/>
                      <a:pt x="5" y="5"/>
                    </a:cubicBezTo>
                    <a:cubicBezTo>
                      <a:pt x="6" y="5"/>
                      <a:pt x="11" y="4"/>
                      <a:pt x="10" y="4"/>
                    </a:cubicBezTo>
                    <a:cubicBezTo>
                      <a:pt x="10" y="3"/>
                      <a:pt x="11" y="5"/>
                      <a:pt x="10"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2" name="Freeform 528">
                <a:extLst>
                  <a:ext uri="{FF2B5EF4-FFF2-40B4-BE49-F238E27FC236}">
                    <a16:creationId xmlns:a16="http://schemas.microsoft.com/office/drawing/2014/main" id="{947C9C61-D3C5-E541-81D2-E990FAC12A39}"/>
                  </a:ext>
                </a:extLst>
              </p:cNvPr>
              <p:cNvSpPr>
                <a:spLocks/>
              </p:cNvSpPr>
              <p:nvPr/>
            </p:nvSpPr>
            <p:spPr bwMode="auto">
              <a:xfrm>
                <a:off x="7747963" y="7940431"/>
                <a:ext cx="484077" cy="168835"/>
              </a:xfrm>
              <a:custGeom>
                <a:avLst/>
                <a:gdLst>
                  <a:gd name="T0" fmla="*/ 52 w 52"/>
                  <a:gd name="T1" fmla="*/ 16 h 18"/>
                  <a:gd name="T2" fmla="*/ 41 w 52"/>
                  <a:gd name="T3" fmla="*/ 17 h 18"/>
                  <a:gd name="T4" fmla="*/ 35 w 52"/>
                  <a:gd name="T5" fmla="*/ 17 h 18"/>
                  <a:gd name="T6" fmla="*/ 37 w 52"/>
                  <a:gd name="T7" fmla="*/ 14 h 18"/>
                  <a:gd name="T8" fmla="*/ 32 w 52"/>
                  <a:gd name="T9" fmla="*/ 11 h 18"/>
                  <a:gd name="T10" fmla="*/ 28 w 52"/>
                  <a:gd name="T11" fmla="*/ 8 h 18"/>
                  <a:gd name="T12" fmla="*/ 20 w 52"/>
                  <a:gd name="T13" fmla="*/ 5 h 18"/>
                  <a:gd name="T14" fmla="*/ 14 w 52"/>
                  <a:gd name="T15" fmla="*/ 5 h 18"/>
                  <a:gd name="T16" fmla="*/ 16 w 52"/>
                  <a:gd name="T17" fmla="*/ 3 h 18"/>
                  <a:gd name="T18" fmla="*/ 8 w 52"/>
                  <a:gd name="T19" fmla="*/ 3 h 18"/>
                  <a:gd name="T20" fmla="*/ 0 w 52"/>
                  <a:gd name="T21" fmla="*/ 6 h 18"/>
                  <a:gd name="T22" fmla="*/ 6 w 52"/>
                  <a:gd name="T23" fmla="*/ 2 h 18"/>
                  <a:gd name="T24" fmla="*/ 16 w 52"/>
                  <a:gd name="T25" fmla="*/ 0 h 18"/>
                  <a:gd name="T26" fmla="*/ 24 w 52"/>
                  <a:gd name="T27" fmla="*/ 1 h 18"/>
                  <a:gd name="T28" fmla="*/ 31 w 52"/>
                  <a:gd name="T29" fmla="*/ 4 h 18"/>
                  <a:gd name="T30" fmla="*/ 32 w 52"/>
                  <a:gd name="T31" fmla="*/ 4 h 18"/>
                  <a:gd name="T32" fmla="*/ 34 w 52"/>
                  <a:gd name="T33" fmla="*/ 5 h 18"/>
                  <a:gd name="T34" fmla="*/ 38 w 52"/>
                  <a:gd name="T35" fmla="*/ 8 h 18"/>
                  <a:gd name="T36" fmla="*/ 45 w 52"/>
                  <a:gd name="T37" fmla="*/ 11 h 18"/>
                  <a:gd name="T38" fmla="*/ 52 w 52"/>
                  <a:gd name="T39"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18">
                    <a:moveTo>
                      <a:pt x="52" y="16"/>
                    </a:moveTo>
                    <a:cubicBezTo>
                      <a:pt x="52" y="17"/>
                      <a:pt x="42" y="17"/>
                      <a:pt x="41" y="17"/>
                    </a:cubicBezTo>
                    <a:cubicBezTo>
                      <a:pt x="39" y="17"/>
                      <a:pt x="37" y="18"/>
                      <a:pt x="35" y="17"/>
                    </a:cubicBezTo>
                    <a:cubicBezTo>
                      <a:pt x="34" y="16"/>
                      <a:pt x="41" y="15"/>
                      <a:pt x="37" y="14"/>
                    </a:cubicBezTo>
                    <a:cubicBezTo>
                      <a:pt x="35" y="13"/>
                      <a:pt x="33" y="13"/>
                      <a:pt x="32" y="11"/>
                    </a:cubicBezTo>
                    <a:cubicBezTo>
                      <a:pt x="30" y="9"/>
                      <a:pt x="31" y="8"/>
                      <a:pt x="28" y="8"/>
                    </a:cubicBezTo>
                    <a:cubicBezTo>
                      <a:pt x="24" y="9"/>
                      <a:pt x="23" y="6"/>
                      <a:pt x="20" y="5"/>
                    </a:cubicBezTo>
                    <a:cubicBezTo>
                      <a:pt x="19" y="5"/>
                      <a:pt x="15" y="6"/>
                      <a:pt x="14" y="5"/>
                    </a:cubicBezTo>
                    <a:cubicBezTo>
                      <a:pt x="14" y="4"/>
                      <a:pt x="16" y="4"/>
                      <a:pt x="16" y="3"/>
                    </a:cubicBezTo>
                    <a:cubicBezTo>
                      <a:pt x="16" y="2"/>
                      <a:pt x="9" y="3"/>
                      <a:pt x="8" y="3"/>
                    </a:cubicBezTo>
                    <a:cubicBezTo>
                      <a:pt x="8" y="4"/>
                      <a:pt x="0" y="7"/>
                      <a:pt x="0" y="6"/>
                    </a:cubicBezTo>
                    <a:cubicBezTo>
                      <a:pt x="0" y="4"/>
                      <a:pt x="4" y="2"/>
                      <a:pt x="6" y="2"/>
                    </a:cubicBezTo>
                    <a:cubicBezTo>
                      <a:pt x="9" y="0"/>
                      <a:pt x="12" y="0"/>
                      <a:pt x="16" y="0"/>
                    </a:cubicBezTo>
                    <a:cubicBezTo>
                      <a:pt x="18" y="0"/>
                      <a:pt x="22" y="0"/>
                      <a:pt x="24" y="1"/>
                    </a:cubicBezTo>
                    <a:cubicBezTo>
                      <a:pt x="26" y="2"/>
                      <a:pt x="28" y="4"/>
                      <a:pt x="31" y="4"/>
                    </a:cubicBezTo>
                    <a:cubicBezTo>
                      <a:pt x="31" y="4"/>
                      <a:pt x="31" y="3"/>
                      <a:pt x="32" y="4"/>
                    </a:cubicBezTo>
                    <a:cubicBezTo>
                      <a:pt x="33" y="5"/>
                      <a:pt x="33" y="5"/>
                      <a:pt x="34" y="5"/>
                    </a:cubicBezTo>
                    <a:cubicBezTo>
                      <a:pt x="35" y="6"/>
                      <a:pt x="37" y="7"/>
                      <a:pt x="38" y="8"/>
                    </a:cubicBezTo>
                    <a:cubicBezTo>
                      <a:pt x="40" y="9"/>
                      <a:pt x="44" y="9"/>
                      <a:pt x="45" y="11"/>
                    </a:cubicBezTo>
                    <a:cubicBezTo>
                      <a:pt x="47" y="13"/>
                      <a:pt x="52" y="13"/>
                      <a:pt x="52" y="1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3" name="Freeform 529">
                <a:extLst>
                  <a:ext uri="{FF2B5EF4-FFF2-40B4-BE49-F238E27FC236}">
                    <a16:creationId xmlns:a16="http://schemas.microsoft.com/office/drawing/2014/main" id="{5B16A678-E42D-8E42-B41F-BF7AE355DD66}"/>
                  </a:ext>
                </a:extLst>
              </p:cNvPr>
              <p:cNvSpPr>
                <a:spLocks/>
              </p:cNvSpPr>
              <p:nvPr/>
            </p:nvSpPr>
            <p:spPr bwMode="auto">
              <a:xfrm>
                <a:off x="8034585" y="7838493"/>
                <a:ext cx="38217" cy="35042"/>
              </a:xfrm>
              <a:custGeom>
                <a:avLst/>
                <a:gdLst>
                  <a:gd name="T0" fmla="*/ 2 w 4"/>
                  <a:gd name="T1" fmla="*/ 4 h 4"/>
                  <a:gd name="T2" fmla="*/ 1 w 4"/>
                  <a:gd name="T3" fmla="*/ 0 h 4"/>
                  <a:gd name="T4" fmla="*/ 2 w 4"/>
                  <a:gd name="T5" fmla="*/ 4 h 4"/>
                  <a:gd name="T6" fmla="*/ 2 w 4"/>
                  <a:gd name="T7" fmla="*/ 4 h 4"/>
                </a:gdLst>
                <a:ahLst/>
                <a:cxnLst>
                  <a:cxn ang="0">
                    <a:pos x="T0" y="T1"/>
                  </a:cxn>
                  <a:cxn ang="0">
                    <a:pos x="T2" y="T3"/>
                  </a:cxn>
                  <a:cxn ang="0">
                    <a:pos x="T4" y="T5"/>
                  </a:cxn>
                  <a:cxn ang="0">
                    <a:pos x="T6" y="T7"/>
                  </a:cxn>
                </a:cxnLst>
                <a:rect l="0" t="0" r="r" b="b"/>
                <a:pathLst>
                  <a:path w="4" h="4">
                    <a:moveTo>
                      <a:pt x="2" y="4"/>
                    </a:moveTo>
                    <a:cubicBezTo>
                      <a:pt x="0" y="4"/>
                      <a:pt x="1" y="1"/>
                      <a:pt x="1" y="0"/>
                    </a:cubicBezTo>
                    <a:cubicBezTo>
                      <a:pt x="2" y="0"/>
                      <a:pt x="4" y="4"/>
                      <a:pt x="2" y="4"/>
                    </a:cubicBezTo>
                    <a:cubicBezTo>
                      <a:pt x="1" y="4"/>
                      <a:pt x="4" y="4"/>
                      <a:pt x="2"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4" name="Freeform 530">
                <a:extLst>
                  <a:ext uri="{FF2B5EF4-FFF2-40B4-BE49-F238E27FC236}">
                    <a16:creationId xmlns:a16="http://schemas.microsoft.com/office/drawing/2014/main" id="{5735CF2B-06AE-6D4A-BF7F-C9694FA1B9A9}"/>
                  </a:ext>
                </a:extLst>
              </p:cNvPr>
              <p:cNvSpPr>
                <a:spLocks/>
              </p:cNvSpPr>
              <p:nvPr/>
            </p:nvSpPr>
            <p:spPr bwMode="auto">
              <a:xfrm>
                <a:off x="8270255" y="8032812"/>
                <a:ext cx="19109" cy="19114"/>
              </a:xfrm>
              <a:custGeom>
                <a:avLst/>
                <a:gdLst>
                  <a:gd name="T0" fmla="*/ 2 w 2"/>
                  <a:gd name="T1" fmla="*/ 1 h 2"/>
                  <a:gd name="T2" fmla="*/ 0 w 2"/>
                  <a:gd name="T3" fmla="*/ 1 h 2"/>
                  <a:gd name="T4" fmla="*/ 2 w 2"/>
                  <a:gd name="T5" fmla="*/ 1 h 2"/>
                </a:gdLst>
                <a:ahLst/>
                <a:cxnLst>
                  <a:cxn ang="0">
                    <a:pos x="T0" y="T1"/>
                  </a:cxn>
                  <a:cxn ang="0">
                    <a:pos x="T2" y="T3"/>
                  </a:cxn>
                  <a:cxn ang="0">
                    <a:pos x="T4" y="T5"/>
                  </a:cxn>
                </a:cxnLst>
                <a:rect l="0" t="0" r="r" b="b"/>
                <a:pathLst>
                  <a:path w="2" h="2">
                    <a:moveTo>
                      <a:pt x="2" y="1"/>
                    </a:moveTo>
                    <a:cubicBezTo>
                      <a:pt x="2" y="0"/>
                      <a:pt x="0" y="0"/>
                      <a:pt x="0" y="1"/>
                    </a:cubicBezTo>
                    <a:cubicBezTo>
                      <a:pt x="0" y="1"/>
                      <a:pt x="2" y="2"/>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5" name="Freeform 531">
                <a:extLst>
                  <a:ext uri="{FF2B5EF4-FFF2-40B4-BE49-F238E27FC236}">
                    <a16:creationId xmlns:a16="http://schemas.microsoft.com/office/drawing/2014/main" id="{CD3F9914-3F6B-284E-8328-CDF870F45A46}"/>
                  </a:ext>
                </a:extLst>
              </p:cNvPr>
              <p:cNvSpPr>
                <a:spLocks/>
              </p:cNvSpPr>
              <p:nvPr/>
            </p:nvSpPr>
            <p:spPr bwMode="auto">
              <a:xfrm>
                <a:off x="8830764" y="6656657"/>
                <a:ext cx="54139" cy="95566"/>
              </a:xfrm>
              <a:custGeom>
                <a:avLst/>
                <a:gdLst>
                  <a:gd name="T0" fmla="*/ 3 w 6"/>
                  <a:gd name="T1" fmla="*/ 8 h 10"/>
                  <a:gd name="T2" fmla="*/ 0 w 6"/>
                  <a:gd name="T3" fmla="*/ 7 h 10"/>
                  <a:gd name="T4" fmla="*/ 4 w 6"/>
                  <a:gd name="T5" fmla="*/ 2 h 10"/>
                  <a:gd name="T6" fmla="*/ 6 w 6"/>
                  <a:gd name="T7" fmla="*/ 4 h 10"/>
                  <a:gd name="T8" fmla="*/ 3 w 6"/>
                  <a:gd name="T9" fmla="*/ 8 h 10"/>
                  <a:gd name="T10" fmla="*/ 3 w 6"/>
                  <a:gd name="T11" fmla="*/ 8 h 10"/>
                </a:gdLst>
                <a:ahLst/>
                <a:cxnLst>
                  <a:cxn ang="0">
                    <a:pos x="T0" y="T1"/>
                  </a:cxn>
                  <a:cxn ang="0">
                    <a:pos x="T2" y="T3"/>
                  </a:cxn>
                  <a:cxn ang="0">
                    <a:pos x="T4" y="T5"/>
                  </a:cxn>
                  <a:cxn ang="0">
                    <a:pos x="T6" y="T7"/>
                  </a:cxn>
                  <a:cxn ang="0">
                    <a:pos x="T8" y="T9"/>
                  </a:cxn>
                  <a:cxn ang="0">
                    <a:pos x="T10" y="T11"/>
                  </a:cxn>
                </a:cxnLst>
                <a:rect l="0" t="0" r="r" b="b"/>
                <a:pathLst>
                  <a:path w="6" h="10">
                    <a:moveTo>
                      <a:pt x="3" y="8"/>
                    </a:moveTo>
                    <a:cubicBezTo>
                      <a:pt x="2" y="10"/>
                      <a:pt x="0" y="9"/>
                      <a:pt x="0" y="7"/>
                    </a:cubicBezTo>
                    <a:cubicBezTo>
                      <a:pt x="1" y="6"/>
                      <a:pt x="3" y="3"/>
                      <a:pt x="4" y="2"/>
                    </a:cubicBezTo>
                    <a:cubicBezTo>
                      <a:pt x="6" y="0"/>
                      <a:pt x="6" y="3"/>
                      <a:pt x="6" y="4"/>
                    </a:cubicBezTo>
                    <a:cubicBezTo>
                      <a:pt x="6" y="6"/>
                      <a:pt x="3" y="6"/>
                      <a:pt x="3" y="8"/>
                    </a:cubicBezTo>
                    <a:cubicBezTo>
                      <a:pt x="2" y="10"/>
                      <a:pt x="3" y="8"/>
                      <a:pt x="3"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6" name="Freeform 532">
                <a:extLst>
                  <a:ext uri="{FF2B5EF4-FFF2-40B4-BE49-F238E27FC236}">
                    <a16:creationId xmlns:a16="http://schemas.microsoft.com/office/drawing/2014/main" id="{09936061-639F-164C-9889-7E909FDEABB6}"/>
                  </a:ext>
                </a:extLst>
              </p:cNvPr>
              <p:cNvSpPr>
                <a:spLocks/>
              </p:cNvSpPr>
              <p:nvPr/>
            </p:nvSpPr>
            <p:spPr bwMode="auto">
              <a:xfrm>
                <a:off x="8856242" y="6704440"/>
                <a:ext cx="66879" cy="38227"/>
              </a:xfrm>
              <a:custGeom>
                <a:avLst/>
                <a:gdLst>
                  <a:gd name="T0" fmla="*/ 3 w 7"/>
                  <a:gd name="T1" fmla="*/ 4 h 4"/>
                  <a:gd name="T2" fmla="*/ 5 w 7"/>
                  <a:gd name="T3" fmla="*/ 1 h 4"/>
                  <a:gd name="T4" fmla="*/ 3 w 7"/>
                  <a:gd name="T5" fmla="*/ 4 h 4"/>
                  <a:gd name="T6" fmla="*/ 3 w 7"/>
                  <a:gd name="T7" fmla="*/ 4 h 4"/>
                </a:gdLst>
                <a:ahLst/>
                <a:cxnLst>
                  <a:cxn ang="0">
                    <a:pos x="T0" y="T1"/>
                  </a:cxn>
                  <a:cxn ang="0">
                    <a:pos x="T2" y="T3"/>
                  </a:cxn>
                  <a:cxn ang="0">
                    <a:pos x="T4" y="T5"/>
                  </a:cxn>
                  <a:cxn ang="0">
                    <a:pos x="T6" y="T7"/>
                  </a:cxn>
                </a:cxnLst>
                <a:rect l="0" t="0" r="r" b="b"/>
                <a:pathLst>
                  <a:path w="7" h="4">
                    <a:moveTo>
                      <a:pt x="3" y="4"/>
                    </a:moveTo>
                    <a:cubicBezTo>
                      <a:pt x="0" y="4"/>
                      <a:pt x="3" y="0"/>
                      <a:pt x="5" y="1"/>
                    </a:cubicBezTo>
                    <a:cubicBezTo>
                      <a:pt x="7" y="1"/>
                      <a:pt x="4" y="4"/>
                      <a:pt x="3" y="4"/>
                    </a:cubicBezTo>
                    <a:cubicBezTo>
                      <a:pt x="2" y="4"/>
                      <a:pt x="4" y="4"/>
                      <a:pt x="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7" name="Freeform 533">
                <a:extLst>
                  <a:ext uri="{FF2B5EF4-FFF2-40B4-BE49-F238E27FC236}">
                    <a16:creationId xmlns:a16="http://schemas.microsoft.com/office/drawing/2014/main" id="{A38B662B-7D9D-7E43-B6BD-C4ED881EB050}"/>
                  </a:ext>
                </a:extLst>
              </p:cNvPr>
              <p:cNvSpPr>
                <a:spLocks/>
              </p:cNvSpPr>
              <p:nvPr/>
            </p:nvSpPr>
            <p:spPr bwMode="auto">
              <a:xfrm>
                <a:off x="8671526" y="6666212"/>
                <a:ext cx="140127" cy="66896"/>
              </a:xfrm>
              <a:custGeom>
                <a:avLst/>
                <a:gdLst>
                  <a:gd name="T0" fmla="*/ 11 w 15"/>
                  <a:gd name="T1" fmla="*/ 6 h 7"/>
                  <a:gd name="T2" fmla="*/ 10 w 15"/>
                  <a:gd name="T3" fmla="*/ 5 h 7"/>
                  <a:gd name="T4" fmla="*/ 7 w 15"/>
                  <a:gd name="T5" fmla="*/ 5 h 7"/>
                  <a:gd name="T6" fmla="*/ 3 w 15"/>
                  <a:gd name="T7" fmla="*/ 0 h 7"/>
                  <a:gd name="T8" fmla="*/ 6 w 15"/>
                  <a:gd name="T9" fmla="*/ 2 h 7"/>
                  <a:gd name="T10" fmla="*/ 8 w 15"/>
                  <a:gd name="T11" fmla="*/ 3 h 7"/>
                  <a:gd name="T12" fmla="*/ 15 w 15"/>
                  <a:gd name="T13" fmla="*/ 3 h 7"/>
                  <a:gd name="T14" fmla="*/ 11 w 15"/>
                  <a:gd name="T15" fmla="*/ 6 h 7"/>
                  <a:gd name="T16" fmla="*/ 11 w 15"/>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7">
                    <a:moveTo>
                      <a:pt x="11" y="6"/>
                    </a:moveTo>
                    <a:cubicBezTo>
                      <a:pt x="10" y="6"/>
                      <a:pt x="10" y="6"/>
                      <a:pt x="10" y="5"/>
                    </a:cubicBezTo>
                    <a:cubicBezTo>
                      <a:pt x="10" y="5"/>
                      <a:pt x="8" y="6"/>
                      <a:pt x="7" y="5"/>
                    </a:cubicBezTo>
                    <a:cubicBezTo>
                      <a:pt x="7" y="4"/>
                      <a:pt x="0" y="1"/>
                      <a:pt x="3" y="0"/>
                    </a:cubicBezTo>
                    <a:cubicBezTo>
                      <a:pt x="4" y="0"/>
                      <a:pt x="5" y="2"/>
                      <a:pt x="6" y="2"/>
                    </a:cubicBezTo>
                    <a:cubicBezTo>
                      <a:pt x="7" y="3"/>
                      <a:pt x="7" y="2"/>
                      <a:pt x="8" y="3"/>
                    </a:cubicBezTo>
                    <a:cubicBezTo>
                      <a:pt x="9" y="4"/>
                      <a:pt x="13" y="2"/>
                      <a:pt x="15" y="3"/>
                    </a:cubicBezTo>
                    <a:cubicBezTo>
                      <a:pt x="14" y="3"/>
                      <a:pt x="12" y="6"/>
                      <a:pt x="11" y="6"/>
                    </a:cubicBezTo>
                    <a:cubicBezTo>
                      <a:pt x="9" y="7"/>
                      <a:pt x="12" y="6"/>
                      <a:pt x="11"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8" name="Freeform 534">
                <a:extLst>
                  <a:ext uri="{FF2B5EF4-FFF2-40B4-BE49-F238E27FC236}">
                    <a16:creationId xmlns:a16="http://schemas.microsoft.com/office/drawing/2014/main" id="{0E2E1AA5-1B66-9A4D-AD3C-87C4359919BA}"/>
                  </a:ext>
                </a:extLst>
              </p:cNvPr>
              <p:cNvSpPr>
                <a:spLocks/>
              </p:cNvSpPr>
              <p:nvPr/>
            </p:nvSpPr>
            <p:spPr bwMode="auto">
              <a:xfrm>
                <a:off x="8700193" y="6481449"/>
                <a:ext cx="146495" cy="73269"/>
              </a:xfrm>
              <a:custGeom>
                <a:avLst/>
                <a:gdLst>
                  <a:gd name="T0" fmla="*/ 13 w 16"/>
                  <a:gd name="T1" fmla="*/ 6 h 8"/>
                  <a:gd name="T2" fmla="*/ 0 w 16"/>
                  <a:gd name="T3" fmla="*/ 2 h 8"/>
                  <a:gd name="T4" fmla="*/ 13 w 16"/>
                  <a:gd name="T5" fmla="*/ 6 h 8"/>
                  <a:gd name="T6" fmla="*/ 13 w 16"/>
                  <a:gd name="T7" fmla="*/ 6 h 8"/>
                </a:gdLst>
                <a:ahLst/>
                <a:cxnLst>
                  <a:cxn ang="0">
                    <a:pos x="T0" y="T1"/>
                  </a:cxn>
                  <a:cxn ang="0">
                    <a:pos x="T2" y="T3"/>
                  </a:cxn>
                  <a:cxn ang="0">
                    <a:pos x="T4" y="T5"/>
                  </a:cxn>
                  <a:cxn ang="0">
                    <a:pos x="T6" y="T7"/>
                  </a:cxn>
                </a:cxnLst>
                <a:rect l="0" t="0" r="r" b="b"/>
                <a:pathLst>
                  <a:path w="16" h="8">
                    <a:moveTo>
                      <a:pt x="13" y="6"/>
                    </a:moveTo>
                    <a:cubicBezTo>
                      <a:pt x="11" y="8"/>
                      <a:pt x="1" y="4"/>
                      <a:pt x="0" y="2"/>
                    </a:cubicBezTo>
                    <a:cubicBezTo>
                      <a:pt x="0" y="0"/>
                      <a:pt x="16" y="4"/>
                      <a:pt x="13" y="6"/>
                    </a:cubicBezTo>
                    <a:cubicBezTo>
                      <a:pt x="12" y="7"/>
                      <a:pt x="14" y="5"/>
                      <a:pt x="13"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59" name="Freeform 535">
                <a:extLst>
                  <a:ext uri="{FF2B5EF4-FFF2-40B4-BE49-F238E27FC236}">
                    <a16:creationId xmlns:a16="http://schemas.microsoft.com/office/drawing/2014/main" id="{E080F111-15FE-F645-AE8C-B72CD10CBEE0}"/>
                  </a:ext>
                </a:extLst>
              </p:cNvPr>
              <p:cNvSpPr>
                <a:spLocks/>
              </p:cNvSpPr>
              <p:nvPr/>
            </p:nvSpPr>
            <p:spPr bwMode="auto">
              <a:xfrm>
                <a:off x="8932676" y="6385884"/>
                <a:ext cx="299364" cy="289884"/>
              </a:xfrm>
              <a:custGeom>
                <a:avLst/>
                <a:gdLst>
                  <a:gd name="T0" fmla="*/ 19 w 32"/>
                  <a:gd name="T1" fmla="*/ 1 h 31"/>
                  <a:gd name="T2" fmla="*/ 17 w 32"/>
                  <a:gd name="T3" fmla="*/ 0 h 31"/>
                  <a:gd name="T4" fmla="*/ 14 w 32"/>
                  <a:gd name="T5" fmla="*/ 2 h 31"/>
                  <a:gd name="T6" fmla="*/ 11 w 32"/>
                  <a:gd name="T7" fmla="*/ 5 h 31"/>
                  <a:gd name="T8" fmla="*/ 9 w 32"/>
                  <a:gd name="T9" fmla="*/ 7 h 31"/>
                  <a:gd name="T10" fmla="*/ 7 w 32"/>
                  <a:gd name="T11" fmla="*/ 13 h 31"/>
                  <a:gd name="T12" fmla="*/ 5 w 32"/>
                  <a:gd name="T13" fmla="*/ 17 h 31"/>
                  <a:gd name="T14" fmla="*/ 2 w 32"/>
                  <a:gd name="T15" fmla="*/ 19 h 31"/>
                  <a:gd name="T16" fmla="*/ 4 w 32"/>
                  <a:gd name="T17" fmla="*/ 21 h 31"/>
                  <a:gd name="T18" fmla="*/ 0 w 32"/>
                  <a:gd name="T19" fmla="*/ 25 h 31"/>
                  <a:gd name="T20" fmla="*/ 4 w 32"/>
                  <a:gd name="T21" fmla="*/ 25 h 31"/>
                  <a:gd name="T22" fmla="*/ 10 w 32"/>
                  <a:gd name="T23" fmla="*/ 26 h 31"/>
                  <a:gd name="T24" fmla="*/ 19 w 32"/>
                  <a:gd name="T25" fmla="*/ 27 h 31"/>
                  <a:gd name="T26" fmla="*/ 22 w 32"/>
                  <a:gd name="T27" fmla="*/ 26 h 31"/>
                  <a:gd name="T28" fmla="*/ 19 w 32"/>
                  <a:gd name="T29" fmla="*/ 30 h 31"/>
                  <a:gd name="T30" fmla="*/ 22 w 32"/>
                  <a:gd name="T31" fmla="*/ 28 h 31"/>
                  <a:gd name="T32" fmla="*/ 27 w 32"/>
                  <a:gd name="T33" fmla="*/ 26 h 31"/>
                  <a:gd name="T34" fmla="*/ 32 w 32"/>
                  <a:gd name="T35" fmla="*/ 20 h 31"/>
                  <a:gd name="T36" fmla="*/ 29 w 32"/>
                  <a:gd name="T37" fmla="*/ 20 h 31"/>
                  <a:gd name="T38" fmla="*/ 26 w 32"/>
                  <a:gd name="T39" fmla="*/ 18 h 31"/>
                  <a:gd name="T40" fmla="*/ 29 w 32"/>
                  <a:gd name="T41" fmla="*/ 15 h 31"/>
                  <a:gd name="T42" fmla="*/ 26 w 32"/>
                  <a:gd name="T43" fmla="*/ 15 h 31"/>
                  <a:gd name="T44" fmla="*/ 24 w 32"/>
                  <a:gd name="T45" fmla="*/ 13 h 31"/>
                  <a:gd name="T46" fmla="*/ 21 w 32"/>
                  <a:gd name="T47" fmla="*/ 16 h 31"/>
                  <a:gd name="T48" fmla="*/ 18 w 32"/>
                  <a:gd name="T49" fmla="*/ 13 h 31"/>
                  <a:gd name="T50" fmla="*/ 19 w 32"/>
                  <a:gd name="T51" fmla="*/ 11 h 31"/>
                  <a:gd name="T52" fmla="*/ 16 w 32"/>
                  <a:gd name="T53" fmla="*/ 9 h 31"/>
                  <a:gd name="T54" fmla="*/ 14 w 32"/>
                  <a:gd name="T55" fmla="*/ 12 h 31"/>
                  <a:gd name="T56" fmla="*/ 16 w 32"/>
                  <a:gd name="T57" fmla="*/ 7 h 31"/>
                  <a:gd name="T58" fmla="*/ 18 w 32"/>
                  <a:gd name="T59" fmla="*/ 4 h 31"/>
                  <a:gd name="T60" fmla="*/ 18 w 32"/>
                  <a:gd name="T61" fmla="*/ 2 h 31"/>
                  <a:gd name="T62" fmla="*/ 19 w 32"/>
                  <a:gd name="T63" fmla="*/ 1 h 31"/>
                  <a:gd name="T64" fmla="*/ 19 w 32"/>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1">
                    <a:moveTo>
                      <a:pt x="19" y="1"/>
                    </a:moveTo>
                    <a:cubicBezTo>
                      <a:pt x="20" y="0"/>
                      <a:pt x="17" y="0"/>
                      <a:pt x="17" y="0"/>
                    </a:cubicBezTo>
                    <a:cubicBezTo>
                      <a:pt x="16" y="0"/>
                      <a:pt x="15" y="1"/>
                      <a:pt x="14" y="2"/>
                    </a:cubicBezTo>
                    <a:cubicBezTo>
                      <a:pt x="13" y="3"/>
                      <a:pt x="12" y="4"/>
                      <a:pt x="11" y="5"/>
                    </a:cubicBezTo>
                    <a:cubicBezTo>
                      <a:pt x="11" y="6"/>
                      <a:pt x="10" y="7"/>
                      <a:pt x="9" y="7"/>
                    </a:cubicBezTo>
                    <a:cubicBezTo>
                      <a:pt x="9" y="9"/>
                      <a:pt x="8" y="11"/>
                      <a:pt x="7" y="13"/>
                    </a:cubicBezTo>
                    <a:cubicBezTo>
                      <a:pt x="7" y="15"/>
                      <a:pt x="6" y="16"/>
                      <a:pt x="5" y="17"/>
                    </a:cubicBezTo>
                    <a:cubicBezTo>
                      <a:pt x="4" y="18"/>
                      <a:pt x="2" y="19"/>
                      <a:pt x="2" y="19"/>
                    </a:cubicBezTo>
                    <a:cubicBezTo>
                      <a:pt x="2" y="20"/>
                      <a:pt x="4" y="20"/>
                      <a:pt x="4" y="21"/>
                    </a:cubicBezTo>
                    <a:cubicBezTo>
                      <a:pt x="4" y="22"/>
                      <a:pt x="0" y="24"/>
                      <a:pt x="0" y="25"/>
                    </a:cubicBezTo>
                    <a:cubicBezTo>
                      <a:pt x="0" y="27"/>
                      <a:pt x="3" y="26"/>
                      <a:pt x="4" y="25"/>
                    </a:cubicBezTo>
                    <a:cubicBezTo>
                      <a:pt x="6" y="25"/>
                      <a:pt x="8" y="26"/>
                      <a:pt x="10" y="26"/>
                    </a:cubicBezTo>
                    <a:cubicBezTo>
                      <a:pt x="13" y="27"/>
                      <a:pt x="16" y="26"/>
                      <a:pt x="19" y="27"/>
                    </a:cubicBezTo>
                    <a:cubicBezTo>
                      <a:pt x="19" y="27"/>
                      <a:pt x="22" y="25"/>
                      <a:pt x="22" y="26"/>
                    </a:cubicBezTo>
                    <a:cubicBezTo>
                      <a:pt x="22" y="27"/>
                      <a:pt x="19" y="30"/>
                      <a:pt x="19" y="30"/>
                    </a:cubicBezTo>
                    <a:cubicBezTo>
                      <a:pt x="20" y="31"/>
                      <a:pt x="22" y="28"/>
                      <a:pt x="22" y="28"/>
                    </a:cubicBezTo>
                    <a:cubicBezTo>
                      <a:pt x="24" y="27"/>
                      <a:pt x="26" y="27"/>
                      <a:pt x="27" y="26"/>
                    </a:cubicBezTo>
                    <a:cubicBezTo>
                      <a:pt x="27" y="25"/>
                      <a:pt x="32" y="20"/>
                      <a:pt x="32" y="20"/>
                    </a:cubicBezTo>
                    <a:cubicBezTo>
                      <a:pt x="31" y="19"/>
                      <a:pt x="30" y="20"/>
                      <a:pt x="29" y="20"/>
                    </a:cubicBezTo>
                    <a:cubicBezTo>
                      <a:pt x="29" y="20"/>
                      <a:pt x="26" y="18"/>
                      <a:pt x="26" y="18"/>
                    </a:cubicBezTo>
                    <a:cubicBezTo>
                      <a:pt x="26" y="17"/>
                      <a:pt x="30" y="16"/>
                      <a:pt x="29" y="15"/>
                    </a:cubicBezTo>
                    <a:cubicBezTo>
                      <a:pt x="29" y="14"/>
                      <a:pt x="27" y="15"/>
                      <a:pt x="26" y="15"/>
                    </a:cubicBezTo>
                    <a:cubicBezTo>
                      <a:pt x="25" y="15"/>
                      <a:pt x="25" y="13"/>
                      <a:pt x="24" y="13"/>
                    </a:cubicBezTo>
                    <a:cubicBezTo>
                      <a:pt x="24" y="13"/>
                      <a:pt x="21" y="16"/>
                      <a:pt x="21" y="16"/>
                    </a:cubicBezTo>
                    <a:cubicBezTo>
                      <a:pt x="20" y="14"/>
                      <a:pt x="20" y="14"/>
                      <a:pt x="18" y="13"/>
                    </a:cubicBezTo>
                    <a:cubicBezTo>
                      <a:pt x="16" y="12"/>
                      <a:pt x="19" y="12"/>
                      <a:pt x="19" y="11"/>
                    </a:cubicBezTo>
                    <a:cubicBezTo>
                      <a:pt x="19" y="11"/>
                      <a:pt x="17" y="9"/>
                      <a:pt x="16" y="9"/>
                    </a:cubicBezTo>
                    <a:cubicBezTo>
                      <a:pt x="16" y="10"/>
                      <a:pt x="14" y="13"/>
                      <a:pt x="14" y="12"/>
                    </a:cubicBezTo>
                    <a:cubicBezTo>
                      <a:pt x="12" y="11"/>
                      <a:pt x="15" y="7"/>
                      <a:pt x="16" y="7"/>
                    </a:cubicBezTo>
                    <a:cubicBezTo>
                      <a:pt x="17" y="6"/>
                      <a:pt x="17" y="5"/>
                      <a:pt x="18" y="4"/>
                    </a:cubicBezTo>
                    <a:cubicBezTo>
                      <a:pt x="18" y="3"/>
                      <a:pt x="18" y="2"/>
                      <a:pt x="18" y="2"/>
                    </a:cubicBezTo>
                    <a:cubicBezTo>
                      <a:pt x="18" y="2"/>
                      <a:pt x="19" y="1"/>
                      <a:pt x="19" y="1"/>
                    </a:cubicBezTo>
                    <a:cubicBezTo>
                      <a:pt x="20" y="0"/>
                      <a:pt x="19" y="1"/>
                      <a:pt x="19"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0" name="Freeform 536">
                <a:extLst>
                  <a:ext uri="{FF2B5EF4-FFF2-40B4-BE49-F238E27FC236}">
                    <a16:creationId xmlns:a16="http://schemas.microsoft.com/office/drawing/2014/main" id="{7143EE67-3F32-524B-9D39-54F18F79E1A7}"/>
                  </a:ext>
                </a:extLst>
              </p:cNvPr>
              <p:cNvSpPr>
                <a:spLocks/>
              </p:cNvSpPr>
              <p:nvPr/>
            </p:nvSpPr>
            <p:spPr bwMode="auto">
              <a:xfrm>
                <a:off x="9174715" y="6592943"/>
                <a:ext cx="76432" cy="92380"/>
              </a:xfrm>
              <a:custGeom>
                <a:avLst/>
                <a:gdLst>
                  <a:gd name="T0" fmla="*/ 6 w 8"/>
                  <a:gd name="T1" fmla="*/ 1 h 10"/>
                  <a:gd name="T2" fmla="*/ 1 w 8"/>
                  <a:gd name="T3" fmla="*/ 9 h 10"/>
                  <a:gd name="T4" fmla="*/ 4 w 8"/>
                  <a:gd name="T5" fmla="*/ 7 h 10"/>
                  <a:gd name="T6" fmla="*/ 3 w 8"/>
                  <a:gd name="T7" fmla="*/ 10 h 10"/>
                  <a:gd name="T8" fmla="*/ 6 w 8"/>
                  <a:gd name="T9" fmla="*/ 8 h 10"/>
                  <a:gd name="T10" fmla="*/ 8 w 8"/>
                  <a:gd name="T11" fmla="*/ 4 h 10"/>
                  <a:gd name="T12" fmla="*/ 5 w 8"/>
                  <a:gd name="T13" fmla="*/ 4 h 10"/>
                  <a:gd name="T14" fmla="*/ 6 w 8"/>
                  <a:gd name="T15" fmla="*/ 1 h 10"/>
                  <a:gd name="T16" fmla="*/ 6 w 8"/>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0">
                    <a:moveTo>
                      <a:pt x="6" y="1"/>
                    </a:moveTo>
                    <a:cubicBezTo>
                      <a:pt x="5" y="2"/>
                      <a:pt x="0" y="6"/>
                      <a:pt x="1" y="9"/>
                    </a:cubicBezTo>
                    <a:cubicBezTo>
                      <a:pt x="1" y="9"/>
                      <a:pt x="3" y="6"/>
                      <a:pt x="4" y="7"/>
                    </a:cubicBezTo>
                    <a:cubicBezTo>
                      <a:pt x="4" y="7"/>
                      <a:pt x="3" y="10"/>
                      <a:pt x="3" y="10"/>
                    </a:cubicBezTo>
                    <a:cubicBezTo>
                      <a:pt x="4" y="10"/>
                      <a:pt x="6" y="9"/>
                      <a:pt x="6" y="8"/>
                    </a:cubicBezTo>
                    <a:cubicBezTo>
                      <a:pt x="6" y="7"/>
                      <a:pt x="7" y="6"/>
                      <a:pt x="8" y="4"/>
                    </a:cubicBezTo>
                    <a:cubicBezTo>
                      <a:pt x="8" y="2"/>
                      <a:pt x="6" y="4"/>
                      <a:pt x="5" y="4"/>
                    </a:cubicBezTo>
                    <a:cubicBezTo>
                      <a:pt x="6" y="4"/>
                      <a:pt x="6" y="0"/>
                      <a:pt x="6" y="1"/>
                    </a:cubicBezTo>
                    <a:cubicBezTo>
                      <a:pt x="5" y="1"/>
                      <a:pt x="7" y="0"/>
                      <a:pt x="6"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1" name="Freeform 537">
                <a:extLst>
                  <a:ext uri="{FF2B5EF4-FFF2-40B4-BE49-F238E27FC236}">
                    <a16:creationId xmlns:a16="http://schemas.microsoft.com/office/drawing/2014/main" id="{126D4BD0-43A8-8847-8CE4-FF36D63E4223}"/>
                  </a:ext>
                </a:extLst>
              </p:cNvPr>
              <p:cNvSpPr>
                <a:spLocks/>
              </p:cNvSpPr>
              <p:nvPr/>
            </p:nvSpPr>
            <p:spPr bwMode="auto">
              <a:xfrm>
                <a:off x="8652423" y="5694619"/>
                <a:ext cx="28662" cy="54153"/>
              </a:xfrm>
              <a:custGeom>
                <a:avLst/>
                <a:gdLst>
                  <a:gd name="T0" fmla="*/ 3 w 3"/>
                  <a:gd name="T1" fmla="*/ 4 h 6"/>
                  <a:gd name="T2" fmla="*/ 1 w 3"/>
                  <a:gd name="T3" fmla="*/ 1 h 6"/>
                  <a:gd name="T4" fmla="*/ 1 w 3"/>
                  <a:gd name="T5" fmla="*/ 2 h 6"/>
                  <a:gd name="T6" fmla="*/ 0 w 3"/>
                  <a:gd name="T7" fmla="*/ 2 h 6"/>
                  <a:gd name="T8" fmla="*/ 3 w 3"/>
                  <a:gd name="T9" fmla="*/ 4 h 6"/>
                  <a:gd name="T10" fmla="*/ 3 w 3"/>
                  <a:gd name="T11" fmla="*/ 4 h 6"/>
                </a:gdLst>
                <a:ahLst/>
                <a:cxnLst>
                  <a:cxn ang="0">
                    <a:pos x="T0" y="T1"/>
                  </a:cxn>
                  <a:cxn ang="0">
                    <a:pos x="T2" y="T3"/>
                  </a:cxn>
                  <a:cxn ang="0">
                    <a:pos x="T4" y="T5"/>
                  </a:cxn>
                  <a:cxn ang="0">
                    <a:pos x="T6" y="T7"/>
                  </a:cxn>
                  <a:cxn ang="0">
                    <a:pos x="T8" y="T9"/>
                  </a:cxn>
                  <a:cxn ang="0">
                    <a:pos x="T10" y="T11"/>
                  </a:cxn>
                </a:cxnLst>
                <a:rect l="0" t="0" r="r" b="b"/>
                <a:pathLst>
                  <a:path w="3" h="6">
                    <a:moveTo>
                      <a:pt x="3" y="4"/>
                    </a:moveTo>
                    <a:cubicBezTo>
                      <a:pt x="3" y="3"/>
                      <a:pt x="1" y="0"/>
                      <a:pt x="1" y="1"/>
                    </a:cubicBezTo>
                    <a:cubicBezTo>
                      <a:pt x="1" y="1"/>
                      <a:pt x="1" y="1"/>
                      <a:pt x="1" y="2"/>
                    </a:cubicBezTo>
                    <a:cubicBezTo>
                      <a:pt x="1" y="2"/>
                      <a:pt x="0" y="2"/>
                      <a:pt x="0" y="2"/>
                    </a:cubicBezTo>
                    <a:cubicBezTo>
                      <a:pt x="0" y="2"/>
                      <a:pt x="3" y="6"/>
                      <a:pt x="3" y="4"/>
                    </a:cubicBezTo>
                    <a:cubicBezTo>
                      <a:pt x="3" y="3"/>
                      <a:pt x="3" y="6"/>
                      <a:pt x="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2" name="Freeform 538">
                <a:extLst>
                  <a:ext uri="{FF2B5EF4-FFF2-40B4-BE49-F238E27FC236}">
                    <a16:creationId xmlns:a16="http://schemas.microsoft.com/office/drawing/2014/main" id="{C529BD20-2646-4541-B065-BA0A3020B946}"/>
                  </a:ext>
                </a:extLst>
              </p:cNvPr>
              <p:cNvSpPr>
                <a:spLocks/>
              </p:cNvSpPr>
              <p:nvPr/>
            </p:nvSpPr>
            <p:spPr bwMode="auto">
              <a:xfrm>
                <a:off x="8512296" y="5787002"/>
                <a:ext cx="28662" cy="28669"/>
              </a:xfrm>
              <a:custGeom>
                <a:avLst/>
                <a:gdLst>
                  <a:gd name="T0" fmla="*/ 2 w 3"/>
                  <a:gd name="T1" fmla="*/ 1 h 3"/>
                  <a:gd name="T2" fmla="*/ 0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2"/>
                      <a:pt x="0" y="2"/>
                    </a:cubicBezTo>
                    <a:cubicBezTo>
                      <a:pt x="1" y="3"/>
                      <a:pt x="3" y="2"/>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3" name="Freeform 539">
                <a:extLst>
                  <a:ext uri="{FF2B5EF4-FFF2-40B4-BE49-F238E27FC236}">
                    <a16:creationId xmlns:a16="http://schemas.microsoft.com/office/drawing/2014/main" id="{0CFE4B14-E43B-0641-8D7B-FF302E1F6943}"/>
                  </a:ext>
                </a:extLst>
              </p:cNvPr>
              <p:cNvSpPr>
                <a:spLocks/>
              </p:cNvSpPr>
              <p:nvPr/>
            </p:nvSpPr>
            <p:spPr bwMode="auto">
              <a:xfrm>
                <a:off x="7868981" y="6283948"/>
                <a:ext cx="63695" cy="38227"/>
              </a:xfrm>
              <a:custGeom>
                <a:avLst/>
                <a:gdLst>
                  <a:gd name="T0" fmla="*/ 7 w 7"/>
                  <a:gd name="T1" fmla="*/ 3 h 4"/>
                  <a:gd name="T2" fmla="*/ 1 w 7"/>
                  <a:gd name="T3" fmla="*/ 1 h 4"/>
                  <a:gd name="T4" fmla="*/ 7 w 7"/>
                  <a:gd name="T5" fmla="*/ 3 h 4"/>
                  <a:gd name="T6" fmla="*/ 7 w 7"/>
                  <a:gd name="T7" fmla="*/ 3 h 4"/>
                </a:gdLst>
                <a:ahLst/>
                <a:cxnLst>
                  <a:cxn ang="0">
                    <a:pos x="T0" y="T1"/>
                  </a:cxn>
                  <a:cxn ang="0">
                    <a:pos x="T2" y="T3"/>
                  </a:cxn>
                  <a:cxn ang="0">
                    <a:pos x="T4" y="T5"/>
                  </a:cxn>
                  <a:cxn ang="0">
                    <a:pos x="T6" y="T7"/>
                  </a:cxn>
                </a:cxnLst>
                <a:rect l="0" t="0" r="r" b="b"/>
                <a:pathLst>
                  <a:path w="7" h="4">
                    <a:moveTo>
                      <a:pt x="7" y="3"/>
                    </a:moveTo>
                    <a:cubicBezTo>
                      <a:pt x="7" y="0"/>
                      <a:pt x="3" y="0"/>
                      <a:pt x="1" y="1"/>
                    </a:cubicBezTo>
                    <a:cubicBezTo>
                      <a:pt x="0" y="1"/>
                      <a:pt x="7" y="4"/>
                      <a:pt x="7" y="3"/>
                    </a:cubicBezTo>
                    <a:cubicBezTo>
                      <a:pt x="7" y="0"/>
                      <a:pt x="7" y="4"/>
                      <a:pt x="7"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4" name="Freeform 540">
                <a:extLst>
                  <a:ext uri="{FF2B5EF4-FFF2-40B4-BE49-F238E27FC236}">
                    <a16:creationId xmlns:a16="http://schemas.microsoft.com/office/drawing/2014/main" id="{C4CD5AE3-A0F6-904D-BEC3-CA8FF81F8EE1}"/>
                  </a:ext>
                </a:extLst>
              </p:cNvPr>
              <p:cNvSpPr>
                <a:spLocks/>
              </p:cNvSpPr>
              <p:nvPr/>
            </p:nvSpPr>
            <p:spPr bwMode="auto">
              <a:xfrm>
                <a:off x="7970890" y="6057775"/>
                <a:ext cx="57323" cy="57338"/>
              </a:xfrm>
              <a:custGeom>
                <a:avLst/>
                <a:gdLst>
                  <a:gd name="T0" fmla="*/ 3 w 6"/>
                  <a:gd name="T1" fmla="*/ 5 h 6"/>
                  <a:gd name="T2" fmla="*/ 0 w 6"/>
                  <a:gd name="T3" fmla="*/ 3 h 6"/>
                  <a:gd name="T4" fmla="*/ 4 w 6"/>
                  <a:gd name="T5" fmla="*/ 2 h 6"/>
                  <a:gd name="T6" fmla="*/ 3 w 6"/>
                  <a:gd name="T7" fmla="*/ 5 h 6"/>
                  <a:gd name="T8" fmla="*/ 3 w 6"/>
                  <a:gd name="T9" fmla="*/ 5 h 6"/>
                </a:gdLst>
                <a:ahLst/>
                <a:cxnLst>
                  <a:cxn ang="0">
                    <a:pos x="T0" y="T1"/>
                  </a:cxn>
                  <a:cxn ang="0">
                    <a:pos x="T2" y="T3"/>
                  </a:cxn>
                  <a:cxn ang="0">
                    <a:pos x="T4" y="T5"/>
                  </a:cxn>
                  <a:cxn ang="0">
                    <a:pos x="T6" y="T7"/>
                  </a:cxn>
                  <a:cxn ang="0">
                    <a:pos x="T8" y="T9"/>
                  </a:cxn>
                </a:cxnLst>
                <a:rect l="0" t="0" r="r" b="b"/>
                <a:pathLst>
                  <a:path w="6" h="6">
                    <a:moveTo>
                      <a:pt x="3" y="5"/>
                    </a:moveTo>
                    <a:cubicBezTo>
                      <a:pt x="2" y="4"/>
                      <a:pt x="1" y="4"/>
                      <a:pt x="0" y="3"/>
                    </a:cubicBezTo>
                    <a:cubicBezTo>
                      <a:pt x="1" y="3"/>
                      <a:pt x="3" y="0"/>
                      <a:pt x="4" y="2"/>
                    </a:cubicBezTo>
                    <a:cubicBezTo>
                      <a:pt x="6" y="3"/>
                      <a:pt x="5" y="6"/>
                      <a:pt x="3" y="5"/>
                    </a:cubicBezTo>
                    <a:cubicBezTo>
                      <a:pt x="2" y="4"/>
                      <a:pt x="4" y="6"/>
                      <a:pt x="3"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5" name="Freeform 541">
                <a:extLst>
                  <a:ext uri="{FF2B5EF4-FFF2-40B4-BE49-F238E27FC236}">
                    <a16:creationId xmlns:a16="http://schemas.microsoft.com/office/drawing/2014/main" id="{6CB650F1-D4EC-4A4B-A8A2-D734EE29F99B}"/>
                  </a:ext>
                </a:extLst>
              </p:cNvPr>
              <p:cNvSpPr>
                <a:spLocks/>
              </p:cNvSpPr>
              <p:nvPr/>
            </p:nvSpPr>
            <p:spPr bwMode="auto">
              <a:xfrm>
                <a:off x="7942229" y="5656392"/>
                <a:ext cx="57323" cy="66896"/>
              </a:xfrm>
              <a:custGeom>
                <a:avLst/>
                <a:gdLst>
                  <a:gd name="T0" fmla="*/ 3 w 6"/>
                  <a:gd name="T1" fmla="*/ 6 h 7"/>
                  <a:gd name="T2" fmla="*/ 4 w 6"/>
                  <a:gd name="T3" fmla="*/ 1 h 7"/>
                  <a:gd name="T4" fmla="*/ 3 w 6"/>
                  <a:gd name="T5" fmla="*/ 6 h 7"/>
                  <a:gd name="T6" fmla="*/ 3 w 6"/>
                  <a:gd name="T7" fmla="*/ 6 h 7"/>
                </a:gdLst>
                <a:ahLst/>
                <a:cxnLst>
                  <a:cxn ang="0">
                    <a:pos x="T0" y="T1"/>
                  </a:cxn>
                  <a:cxn ang="0">
                    <a:pos x="T2" y="T3"/>
                  </a:cxn>
                  <a:cxn ang="0">
                    <a:pos x="T4" y="T5"/>
                  </a:cxn>
                  <a:cxn ang="0">
                    <a:pos x="T6" y="T7"/>
                  </a:cxn>
                </a:cxnLst>
                <a:rect l="0" t="0" r="r" b="b"/>
                <a:pathLst>
                  <a:path w="6" h="7">
                    <a:moveTo>
                      <a:pt x="3" y="6"/>
                    </a:moveTo>
                    <a:cubicBezTo>
                      <a:pt x="0" y="7"/>
                      <a:pt x="1" y="0"/>
                      <a:pt x="4" y="1"/>
                    </a:cubicBezTo>
                    <a:cubicBezTo>
                      <a:pt x="6" y="1"/>
                      <a:pt x="5" y="6"/>
                      <a:pt x="3" y="6"/>
                    </a:cubicBezTo>
                    <a:cubicBezTo>
                      <a:pt x="2" y="6"/>
                      <a:pt x="6" y="6"/>
                      <a:pt x="3"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6" name="Freeform 542">
                <a:extLst>
                  <a:ext uri="{FF2B5EF4-FFF2-40B4-BE49-F238E27FC236}">
                    <a16:creationId xmlns:a16="http://schemas.microsoft.com/office/drawing/2014/main" id="{DA1EEC03-3445-254F-A5CD-E4B88955F327}"/>
                  </a:ext>
                </a:extLst>
              </p:cNvPr>
              <p:cNvSpPr>
                <a:spLocks/>
              </p:cNvSpPr>
              <p:nvPr/>
            </p:nvSpPr>
            <p:spPr bwMode="auto">
              <a:xfrm>
                <a:off x="7782993" y="5618167"/>
                <a:ext cx="111465" cy="57338"/>
              </a:xfrm>
              <a:custGeom>
                <a:avLst/>
                <a:gdLst>
                  <a:gd name="T0" fmla="*/ 4 w 12"/>
                  <a:gd name="T1" fmla="*/ 6 h 6"/>
                  <a:gd name="T2" fmla="*/ 1 w 12"/>
                  <a:gd name="T3" fmla="*/ 3 h 6"/>
                  <a:gd name="T4" fmla="*/ 8 w 12"/>
                  <a:gd name="T5" fmla="*/ 0 h 6"/>
                  <a:gd name="T6" fmla="*/ 4 w 12"/>
                  <a:gd name="T7" fmla="*/ 6 h 6"/>
                </a:gdLst>
                <a:ahLst/>
                <a:cxnLst>
                  <a:cxn ang="0">
                    <a:pos x="T0" y="T1"/>
                  </a:cxn>
                  <a:cxn ang="0">
                    <a:pos x="T2" y="T3"/>
                  </a:cxn>
                  <a:cxn ang="0">
                    <a:pos x="T4" y="T5"/>
                  </a:cxn>
                  <a:cxn ang="0">
                    <a:pos x="T6" y="T7"/>
                  </a:cxn>
                </a:cxnLst>
                <a:rect l="0" t="0" r="r" b="b"/>
                <a:pathLst>
                  <a:path w="12" h="6">
                    <a:moveTo>
                      <a:pt x="4" y="6"/>
                    </a:moveTo>
                    <a:cubicBezTo>
                      <a:pt x="2" y="6"/>
                      <a:pt x="0" y="5"/>
                      <a:pt x="1" y="3"/>
                    </a:cubicBezTo>
                    <a:cubicBezTo>
                      <a:pt x="2" y="1"/>
                      <a:pt x="5" y="1"/>
                      <a:pt x="8" y="0"/>
                    </a:cubicBezTo>
                    <a:cubicBezTo>
                      <a:pt x="12" y="0"/>
                      <a:pt x="6" y="6"/>
                      <a:pt x="4"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7" name="Freeform 543">
                <a:extLst>
                  <a:ext uri="{FF2B5EF4-FFF2-40B4-BE49-F238E27FC236}">
                    <a16:creationId xmlns:a16="http://schemas.microsoft.com/office/drawing/2014/main" id="{8BF2874C-9699-2B40-9356-907507900D37}"/>
                  </a:ext>
                </a:extLst>
              </p:cNvPr>
              <p:cNvSpPr>
                <a:spLocks/>
              </p:cNvSpPr>
              <p:nvPr/>
            </p:nvSpPr>
            <p:spPr bwMode="auto">
              <a:xfrm>
                <a:off x="8018661" y="5583125"/>
                <a:ext cx="63695" cy="25484"/>
              </a:xfrm>
              <a:custGeom>
                <a:avLst/>
                <a:gdLst>
                  <a:gd name="T0" fmla="*/ 5 w 7"/>
                  <a:gd name="T1" fmla="*/ 3 h 3"/>
                  <a:gd name="T2" fmla="*/ 3 w 7"/>
                  <a:gd name="T3" fmla="*/ 0 h 3"/>
                  <a:gd name="T4" fmla="*/ 7 w 7"/>
                  <a:gd name="T5" fmla="*/ 1 h 3"/>
                  <a:gd name="T6" fmla="*/ 5 w 7"/>
                  <a:gd name="T7" fmla="*/ 3 h 3"/>
                  <a:gd name="T8" fmla="*/ 5 w 7"/>
                  <a:gd name="T9" fmla="*/ 3 h 3"/>
                </a:gdLst>
                <a:ahLst/>
                <a:cxnLst>
                  <a:cxn ang="0">
                    <a:pos x="T0" y="T1"/>
                  </a:cxn>
                  <a:cxn ang="0">
                    <a:pos x="T2" y="T3"/>
                  </a:cxn>
                  <a:cxn ang="0">
                    <a:pos x="T4" y="T5"/>
                  </a:cxn>
                  <a:cxn ang="0">
                    <a:pos x="T6" y="T7"/>
                  </a:cxn>
                  <a:cxn ang="0">
                    <a:pos x="T8" y="T9"/>
                  </a:cxn>
                </a:cxnLst>
                <a:rect l="0" t="0" r="r" b="b"/>
                <a:pathLst>
                  <a:path w="7" h="3">
                    <a:moveTo>
                      <a:pt x="5" y="3"/>
                    </a:moveTo>
                    <a:cubicBezTo>
                      <a:pt x="4" y="3"/>
                      <a:pt x="0" y="0"/>
                      <a:pt x="3" y="0"/>
                    </a:cubicBezTo>
                    <a:cubicBezTo>
                      <a:pt x="4" y="0"/>
                      <a:pt x="6" y="0"/>
                      <a:pt x="7" y="1"/>
                    </a:cubicBezTo>
                    <a:cubicBezTo>
                      <a:pt x="7" y="1"/>
                      <a:pt x="6" y="3"/>
                      <a:pt x="5" y="3"/>
                    </a:cubicBezTo>
                    <a:cubicBezTo>
                      <a:pt x="4" y="3"/>
                      <a:pt x="7" y="3"/>
                      <a:pt x="5"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8" name="Freeform 544">
                <a:extLst>
                  <a:ext uri="{FF2B5EF4-FFF2-40B4-BE49-F238E27FC236}">
                    <a16:creationId xmlns:a16="http://schemas.microsoft.com/office/drawing/2014/main" id="{9DA64A8E-2969-5C42-8631-045E0C96B71C}"/>
                  </a:ext>
                </a:extLst>
              </p:cNvPr>
              <p:cNvSpPr>
                <a:spLocks/>
              </p:cNvSpPr>
              <p:nvPr/>
            </p:nvSpPr>
            <p:spPr bwMode="auto">
              <a:xfrm>
                <a:off x="7623756" y="5395179"/>
                <a:ext cx="318473" cy="222990"/>
              </a:xfrm>
              <a:custGeom>
                <a:avLst/>
                <a:gdLst>
                  <a:gd name="T0" fmla="*/ 31 w 34"/>
                  <a:gd name="T1" fmla="*/ 21 h 24"/>
                  <a:gd name="T2" fmla="*/ 25 w 34"/>
                  <a:gd name="T3" fmla="*/ 18 h 24"/>
                  <a:gd name="T4" fmla="*/ 24 w 34"/>
                  <a:gd name="T5" fmla="*/ 16 h 24"/>
                  <a:gd name="T6" fmla="*/ 22 w 34"/>
                  <a:gd name="T7" fmla="*/ 17 h 24"/>
                  <a:gd name="T8" fmla="*/ 18 w 34"/>
                  <a:gd name="T9" fmla="*/ 16 h 24"/>
                  <a:gd name="T10" fmla="*/ 16 w 34"/>
                  <a:gd name="T11" fmla="*/ 19 h 24"/>
                  <a:gd name="T12" fmla="*/ 11 w 34"/>
                  <a:gd name="T13" fmla="*/ 23 h 24"/>
                  <a:gd name="T14" fmla="*/ 8 w 34"/>
                  <a:gd name="T15" fmla="*/ 19 h 24"/>
                  <a:gd name="T16" fmla="*/ 2 w 34"/>
                  <a:gd name="T17" fmla="*/ 19 h 24"/>
                  <a:gd name="T18" fmla="*/ 4 w 34"/>
                  <a:gd name="T19" fmla="*/ 16 h 24"/>
                  <a:gd name="T20" fmla="*/ 5 w 34"/>
                  <a:gd name="T21" fmla="*/ 10 h 24"/>
                  <a:gd name="T22" fmla="*/ 6 w 34"/>
                  <a:gd name="T23" fmla="*/ 3 h 24"/>
                  <a:gd name="T24" fmla="*/ 11 w 34"/>
                  <a:gd name="T25" fmla="*/ 3 h 24"/>
                  <a:gd name="T26" fmla="*/ 12 w 34"/>
                  <a:gd name="T27" fmla="*/ 5 h 24"/>
                  <a:gd name="T28" fmla="*/ 14 w 34"/>
                  <a:gd name="T29" fmla="*/ 4 h 24"/>
                  <a:gd name="T30" fmla="*/ 17 w 34"/>
                  <a:gd name="T31" fmla="*/ 6 h 24"/>
                  <a:gd name="T32" fmla="*/ 20 w 34"/>
                  <a:gd name="T33" fmla="*/ 7 h 24"/>
                  <a:gd name="T34" fmla="*/ 25 w 34"/>
                  <a:gd name="T35" fmla="*/ 10 h 24"/>
                  <a:gd name="T36" fmla="*/ 28 w 34"/>
                  <a:gd name="T37" fmla="*/ 15 h 24"/>
                  <a:gd name="T38" fmla="*/ 30 w 34"/>
                  <a:gd name="T39" fmla="*/ 15 h 24"/>
                  <a:gd name="T40" fmla="*/ 33 w 34"/>
                  <a:gd name="T41" fmla="*/ 17 h 24"/>
                  <a:gd name="T42" fmla="*/ 34 w 34"/>
                  <a:gd name="T43" fmla="*/ 18 h 24"/>
                  <a:gd name="T44" fmla="*/ 31 w 34"/>
                  <a:gd name="T45" fmla="*/ 21 h 24"/>
                  <a:gd name="T46" fmla="*/ 31 w 34"/>
                  <a:gd name="T47"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24">
                    <a:moveTo>
                      <a:pt x="31" y="21"/>
                    </a:moveTo>
                    <a:cubicBezTo>
                      <a:pt x="30" y="20"/>
                      <a:pt x="27" y="19"/>
                      <a:pt x="25" y="18"/>
                    </a:cubicBezTo>
                    <a:cubicBezTo>
                      <a:pt x="24" y="18"/>
                      <a:pt x="25" y="17"/>
                      <a:pt x="24" y="16"/>
                    </a:cubicBezTo>
                    <a:cubicBezTo>
                      <a:pt x="24" y="16"/>
                      <a:pt x="22" y="17"/>
                      <a:pt x="22" y="17"/>
                    </a:cubicBezTo>
                    <a:cubicBezTo>
                      <a:pt x="20" y="17"/>
                      <a:pt x="20" y="15"/>
                      <a:pt x="18" y="16"/>
                    </a:cubicBezTo>
                    <a:cubicBezTo>
                      <a:pt x="18" y="17"/>
                      <a:pt x="17" y="18"/>
                      <a:pt x="16" y="19"/>
                    </a:cubicBezTo>
                    <a:cubicBezTo>
                      <a:pt x="14" y="20"/>
                      <a:pt x="13" y="22"/>
                      <a:pt x="11" y="23"/>
                    </a:cubicBezTo>
                    <a:cubicBezTo>
                      <a:pt x="8" y="24"/>
                      <a:pt x="10" y="20"/>
                      <a:pt x="8" y="19"/>
                    </a:cubicBezTo>
                    <a:cubicBezTo>
                      <a:pt x="8" y="18"/>
                      <a:pt x="3" y="19"/>
                      <a:pt x="2" y="19"/>
                    </a:cubicBezTo>
                    <a:cubicBezTo>
                      <a:pt x="0" y="19"/>
                      <a:pt x="4" y="16"/>
                      <a:pt x="4" y="16"/>
                    </a:cubicBezTo>
                    <a:cubicBezTo>
                      <a:pt x="6" y="14"/>
                      <a:pt x="5" y="12"/>
                      <a:pt x="5" y="10"/>
                    </a:cubicBezTo>
                    <a:cubicBezTo>
                      <a:pt x="5" y="8"/>
                      <a:pt x="5" y="5"/>
                      <a:pt x="6" y="3"/>
                    </a:cubicBezTo>
                    <a:cubicBezTo>
                      <a:pt x="7" y="0"/>
                      <a:pt x="10" y="0"/>
                      <a:pt x="11" y="3"/>
                    </a:cubicBezTo>
                    <a:cubicBezTo>
                      <a:pt x="11" y="4"/>
                      <a:pt x="11" y="6"/>
                      <a:pt x="12" y="5"/>
                    </a:cubicBezTo>
                    <a:cubicBezTo>
                      <a:pt x="13" y="5"/>
                      <a:pt x="13" y="4"/>
                      <a:pt x="14" y="4"/>
                    </a:cubicBezTo>
                    <a:cubicBezTo>
                      <a:pt x="15" y="5"/>
                      <a:pt x="16" y="6"/>
                      <a:pt x="17" y="6"/>
                    </a:cubicBezTo>
                    <a:cubicBezTo>
                      <a:pt x="18" y="7"/>
                      <a:pt x="19" y="7"/>
                      <a:pt x="20" y="7"/>
                    </a:cubicBezTo>
                    <a:cubicBezTo>
                      <a:pt x="21" y="8"/>
                      <a:pt x="23" y="9"/>
                      <a:pt x="25" y="10"/>
                    </a:cubicBezTo>
                    <a:cubicBezTo>
                      <a:pt x="28" y="11"/>
                      <a:pt x="28" y="12"/>
                      <a:pt x="28" y="15"/>
                    </a:cubicBezTo>
                    <a:cubicBezTo>
                      <a:pt x="28" y="16"/>
                      <a:pt x="30" y="16"/>
                      <a:pt x="30" y="15"/>
                    </a:cubicBezTo>
                    <a:cubicBezTo>
                      <a:pt x="32" y="15"/>
                      <a:pt x="32" y="16"/>
                      <a:pt x="33" y="17"/>
                    </a:cubicBezTo>
                    <a:cubicBezTo>
                      <a:pt x="34" y="17"/>
                      <a:pt x="34" y="17"/>
                      <a:pt x="34" y="18"/>
                    </a:cubicBezTo>
                    <a:cubicBezTo>
                      <a:pt x="33" y="19"/>
                      <a:pt x="33" y="21"/>
                      <a:pt x="31" y="21"/>
                    </a:cubicBezTo>
                    <a:cubicBezTo>
                      <a:pt x="30" y="20"/>
                      <a:pt x="33" y="21"/>
                      <a:pt x="31" y="2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69" name="Freeform 545">
                <a:extLst>
                  <a:ext uri="{FF2B5EF4-FFF2-40B4-BE49-F238E27FC236}">
                    <a16:creationId xmlns:a16="http://schemas.microsoft.com/office/drawing/2014/main" id="{E757A698-3098-8D41-BDF4-1FC9B6F8A9A6}"/>
                  </a:ext>
                </a:extLst>
              </p:cNvPr>
              <p:cNvSpPr>
                <a:spLocks/>
              </p:cNvSpPr>
              <p:nvPr/>
            </p:nvSpPr>
            <p:spPr bwMode="auto">
              <a:xfrm>
                <a:off x="7747963" y="5376063"/>
                <a:ext cx="63695" cy="47785"/>
              </a:xfrm>
              <a:custGeom>
                <a:avLst/>
                <a:gdLst>
                  <a:gd name="T0" fmla="*/ 5 w 7"/>
                  <a:gd name="T1" fmla="*/ 4 h 5"/>
                  <a:gd name="T2" fmla="*/ 1 w 7"/>
                  <a:gd name="T3" fmla="*/ 0 h 5"/>
                  <a:gd name="T4" fmla="*/ 5 w 7"/>
                  <a:gd name="T5" fmla="*/ 4 h 5"/>
                </a:gdLst>
                <a:ahLst/>
                <a:cxnLst>
                  <a:cxn ang="0">
                    <a:pos x="T0" y="T1"/>
                  </a:cxn>
                  <a:cxn ang="0">
                    <a:pos x="T2" y="T3"/>
                  </a:cxn>
                  <a:cxn ang="0">
                    <a:pos x="T4" y="T5"/>
                  </a:cxn>
                </a:cxnLst>
                <a:rect l="0" t="0" r="r" b="b"/>
                <a:pathLst>
                  <a:path w="7" h="5">
                    <a:moveTo>
                      <a:pt x="5" y="4"/>
                    </a:moveTo>
                    <a:cubicBezTo>
                      <a:pt x="3" y="5"/>
                      <a:pt x="0" y="0"/>
                      <a:pt x="1" y="0"/>
                    </a:cubicBezTo>
                    <a:cubicBezTo>
                      <a:pt x="2" y="1"/>
                      <a:pt x="7" y="3"/>
                      <a:pt x="5"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0" name="Freeform 546">
                <a:extLst>
                  <a:ext uri="{FF2B5EF4-FFF2-40B4-BE49-F238E27FC236}">
                    <a16:creationId xmlns:a16="http://schemas.microsoft.com/office/drawing/2014/main" id="{6D9D932D-AA38-CD4A-836F-D1579A2BDBBB}"/>
                  </a:ext>
                </a:extLst>
              </p:cNvPr>
              <p:cNvSpPr>
                <a:spLocks/>
              </p:cNvSpPr>
              <p:nvPr/>
            </p:nvSpPr>
            <p:spPr bwMode="auto">
              <a:xfrm>
                <a:off x="7728852" y="5385621"/>
                <a:ext cx="35033" cy="47785"/>
              </a:xfrm>
              <a:custGeom>
                <a:avLst/>
                <a:gdLst>
                  <a:gd name="T0" fmla="*/ 3 w 4"/>
                  <a:gd name="T1" fmla="*/ 4 h 5"/>
                  <a:gd name="T2" fmla="*/ 0 w 4"/>
                  <a:gd name="T3" fmla="*/ 1 h 5"/>
                  <a:gd name="T4" fmla="*/ 3 w 4"/>
                  <a:gd name="T5" fmla="*/ 4 h 5"/>
                </a:gdLst>
                <a:ahLst/>
                <a:cxnLst>
                  <a:cxn ang="0">
                    <a:pos x="T0" y="T1"/>
                  </a:cxn>
                  <a:cxn ang="0">
                    <a:pos x="T2" y="T3"/>
                  </a:cxn>
                  <a:cxn ang="0">
                    <a:pos x="T4" y="T5"/>
                  </a:cxn>
                </a:cxnLst>
                <a:rect l="0" t="0" r="r" b="b"/>
                <a:pathLst>
                  <a:path w="4" h="5">
                    <a:moveTo>
                      <a:pt x="3" y="4"/>
                    </a:moveTo>
                    <a:cubicBezTo>
                      <a:pt x="1" y="5"/>
                      <a:pt x="0" y="2"/>
                      <a:pt x="0" y="1"/>
                    </a:cubicBezTo>
                    <a:cubicBezTo>
                      <a:pt x="1" y="0"/>
                      <a:pt x="4" y="3"/>
                      <a:pt x="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1" name="Freeform 547">
                <a:extLst>
                  <a:ext uri="{FF2B5EF4-FFF2-40B4-BE49-F238E27FC236}">
                    <a16:creationId xmlns:a16="http://schemas.microsoft.com/office/drawing/2014/main" id="{7B60C973-26EF-B04F-960F-8A3D479AA8B1}"/>
                  </a:ext>
                </a:extLst>
              </p:cNvPr>
              <p:cNvSpPr>
                <a:spLocks/>
              </p:cNvSpPr>
              <p:nvPr/>
            </p:nvSpPr>
            <p:spPr bwMode="auto">
              <a:xfrm>
                <a:off x="7642864" y="5207233"/>
                <a:ext cx="28662" cy="57338"/>
              </a:xfrm>
              <a:custGeom>
                <a:avLst/>
                <a:gdLst>
                  <a:gd name="T0" fmla="*/ 3 w 3"/>
                  <a:gd name="T1" fmla="*/ 5 h 6"/>
                  <a:gd name="T2" fmla="*/ 3 w 3"/>
                  <a:gd name="T3" fmla="*/ 2 h 6"/>
                  <a:gd name="T4" fmla="*/ 1 w 3"/>
                  <a:gd name="T5" fmla="*/ 1 h 6"/>
                  <a:gd name="T6" fmla="*/ 1 w 3"/>
                  <a:gd name="T7" fmla="*/ 4 h 6"/>
                  <a:gd name="T8" fmla="*/ 3 w 3"/>
                  <a:gd name="T9" fmla="*/ 5 h 6"/>
                  <a:gd name="T10" fmla="*/ 3 w 3"/>
                  <a:gd name="T11" fmla="*/ 5 h 6"/>
                </a:gdLst>
                <a:ahLst/>
                <a:cxnLst>
                  <a:cxn ang="0">
                    <a:pos x="T0" y="T1"/>
                  </a:cxn>
                  <a:cxn ang="0">
                    <a:pos x="T2" y="T3"/>
                  </a:cxn>
                  <a:cxn ang="0">
                    <a:pos x="T4" y="T5"/>
                  </a:cxn>
                  <a:cxn ang="0">
                    <a:pos x="T6" y="T7"/>
                  </a:cxn>
                  <a:cxn ang="0">
                    <a:pos x="T8" y="T9"/>
                  </a:cxn>
                  <a:cxn ang="0">
                    <a:pos x="T10" y="T11"/>
                  </a:cxn>
                </a:cxnLst>
                <a:rect l="0" t="0" r="r" b="b"/>
                <a:pathLst>
                  <a:path w="3" h="6">
                    <a:moveTo>
                      <a:pt x="3" y="5"/>
                    </a:moveTo>
                    <a:cubicBezTo>
                      <a:pt x="3" y="4"/>
                      <a:pt x="3" y="3"/>
                      <a:pt x="3" y="2"/>
                    </a:cubicBezTo>
                    <a:cubicBezTo>
                      <a:pt x="3" y="2"/>
                      <a:pt x="1" y="0"/>
                      <a:pt x="1" y="1"/>
                    </a:cubicBezTo>
                    <a:cubicBezTo>
                      <a:pt x="1" y="2"/>
                      <a:pt x="0" y="4"/>
                      <a:pt x="1" y="4"/>
                    </a:cubicBezTo>
                    <a:cubicBezTo>
                      <a:pt x="1" y="5"/>
                      <a:pt x="2" y="6"/>
                      <a:pt x="3" y="5"/>
                    </a:cubicBezTo>
                    <a:cubicBezTo>
                      <a:pt x="3" y="4"/>
                      <a:pt x="2" y="6"/>
                      <a:pt x="3"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2" name="Freeform 548">
                <a:extLst>
                  <a:ext uri="{FF2B5EF4-FFF2-40B4-BE49-F238E27FC236}">
                    <a16:creationId xmlns:a16="http://schemas.microsoft.com/office/drawing/2014/main" id="{9228C744-8072-2740-B693-E5D22A88EC58}"/>
                  </a:ext>
                </a:extLst>
              </p:cNvPr>
              <p:cNvSpPr>
                <a:spLocks/>
              </p:cNvSpPr>
              <p:nvPr/>
            </p:nvSpPr>
            <p:spPr bwMode="auto">
              <a:xfrm>
                <a:off x="7502737" y="4719845"/>
                <a:ext cx="1343951" cy="984332"/>
              </a:xfrm>
              <a:custGeom>
                <a:avLst/>
                <a:gdLst>
                  <a:gd name="T0" fmla="*/ 63 w 144"/>
                  <a:gd name="T1" fmla="*/ 86 h 105"/>
                  <a:gd name="T2" fmla="*/ 81 w 144"/>
                  <a:gd name="T3" fmla="*/ 76 h 105"/>
                  <a:gd name="T4" fmla="*/ 91 w 144"/>
                  <a:gd name="T5" fmla="*/ 67 h 105"/>
                  <a:gd name="T6" fmla="*/ 103 w 144"/>
                  <a:gd name="T7" fmla="*/ 68 h 105"/>
                  <a:gd name="T8" fmla="*/ 87 w 144"/>
                  <a:gd name="T9" fmla="*/ 66 h 105"/>
                  <a:gd name="T10" fmla="*/ 80 w 144"/>
                  <a:gd name="T11" fmla="*/ 48 h 105"/>
                  <a:gd name="T12" fmla="*/ 67 w 144"/>
                  <a:gd name="T13" fmla="*/ 49 h 105"/>
                  <a:gd name="T14" fmla="*/ 64 w 144"/>
                  <a:gd name="T15" fmla="*/ 40 h 105"/>
                  <a:gd name="T16" fmla="*/ 54 w 144"/>
                  <a:gd name="T17" fmla="*/ 32 h 105"/>
                  <a:gd name="T18" fmla="*/ 53 w 144"/>
                  <a:gd name="T19" fmla="*/ 38 h 105"/>
                  <a:gd name="T20" fmla="*/ 52 w 144"/>
                  <a:gd name="T21" fmla="*/ 39 h 105"/>
                  <a:gd name="T22" fmla="*/ 37 w 144"/>
                  <a:gd name="T23" fmla="*/ 38 h 105"/>
                  <a:gd name="T24" fmla="*/ 5 w 144"/>
                  <a:gd name="T25" fmla="*/ 32 h 105"/>
                  <a:gd name="T26" fmla="*/ 8 w 144"/>
                  <a:gd name="T27" fmla="*/ 26 h 105"/>
                  <a:gd name="T28" fmla="*/ 16 w 144"/>
                  <a:gd name="T29" fmla="*/ 2 h 105"/>
                  <a:gd name="T30" fmla="*/ 18 w 144"/>
                  <a:gd name="T31" fmla="*/ 18 h 105"/>
                  <a:gd name="T32" fmla="*/ 26 w 144"/>
                  <a:gd name="T33" fmla="*/ 29 h 105"/>
                  <a:gd name="T34" fmla="*/ 20 w 144"/>
                  <a:gd name="T35" fmla="*/ 19 h 105"/>
                  <a:gd name="T36" fmla="*/ 22 w 144"/>
                  <a:gd name="T37" fmla="*/ 13 h 105"/>
                  <a:gd name="T38" fmla="*/ 25 w 144"/>
                  <a:gd name="T39" fmla="*/ 7 h 105"/>
                  <a:gd name="T40" fmla="*/ 34 w 144"/>
                  <a:gd name="T41" fmla="*/ 3 h 105"/>
                  <a:gd name="T42" fmla="*/ 43 w 144"/>
                  <a:gd name="T43" fmla="*/ 16 h 105"/>
                  <a:gd name="T44" fmla="*/ 52 w 144"/>
                  <a:gd name="T45" fmla="*/ 16 h 105"/>
                  <a:gd name="T46" fmla="*/ 54 w 144"/>
                  <a:gd name="T47" fmla="*/ 15 h 105"/>
                  <a:gd name="T48" fmla="*/ 66 w 144"/>
                  <a:gd name="T49" fmla="*/ 13 h 105"/>
                  <a:gd name="T50" fmla="*/ 70 w 144"/>
                  <a:gd name="T51" fmla="*/ 21 h 105"/>
                  <a:gd name="T52" fmla="*/ 76 w 144"/>
                  <a:gd name="T53" fmla="*/ 22 h 105"/>
                  <a:gd name="T54" fmla="*/ 81 w 144"/>
                  <a:gd name="T55" fmla="*/ 23 h 105"/>
                  <a:gd name="T56" fmla="*/ 86 w 144"/>
                  <a:gd name="T57" fmla="*/ 23 h 105"/>
                  <a:gd name="T58" fmla="*/ 92 w 144"/>
                  <a:gd name="T59" fmla="*/ 28 h 105"/>
                  <a:gd name="T60" fmla="*/ 94 w 144"/>
                  <a:gd name="T61" fmla="*/ 31 h 105"/>
                  <a:gd name="T62" fmla="*/ 100 w 144"/>
                  <a:gd name="T63" fmla="*/ 29 h 105"/>
                  <a:gd name="T64" fmla="*/ 99 w 144"/>
                  <a:gd name="T65" fmla="*/ 38 h 105"/>
                  <a:gd name="T66" fmla="*/ 104 w 144"/>
                  <a:gd name="T67" fmla="*/ 38 h 105"/>
                  <a:gd name="T68" fmla="*/ 109 w 144"/>
                  <a:gd name="T69" fmla="*/ 40 h 105"/>
                  <a:gd name="T70" fmla="*/ 106 w 144"/>
                  <a:gd name="T71" fmla="*/ 45 h 105"/>
                  <a:gd name="T72" fmla="*/ 118 w 144"/>
                  <a:gd name="T73" fmla="*/ 54 h 105"/>
                  <a:gd name="T74" fmla="*/ 124 w 144"/>
                  <a:gd name="T75" fmla="*/ 55 h 105"/>
                  <a:gd name="T76" fmla="*/ 128 w 144"/>
                  <a:gd name="T77" fmla="*/ 60 h 105"/>
                  <a:gd name="T78" fmla="*/ 141 w 144"/>
                  <a:gd name="T79" fmla="*/ 64 h 105"/>
                  <a:gd name="T80" fmla="*/ 139 w 144"/>
                  <a:gd name="T81" fmla="*/ 69 h 105"/>
                  <a:gd name="T82" fmla="*/ 133 w 144"/>
                  <a:gd name="T83" fmla="*/ 73 h 105"/>
                  <a:gd name="T84" fmla="*/ 128 w 144"/>
                  <a:gd name="T85" fmla="*/ 77 h 105"/>
                  <a:gd name="T86" fmla="*/ 125 w 144"/>
                  <a:gd name="T87" fmla="*/ 74 h 105"/>
                  <a:gd name="T88" fmla="*/ 120 w 144"/>
                  <a:gd name="T89" fmla="*/ 72 h 105"/>
                  <a:gd name="T90" fmla="*/ 113 w 144"/>
                  <a:gd name="T91" fmla="*/ 67 h 105"/>
                  <a:gd name="T92" fmla="*/ 108 w 144"/>
                  <a:gd name="T93" fmla="*/ 70 h 105"/>
                  <a:gd name="T94" fmla="*/ 118 w 144"/>
                  <a:gd name="T95" fmla="*/ 80 h 105"/>
                  <a:gd name="T96" fmla="*/ 123 w 144"/>
                  <a:gd name="T97" fmla="*/ 82 h 105"/>
                  <a:gd name="T98" fmla="*/ 128 w 144"/>
                  <a:gd name="T99" fmla="*/ 93 h 105"/>
                  <a:gd name="T100" fmla="*/ 126 w 144"/>
                  <a:gd name="T101" fmla="*/ 95 h 105"/>
                  <a:gd name="T102" fmla="*/ 118 w 144"/>
                  <a:gd name="T103" fmla="*/ 96 h 105"/>
                  <a:gd name="T104" fmla="*/ 110 w 144"/>
                  <a:gd name="T105" fmla="*/ 93 h 105"/>
                  <a:gd name="T106" fmla="*/ 109 w 144"/>
                  <a:gd name="T107" fmla="*/ 94 h 105"/>
                  <a:gd name="T108" fmla="*/ 103 w 144"/>
                  <a:gd name="T109" fmla="*/ 99 h 105"/>
                  <a:gd name="T110" fmla="*/ 91 w 144"/>
                  <a:gd name="T111" fmla="*/ 90 h 105"/>
                  <a:gd name="T112" fmla="*/ 77 w 144"/>
                  <a:gd name="T113"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4" h="105">
                    <a:moveTo>
                      <a:pt x="77" y="83"/>
                    </a:moveTo>
                    <a:cubicBezTo>
                      <a:pt x="76" y="86"/>
                      <a:pt x="74" y="83"/>
                      <a:pt x="71" y="84"/>
                    </a:cubicBezTo>
                    <a:cubicBezTo>
                      <a:pt x="70" y="84"/>
                      <a:pt x="69" y="85"/>
                      <a:pt x="68" y="86"/>
                    </a:cubicBezTo>
                    <a:cubicBezTo>
                      <a:pt x="66" y="87"/>
                      <a:pt x="65" y="86"/>
                      <a:pt x="63" y="86"/>
                    </a:cubicBezTo>
                    <a:cubicBezTo>
                      <a:pt x="60" y="85"/>
                      <a:pt x="56" y="83"/>
                      <a:pt x="60" y="80"/>
                    </a:cubicBezTo>
                    <a:cubicBezTo>
                      <a:pt x="62" y="78"/>
                      <a:pt x="62" y="76"/>
                      <a:pt x="65" y="76"/>
                    </a:cubicBezTo>
                    <a:cubicBezTo>
                      <a:pt x="68" y="77"/>
                      <a:pt x="71" y="78"/>
                      <a:pt x="75" y="77"/>
                    </a:cubicBezTo>
                    <a:cubicBezTo>
                      <a:pt x="77" y="77"/>
                      <a:pt x="79" y="76"/>
                      <a:pt x="81" y="76"/>
                    </a:cubicBezTo>
                    <a:cubicBezTo>
                      <a:pt x="82" y="76"/>
                      <a:pt x="81" y="75"/>
                      <a:pt x="81" y="74"/>
                    </a:cubicBezTo>
                    <a:cubicBezTo>
                      <a:pt x="78" y="72"/>
                      <a:pt x="77" y="71"/>
                      <a:pt x="80" y="69"/>
                    </a:cubicBezTo>
                    <a:cubicBezTo>
                      <a:pt x="82" y="66"/>
                      <a:pt x="84" y="66"/>
                      <a:pt x="87" y="66"/>
                    </a:cubicBezTo>
                    <a:cubicBezTo>
                      <a:pt x="88" y="66"/>
                      <a:pt x="90" y="66"/>
                      <a:pt x="91" y="67"/>
                    </a:cubicBezTo>
                    <a:cubicBezTo>
                      <a:pt x="93" y="68"/>
                      <a:pt x="93" y="69"/>
                      <a:pt x="93" y="71"/>
                    </a:cubicBezTo>
                    <a:cubicBezTo>
                      <a:pt x="94" y="73"/>
                      <a:pt x="95" y="70"/>
                      <a:pt x="96" y="70"/>
                    </a:cubicBezTo>
                    <a:cubicBezTo>
                      <a:pt x="96" y="69"/>
                      <a:pt x="99" y="70"/>
                      <a:pt x="99" y="70"/>
                    </a:cubicBezTo>
                    <a:cubicBezTo>
                      <a:pt x="100" y="70"/>
                      <a:pt x="103" y="70"/>
                      <a:pt x="103" y="68"/>
                    </a:cubicBezTo>
                    <a:cubicBezTo>
                      <a:pt x="103" y="67"/>
                      <a:pt x="100" y="66"/>
                      <a:pt x="99" y="66"/>
                    </a:cubicBezTo>
                    <a:cubicBezTo>
                      <a:pt x="97" y="65"/>
                      <a:pt x="96" y="64"/>
                      <a:pt x="95" y="63"/>
                    </a:cubicBezTo>
                    <a:cubicBezTo>
                      <a:pt x="94" y="63"/>
                      <a:pt x="93" y="65"/>
                      <a:pt x="93" y="66"/>
                    </a:cubicBezTo>
                    <a:cubicBezTo>
                      <a:pt x="92" y="67"/>
                      <a:pt x="88" y="66"/>
                      <a:pt x="87" y="66"/>
                    </a:cubicBezTo>
                    <a:cubicBezTo>
                      <a:pt x="81" y="65"/>
                      <a:pt x="89" y="63"/>
                      <a:pt x="88" y="61"/>
                    </a:cubicBezTo>
                    <a:cubicBezTo>
                      <a:pt x="87" y="58"/>
                      <a:pt x="86" y="54"/>
                      <a:pt x="84" y="52"/>
                    </a:cubicBezTo>
                    <a:cubicBezTo>
                      <a:pt x="83" y="52"/>
                      <a:pt x="81" y="53"/>
                      <a:pt x="81" y="52"/>
                    </a:cubicBezTo>
                    <a:cubicBezTo>
                      <a:pt x="81" y="51"/>
                      <a:pt x="81" y="49"/>
                      <a:pt x="80" y="48"/>
                    </a:cubicBezTo>
                    <a:cubicBezTo>
                      <a:pt x="79" y="47"/>
                      <a:pt x="78" y="53"/>
                      <a:pt x="79" y="53"/>
                    </a:cubicBezTo>
                    <a:cubicBezTo>
                      <a:pt x="78" y="53"/>
                      <a:pt x="75" y="46"/>
                      <a:pt x="75" y="46"/>
                    </a:cubicBezTo>
                    <a:cubicBezTo>
                      <a:pt x="73" y="46"/>
                      <a:pt x="72" y="47"/>
                      <a:pt x="71" y="48"/>
                    </a:cubicBezTo>
                    <a:cubicBezTo>
                      <a:pt x="70" y="48"/>
                      <a:pt x="67" y="50"/>
                      <a:pt x="67" y="49"/>
                    </a:cubicBezTo>
                    <a:cubicBezTo>
                      <a:pt x="67" y="46"/>
                      <a:pt x="66" y="46"/>
                      <a:pt x="69" y="46"/>
                    </a:cubicBezTo>
                    <a:cubicBezTo>
                      <a:pt x="70" y="46"/>
                      <a:pt x="71" y="45"/>
                      <a:pt x="71" y="44"/>
                    </a:cubicBezTo>
                    <a:cubicBezTo>
                      <a:pt x="72" y="43"/>
                      <a:pt x="69" y="43"/>
                      <a:pt x="69" y="43"/>
                    </a:cubicBezTo>
                    <a:cubicBezTo>
                      <a:pt x="68" y="42"/>
                      <a:pt x="64" y="40"/>
                      <a:pt x="64" y="40"/>
                    </a:cubicBezTo>
                    <a:cubicBezTo>
                      <a:pt x="64" y="37"/>
                      <a:pt x="63" y="39"/>
                      <a:pt x="62" y="39"/>
                    </a:cubicBezTo>
                    <a:cubicBezTo>
                      <a:pt x="61" y="39"/>
                      <a:pt x="62" y="34"/>
                      <a:pt x="60" y="35"/>
                    </a:cubicBezTo>
                    <a:cubicBezTo>
                      <a:pt x="59" y="35"/>
                      <a:pt x="59" y="36"/>
                      <a:pt x="57" y="34"/>
                    </a:cubicBezTo>
                    <a:cubicBezTo>
                      <a:pt x="56" y="34"/>
                      <a:pt x="55" y="32"/>
                      <a:pt x="54" y="32"/>
                    </a:cubicBezTo>
                    <a:cubicBezTo>
                      <a:pt x="54" y="32"/>
                      <a:pt x="55" y="33"/>
                      <a:pt x="55" y="33"/>
                    </a:cubicBezTo>
                    <a:cubicBezTo>
                      <a:pt x="55" y="33"/>
                      <a:pt x="52" y="33"/>
                      <a:pt x="52" y="34"/>
                    </a:cubicBezTo>
                    <a:cubicBezTo>
                      <a:pt x="53" y="35"/>
                      <a:pt x="55" y="34"/>
                      <a:pt x="56" y="36"/>
                    </a:cubicBezTo>
                    <a:cubicBezTo>
                      <a:pt x="56" y="38"/>
                      <a:pt x="54" y="38"/>
                      <a:pt x="53" y="38"/>
                    </a:cubicBezTo>
                    <a:cubicBezTo>
                      <a:pt x="51" y="39"/>
                      <a:pt x="46" y="35"/>
                      <a:pt x="44" y="37"/>
                    </a:cubicBezTo>
                    <a:cubicBezTo>
                      <a:pt x="43" y="37"/>
                      <a:pt x="45" y="38"/>
                      <a:pt x="46" y="39"/>
                    </a:cubicBezTo>
                    <a:cubicBezTo>
                      <a:pt x="46" y="40"/>
                      <a:pt x="47" y="39"/>
                      <a:pt x="48" y="39"/>
                    </a:cubicBezTo>
                    <a:cubicBezTo>
                      <a:pt x="49" y="39"/>
                      <a:pt x="52" y="38"/>
                      <a:pt x="52" y="39"/>
                    </a:cubicBezTo>
                    <a:cubicBezTo>
                      <a:pt x="52" y="40"/>
                      <a:pt x="51" y="41"/>
                      <a:pt x="50" y="42"/>
                    </a:cubicBezTo>
                    <a:cubicBezTo>
                      <a:pt x="50" y="42"/>
                      <a:pt x="39" y="35"/>
                      <a:pt x="37" y="36"/>
                    </a:cubicBezTo>
                    <a:cubicBezTo>
                      <a:pt x="38" y="36"/>
                      <a:pt x="39" y="37"/>
                      <a:pt x="40" y="37"/>
                    </a:cubicBezTo>
                    <a:cubicBezTo>
                      <a:pt x="42" y="39"/>
                      <a:pt x="37" y="38"/>
                      <a:pt x="37" y="38"/>
                    </a:cubicBezTo>
                    <a:cubicBezTo>
                      <a:pt x="34" y="36"/>
                      <a:pt x="30" y="38"/>
                      <a:pt x="27" y="37"/>
                    </a:cubicBezTo>
                    <a:cubicBezTo>
                      <a:pt x="23" y="36"/>
                      <a:pt x="20" y="37"/>
                      <a:pt x="17" y="34"/>
                    </a:cubicBezTo>
                    <a:cubicBezTo>
                      <a:pt x="14" y="32"/>
                      <a:pt x="12" y="35"/>
                      <a:pt x="9" y="34"/>
                    </a:cubicBezTo>
                    <a:cubicBezTo>
                      <a:pt x="8" y="33"/>
                      <a:pt x="6" y="33"/>
                      <a:pt x="5" y="32"/>
                    </a:cubicBezTo>
                    <a:cubicBezTo>
                      <a:pt x="5" y="31"/>
                      <a:pt x="2" y="28"/>
                      <a:pt x="4" y="28"/>
                    </a:cubicBezTo>
                    <a:cubicBezTo>
                      <a:pt x="7" y="28"/>
                      <a:pt x="11" y="31"/>
                      <a:pt x="14" y="29"/>
                    </a:cubicBezTo>
                    <a:cubicBezTo>
                      <a:pt x="15" y="28"/>
                      <a:pt x="13" y="27"/>
                      <a:pt x="13" y="27"/>
                    </a:cubicBezTo>
                    <a:cubicBezTo>
                      <a:pt x="11" y="26"/>
                      <a:pt x="9" y="26"/>
                      <a:pt x="8" y="26"/>
                    </a:cubicBezTo>
                    <a:cubicBezTo>
                      <a:pt x="5" y="26"/>
                      <a:pt x="0" y="26"/>
                      <a:pt x="0" y="23"/>
                    </a:cubicBezTo>
                    <a:cubicBezTo>
                      <a:pt x="0" y="19"/>
                      <a:pt x="0" y="16"/>
                      <a:pt x="2" y="12"/>
                    </a:cubicBezTo>
                    <a:cubicBezTo>
                      <a:pt x="3" y="9"/>
                      <a:pt x="6" y="7"/>
                      <a:pt x="9" y="5"/>
                    </a:cubicBezTo>
                    <a:cubicBezTo>
                      <a:pt x="11" y="3"/>
                      <a:pt x="13" y="3"/>
                      <a:pt x="16" y="2"/>
                    </a:cubicBezTo>
                    <a:cubicBezTo>
                      <a:pt x="18" y="2"/>
                      <a:pt x="24" y="0"/>
                      <a:pt x="25" y="3"/>
                    </a:cubicBezTo>
                    <a:cubicBezTo>
                      <a:pt x="25" y="2"/>
                      <a:pt x="20" y="7"/>
                      <a:pt x="19" y="7"/>
                    </a:cubicBezTo>
                    <a:cubicBezTo>
                      <a:pt x="17" y="9"/>
                      <a:pt x="15" y="11"/>
                      <a:pt x="17" y="13"/>
                    </a:cubicBezTo>
                    <a:cubicBezTo>
                      <a:pt x="19" y="15"/>
                      <a:pt x="17" y="16"/>
                      <a:pt x="18" y="18"/>
                    </a:cubicBezTo>
                    <a:cubicBezTo>
                      <a:pt x="18" y="20"/>
                      <a:pt x="20" y="21"/>
                      <a:pt x="21" y="22"/>
                    </a:cubicBezTo>
                    <a:cubicBezTo>
                      <a:pt x="22" y="23"/>
                      <a:pt x="24" y="24"/>
                      <a:pt x="25" y="25"/>
                    </a:cubicBezTo>
                    <a:cubicBezTo>
                      <a:pt x="26" y="26"/>
                      <a:pt x="22" y="26"/>
                      <a:pt x="22" y="27"/>
                    </a:cubicBezTo>
                    <a:cubicBezTo>
                      <a:pt x="22" y="26"/>
                      <a:pt x="26" y="29"/>
                      <a:pt x="26" y="29"/>
                    </a:cubicBezTo>
                    <a:cubicBezTo>
                      <a:pt x="27" y="28"/>
                      <a:pt x="26" y="26"/>
                      <a:pt x="26" y="25"/>
                    </a:cubicBezTo>
                    <a:cubicBezTo>
                      <a:pt x="26" y="25"/>
                      <a:pt x="28" y="24"/>
                      <a:pt x="27" y="23"/>
                    </a:cubicBezTo>
                    <a:cubicBezTo>
                      <a:pt x="26" y="22"/>
                      <a:pt x="22" y="21"/>
                      <a:pt x="21" y="20"/>
                    </a:cubicBezTo>
                    <a:cubicBezTo>
                      <a:pt x="20" y="20"/>
                      <a:pt x="19" y="19"/>
                      <a:pt x="20" y="19"/>
                    </a:cubicBezTo>
                    <a:cubicBezTo>
                      <a:pt x="22" y="19"/>
                      <a:pt x="22" y="18"/>
                      <a:pt x="23" y="17"/>
                    </a:cubicBezTo>
                    <a:cubicBezTo>
                      <a:pt x="25" y="16"/>
                      <a:pt x="28" y="18"/>
                      <a:pt x="29" y="19"/>
                    </a:cubicBezTo>
                    <a:cubicBezTo>
                      <a:pt x="28" y="18"/>
                      <a:pt x="27" y="17"/>
                      <a:pt x="27" y="16"/>
                    </a:cubicBezTo>
                    <a:cubicBezTo>
                      <a:pt x="27" y="14"/>
                      <a:pt x="22" y="15"/>
                      <a:pt x="22" y="13"/>
                    </a:cubicBezTo>
                    <a:cubicBezTo>
                      <a:pt x="20" y="7"/>
                      <a:pt x="29" y="12"/>
                      <a:pt x="29" y="12"/>
                    </a:cubicBezTo>
                    <a:cubicBezTo>
                      <a:pt x="29" y="11"/>
                      <a:pt x="23" y="9"/>
                      <a:pt x="23" y="9"/>
                    </a:cubicBezTo>
                    <a:cubicBezTo>
                      <a:pt x="23" y="8"/>
                      <a:pt x="28" y="9"/>
                      <a:pt x="28" y="9"/>
                    </a:cubicBezTo>
                    <a:cubicBezTo>
                      <a:pt x="28" y="8"/>
                      <a:pt x="25" y="7"/>
                      <a:pt x="25" y="7"/>
                    </a:cubicBezTo>
                    <a:cubicBezTo>
                      <a:pt x="24" y="6"/>
                      <a:pt x="25" y="6"/>
                      <a:pt x="26" y="6"/>
                    </a:cubicBezTo>
                    <a:cubicBezTo>
                      <a:pt x="27" y="7"/>
                      <a:pt x="27" y="6"/>
                      <a:pt x="28" y="6"/>
                    </a:cubicBezTo>
                    <a:cubicBezTo>
                      <a:pt x="30" y="5"/>
                      <a:pt x="30" y="6"/>
                      <a:pt x="32" y="6"/>
                    </a:cubicBezTo>
                    <a:cubicBezTo>
                      <a:pt x="29" y="5"/>
                      <a:pt x="33" y="3"/>
                      <a:pt x="34" y="3"/>
                    </a:cubicBezTo>
                    <a:cubicBezTo>
                      <a:pt x="36" y="2"/>
                      <a:pt x="42" y="2"/>
                      <a:pt x="43" y="4"/>
                    </a:cubicBezTo>
                    <a:cubicBezTo>
                      <a:pt x="44" y="5"/>
                      <a:pt x="44" y="6"/>
                      <a:pt x="44" y="7"/>
                    </a:cubicBezTo>
                    <a:cubicBezTo>
                      <a:pt x="45" y="8"/>
                      <a:pt x="46" y="9"/>
                      <a:pt x="47" y="10"/>
                    </a:cubicBezTo>
                    <a:cubicBezTo>
                      <a:pt x="48" y="12"/>
                      <a:pt x="43" y="16"/>
                      <a:pt x="43" y="16"/>
                    </a:cubicBezTo>
                    <a:cubicBezTo>
                      <a:pt x="44" y="17"/>
                      <a:pt x="46" y="14"/>
                      <a:pt x="47" y="14"/>
                    </a:cubicBezTo>
                    <a:cubicBezTo>
                      <a:pt x="47" y="14"/>
                      <a:pt x="45" y="20"/>
                      <a:pt x="46" y="19"/>
                    </a:cubicBezTo>
                    <a:cubicBezTo>
                      <a:pt x="47" y="19"/>
                      <a:pt x="47" y="17"/>
                      <a:pt x="48" y="17"/>
                    </a:cubicBezTo>
                    <a:cubicBezTo>
                      <a:pt x="50" y="17"/>
                      <a:pt x="50" y="18"/>
                      <a:pt x="52" y="16"/>
                    </a:cubicBezTo>
                    <a:cubicBezTo>
                      <a:pt x="53" y="15"/>
                      <a:pt x="53" y="16"/>
                      <a:pt x="54" y="17"/>
                    </a:cubicBezTo>
                    <a:cubicBezTo>
                      <a:pt x="55" y="18"/>
                      <a:pt x="54" y="18"/>
                      <a:pt x="54" y="19"/>
                    </a:cubicBezTo>
                    <a:cubicBezTo>
                      <a:pt x="54" y="20"/>
                      <a:pt x="59" y="21"/>
                      <a:pt x="60" y="21"/>
                    </a:cubicBezTo>
                    <a:cubicBezTo>
                      <a:pt x="60" y="21"/>
                      <a:pt x="55" y="16"/>
                      <a:pt x="54" y="15"/>
                    </a:cubicBezTo>
                    <a:cubicBezTo>
                      <a:pt x="54" y="15"/>
                      <a:pt x="63" y="18"/>
                      <a:pt x="63" y="17"/>
                    </a:cubicBezTo>
                    <a:cubicBezTo>
                      <a:pt x="63" y="17"/>
                      <a:pt x="57" y="16"/>
                      <a:pt x="57" y="14"/>
                    </a:cubicBezTo>
                    <a:cubicBezTo>
                      <a:pt x="57" y="13"/>
                      <a:pt x="60" y="12"/>
                      <a:pt x="61" y="12"/>
                    </a:cubicBezTo>
                    <a:cubicBezTo>
                      <a:pt x="63" y="11"/>
                      <a:pt x="64" y="12"/>
                      <a:pt x="66" y="13"/>
                    </a:cubicBezTo>
                    <a:cubicBezTo>
                      <a:pt x="69" y="14"/>
                      <a:pt x="73" y="13"/>
                      <a:pt x="74" y="17"/>
                    </a:cubicBezTo>
                    <a:cubicBezTo>
                      <a:pt x="74" y="17"/>
                      <a:pt x="67" y="17"/>
                      <a:pt x="68" y="20"/>
                    </a:cubicBezTo>
                    <a:cubicBezTo>
                      <a:pt x="68" y="19"/>
                      <a:pt x="71" y="18"/>
                      <a:pt x="71" y="18"/>
                    </a:cubicBezTo>
                    <a:cubicBezTo>
                      <a:pt x="73" y="18"/>
                      <a:pt x="70" y="20"/>
                      <a:pt x="70" y="21"/>
                    </a:cubicBezTo>
                    <a:cubicBezTo>
                      <a:pt x="70" y="21"/>
                      <a:pt x="73" y="19"/>
                      <a:pt x="73" y="19"/>
                    </a:cubicBezTo>
                    <a:cubicBezTo>
                      <a:pt x="73" y="18"/>
                      <a:pt x="77" y="18"/>
                      <a:pt x="78" y="19"/>
                    </a:cubicBezTo>
                    <a:cubicBezTo>
                      <a:pt x="82" y="19"/>
                      <a:pt x="73" y="22"/>
                      <a:pt x="74" y="23"/>
                    </a:cubicBezTo>
                    <a:cubicBezTo>
                      <a:pt x="74" y="23"/>
                      <a:pt x="76" y="21"/>
                      <a:pt x="76" y="22"/>
                    </a:cubicBezTo>
                    <a:cubicBezTo>
                      <a:pt x="76" y="23"/>
                      <a:pt x="74" y="25"/>
                      <a:pt x="75" y="26"/>
                    </a:cubicBezTo>
                    <a:cubicBezTo>
                      <a:pt x="74" y="25"/>
                      <a:pt x="78" y="21"/>
                      <a:pt x="79" y="22"/>
                    </a:cubicBezTo>
                    <a:cubicBezTo>
                      <a:pt x="79" y="24"/>
                      <a:pt x="78" y="26"/>
                      <a:pt x="79" y="27"/>
                    </a:cubicBezTo>
                    <a:cubicBezTo>
                      <a:pt x="79" y="27"/>
                      <a:pt x="79" y="23"/>
                      <a:pt x="81" y="23"/>
                    </a:cubicBezTo>
                    <a:cubicBezTo>
                      <a:pt x="83" y="24"/>
                      <a:pt x="80" y="27"/>
                      <a:pt x="81" y="28"/>
                    </a:cubicBezTo>
                    <a:cubicBezTo>
                      <a:pt x="81" y="28"/>
                      <a:pt x="82" y="25"/>
                      <a:pt x="83" y="25"/>
                    </a:cubicBezTo>
                    <a:cubicBezTo>
                      <a:pt x="83" y="25"/>
                      <a:pt x="82" y="28"/>
                      <a:pt x="83" y="28"/>
                    </a:cubicBezTo>
                    <a:cubicBezTo>
                      <a:pt x="82" y="28"/>
                      <a:pt x="85" y="24"/>
                      <a:pt x="86" y="23"/>
                    </a:cubicBezTo>
                    <a:cubicBezTo>
                      <a:pt x="87" y="22"/>
                      <a:pt x="90" y="23"/>
                      <a:pt x="91" y="24"/>
                    </a:cubicBezTo>
                    <a:cubicBezTo>
                      <a:pt x="93" y="25"/>
                      <a:pt x="94" y="27"/>
                      <a:pt x="91" y="27"/>
                    </a:cubicBezTo>
                    <a:cubicBezTo>
                      <a:pt x="90" y="27"/>
                      <a:pt x="86" y="27"/>
                      <a:pt x="86" y="30"/>
                    </a:cubicBezTo>
                    <a:cubicBezTo>
                      <a:pt x="86" y="29"/>
                      <a:pt x="92" y="27"/>
                      <a:pt x="92" y="28"/>
                    </a:cubicBezTo>
                    <a:cubicBezTo>
                      <a:pt x="92" y="28"/>
                      <a:pt x="88" y="30"/>
                      <a:pt x="88" y="31"/>
                    </a:cubicBezTo>
                    <a:cubicBezTo>
                      <a:pt x="88" y="30"/>
                      <a:pt x="92" y="30"/>
                      <a:pt x="92" y="30"/>
                    </a:cubicBezTo>
                    <a:cubicBezTo>
                      <a:pt x="93" y="29"/>
                      <a:pt x="95" y="26"/>
                      <a:pt x="96" y="27"/>
                    </a:cubicBezTo>
                    <a:cubicBezTo>
                      <a:pt x="97" y="29"/>
                      <a:pt x="96" y="31"/>
                      <a:pt x="94" y="31"/>
                    </a:cubicBezTo>
                    <a:cubicBezTo>
                      <a:pt x="93" y="32"/>
                      <a:pt x="92" y="33"/>
                      <a:pt x="91" y="34"/>
                    </a:cubicBezTo>
                    <a:cubicBezTo>
                      <a:pt x="91" y="34"/>
                      <a:pt x="93" y="32"/>
                      <a:pt x="94" y="32"/>
                    </a:cubicBezTo>
                    <a:cubicBezTo>
                      <a:pt x="94" y="32"/>
                      <a:pt x="93" y="36"/>
                      <a:pt x="93" y="36"/>
                    </a:cubicBezTo>
                    <a:cubicBezTo>
                      <a:pt x="92" y="34"/>
                      <a:pt x="99" y="27"/>
                      <a:pt x="100" y="29"/>
                    </a:cubicBezTo>
                    <a:cubicBezTo>
                      <a:pt x="101" y="30"/>
                      <a:pt x="99" y="31"/>
                      <a:pt x="98" y="31"/>
                    </a:cubicBezTo>
                    <a:cubicBezTo>
                      <a:pt x="99" y="31"/>
                      <a:pt x="102" y="31"/>
                      <a:pt x="103" y="31"/>
                    </a:cubicBezTo>
                    <a:cubicBezTo>
                      <a:pt x="104" y="31"/>
                      <a:pt x="106" y="31"/>
                      <a:pt x="107" y="32"/>
                    </a:cubicBezTo>
                    <a:cubicBezTo>
                      <a:pt x="108" y="35"/>
                      <a:pt x="98" y="35"/>
                      <a:pt x="99" y="38"/>
                    </a:cubicBezTo>
                    <a:cubicBezTo>
                      <a:pt x="99" y="38"/>
                      <a:pt x="102" y="35"/>
                      <a:pt x="103" y="35"/>
                    </a:cubicBezTo>
                    <a:cubicBezTo>
                      <a:pt x="104" y="35"/>
                      <a:pt x="106" y="35"/>
                      <a:pt x="106" y="36"/>
                    </a:cubicBezTo>
                    <a:cubicBezTo>
                      <a:pt x="107" y="37"/>
                      <a:pt x="101" y="39"/>
                      <a:pt x="101" y="39"/>
                    </a:cubicBezTo>
                    <a:cubicBezTo>
                      <a:pt x="101" y="39"/>
                      <a:pt x="104" y="38"/>
                      <a:pt x="104" y="38"/>
                    </a:cubicBezTo>
                    <a:cubicBezTo>
                      <a:pt x="105" y="38"/>
                      <a:pt x="107" y="37"/>
                      <a:pt x="108" y="36"/>
                    </a:cubicBezTo>
                    <a:cubicBezTo>
                      <a:pt x="109" y="36"/>
                      <a:pt x="108" y="35"/>
                      <a:pt x="109" y="34"/>
                    </a:cubicBezTo>
                    <a:cubicBezTo>
                      <a:pt x="110" y="34"/>
                      <a:pt x="112" y="36"/>
                      <a:pt x="112" y="37"/>
                    </a:cubicBezTo>
                    <a:cubicBezTo>
                      <a:pt x="116" y="40"/>
                      <a:pt x="112" y="39"/>
                      <a:pt x="109" y="40"/>
                    </a:cubicBezTo>
                    <a:cubicBezTo>
                      <a:pt x="109" y="40"/>
                      <a:pt x="102" y="42"/>
                      <a:pt x="102" y="41"/>
                    </a:cubicBezTo>
                    <a:cubicBezTo>
                      <a:pt x="102" y="42"/>
                      <a:pt x="118" y="42"/>
                      <a:pt x="117" y="44"/>
                    </a:cubicBezTo>
                    <a:cubicBezTo>
                      <a:pt x="116" y="45"/>
                      <a:pt x="111" y="45"/>
                      <a:pt x="110" y="44"/>
                    </a:cubicBezTo>
                    <a:cubicBezTo>
                      <a:pt x="110" y="44"/>
                      <a:pt x="106" y="45"/>
                      <a:pt x="106" y="45"/>
                    </a:cubicBezTo>
                    <a:cubicBezTo>
                      <a:pt x="107" y="46"/>
                      <a:pt x="110" y="45"/>
                      <a:pt x="110" y="46"/>
                    </a:cubicBezTo>
                    <a:cubicBezTo>
                      <a:pt x="111" y="46"/>
                      <a:pt x="107" y="47"/>
                      <a:pt x="107" y="48"/>
                    </a:cubicBezTo>
                    <a:cubicBezTo>
                      <a:pt x="107" y="50"/>
                      <a:pt x="111" y="51"/>
                      <a:pt x="112" y="51"/>
                    </a:cubicBezTo>
                    <a:cubicBezTo>
                      <a:pt x="114" y="52"/>
                      <a:pt x="117" y="52"/>
                      <a:pt x="118" y="54"/>
                    </a:cubicBezTo>
                    <a:cubicBezTo>
                      <a:pt x="119" y="55"/>
                      <a:pt x="119" y="56"/>
                      <a:pt x="120" y="56"/>
                    </a:cubicBezTo>
                    <a:cubicBezTo>
                      <a:pt x="120" y="56"/>
                      <a:pt x="122" y="55"/>
                      <a:pt x="122" y="55"/>
                    </a:cubicBezTo>
                    <a:cubicBezTo>
                      <a:pt x="122" y="55"/>
                      <a:pt x="122" y="57"/>
                      <a:pt x="123" y="57"/>
                    </a:cubicBezTo>
                    <a:cubicBezTo>
                      <a:pt x="123" y="57"/>
                      <a:pt x="123" y="55"/>
                      <a:pt x="124" y="55"/>
                    </a:cubicBezTo>
                    <a:cubicBezTo>
                      <a:pt x="124" y="55"/>
                      <a:pt x="124" y="57"/>
                      <a:pt x="124" y="57"/>
                    </a:cubicBezTo>
                    <a:cubicBezTo>
                      <a:pt x="124" y="58"/>
                      <a:pt x="126" y="57"/>
                      <a:pt x="127" y="57"/>
                    </a:cubicBezTo>
                    <a:cubicBezTo>
                      <a:pt x="127" y="57"/>
                      <a:pt x="129" y="58"/>
                      <a:pt x="129" y="59"/>
                    </a:cubicBezTo>
                    <a:cubicBezTo>
                      <a:pt x="129" y="60"/>
                      <a:pt x="128" y="59"/>
                      <a:pt x="128" y="60"/>
                    </a:cubicBezTo>
                    <a:cubicBezTo>
                      <a:pt x="129" y="59"/>
                      <a:pt x="138" y="62"/>
                      <a:pt x="138" y="62"/>
                    </a:cubicBezTo>
                    <a:cubicBezTo>
                      <a:pt x="137" y="63"/>
                      <a:pt x="137" y="63"/>
                      <a:pt x="137" y="63"/>
                    </a:cubicBezTo>
                    <a:cubicBezTo>
                      <a:pt x="137" y="64"/>
                      <a:pt x="139" y="63"/>
                      <a:pt x="139" y="63"/>
                    </a:cubicBezTo>
                    <a:cubicBezTo>
                      <a:pt x="140" y="62"/>
                      <a:pt x="140" y="63"/>
                      <a:pt x="141" y="64"/>
                    </a:cubicBezTo>
                    <a:cubicBezTo>
                      <a:pt x="142" y="64"/>
                      <a:pt x="144" y="66"/>
                      <a:pt x="143" y="67"/>
                    </a:cubicBezTo>
                    <a:cubicBezTo>
                      <a:pt x="143" y="67"/>
                      <a:pt x="141" y="67"/>
                      <a:pt x="141" y="67"/>
                    </a:cubicBezTo>
                    <a:cubicBezTo>
                      <a:pt x="141" y="68"/>
                      <a:pt x="143" y="68"/>
                      <a:pt x="142" y="69"/>
                    </a:cubicBezTo>
                    <a:cubicBezTo>
                      <a:pt x="142" y="69"/>
                      <a:pt x="139" y="69"/>
                      <a:pt x="139" y="69"/>
                    </a:cubicBezTo>
                    <a:cubicBezTo>
                      <a:pt x="137" y="70"/>
                      <a:pt x="139" y="70"/>
                      <a:pt x="139" y="71"/>
                    </a:cubicBezTo>
                    <a:cubicBezTo>
                      <a:pt x="140" y="73"/>
                      <a:pt x="136" y="71"/>
                      <a:pt x="135" y="71"/>
                    </a:cubicBezTo>
                    <a:cubicBezTo>
                      <a:pt x="136" y="72"/>
                      <a:pt x="138" y="73"/>
                      <a:pt x="137" y="74"/>
                    </a:cubicBezTo>
                    <a:cubicBezTo>
                      <a:pt x="136" y="74"/>
                      <a:pt x="132" y="74"/>
                      <a:pt x="133" y="73"/>
                    </a:cubicBezTo>
                    <a:cubicBezTo>
                      <a:pt x="132" y="74"/>
                      <a:pt x="135" y="76"/>
                      <a:pt x="134" y="77"/>
                    </a:cubicBezTo>
                    <a:cubicBezTo>
                      <a:pt x="133" y="77"/>
                      <a:pt x="133" y="75"/>
                      <a:pt x="132" y="76"/>
                    </a:cubicBezTo>
                    <a:cubicBezTo>
                      <a:pt x="131" y="77"/>
                      <a:pt x="135" y="82"/>
                      <a:pt x="131" y="79"/>
                    </a:cubicBezTo>
                    <a:cubicBezTo>
                      <a:pt x="131" y="79"/>
                      <a:pt x="128" y="77"/>
                      <a:pt x="128" y="77"/>
                    </a:cubicBezTo>
                    <a:cubicBezTo>
                      <a:pt x="127" y="78"/>
                      <a:pt x="127" y="79"/>
                      <a:pt x="126" y="79"/>
                    </a:cubicBezTo>
                    <a:cubicBezTo>
                      <a:pt x="126" y="78"/>
                      <a:pt x="127" y="77"/>
                      <a:pt x="127" y="76"/>
                    </a:cubicBezTo>
                    <a:cubicBezTo>
                      <a:pt x="127" y="77"/>
                      <a:pt x="125" y="77"/>
                      <a:pt x="125" y="77"/>
                    </a:cubicBezTo>
                    <a:cubicBezTo>
                      <a:pt x="124" y="76"/>
                      <a:pt x="126" y="75"/>
                      <a:pt x="125" y="74"/>
                    </a:cubicBezTo>
                    <a:cubicBezTo>
                      <a:pt x="125" y="74"/>
                      <a:pt x="123" y="75"/>
                      <a:pt x="123" y="75"/>
                    </a:cubicBezTo>
                    <a:cubicBezTo>
                      <a:pt x="122" y="74"/>
                      <a:pt x="123" y="72"/>
                      <a:pt x="123" y="72"/>
                    </a:cubicBezTo>
                    <a:cubicBezTo>
                      <a:pt x="124" y="72"/>
                      <a:pt x="128" y="70"/>
                      <a:pt x="127" y="70"/>
                    </a:cubicBezTo>
                    <a:cubicBezTo>
                      <a:pt x="126" y="69"/>
                      <a:pt x="122" y="73"/>
                      <a:pt x="120" y="72"/>
                    </a:cubicBezTo>
                    <a:cubicBezTo>
                      <a:pt x="120" y="72"/>
                      <a:pt x="123" y="69"/>
                      <a:pt x="122" y="69"/>
                    </a:cubicBezTo>
                    <a:cubicBezTo>
                      <a:pt x="121" y="69"/>
                      <a:pt x="120" y="71"/>
                      <a:pt x="119" y="70"/>
                    </a:cubicBezTo>
                    <a:cubicBezTo>
                      <a:pt x="118" y="69"/>
                      <a:pt x="117" y="69"/>
                      <a:pt x="116" y="68"/>
                    </a:cubicBezTo>
                    <a:cubicBezTo>
                      <a:pt x="115" y="67"/>
                      <a:pt x="114" y="66"/>
                      <a:pt x="113" y="67"/>
                    </a:cubicBezTo>
                    <a:cubicBezTo>
                      <a:pt x="113" y="68"/>
                      <a:pt x="113" y="68"/>
                      <a:pt x="113" y="69"/>
                    </a:cubicBezTo>
                    <a:cubicBezTo>
                      <a:pt x="113" y="69"/>
                      <a:pt x="112" y="69"/>
                      <a:pt x="112" y="69"/>
                    </a:cubicBezTo>
                    <a:cubicBezTo>
                      <a:pt x="112" y="70"/>
                      <a:pt x="116" y="72"/>
                      <a:pt x="112" y="72"/>
                    </a:cubicBezTo>
                    <a:cubicBezTo>
                      <a:pt x="111" y="72"/>
                      <a:pt x="107" y="71"/>
                      <a:pt x="108" y="70"/>
                    </a:cubicBezTo>
                    <a:cubicBezTo>
                      <a:pt x="107" y="72"/>
                      <a:pt x="111" y="74"/>
                      <a:pt x="112" y="75"/>
                    </a:cubicBezTo>
                    <a:cubicBezTo>
                      <a:pt x="114" y="75"/>
                      <a:pt x="114" y="78"/>
                      <a:pt x="115" y="79"/>
                    </a:cubicBezTo>
                    <a:cubicBezTo>
                      <a:pt x="116" y="80"/>
                      <a:pt x="116" y="81"/>
                      <a:pt x="117" y="81"/>
                    </a:cubicBezTo>
                    <a:cubicBezTo>
                      <a:pt x="118" y="81"/>
                      <a:pt x="117" y="80"/>
                      <a:pt x="118" y="80"/>
                    </a:cubicBezTo>
                    <a:cubicBezTo>
                      <a:pt x="118" y="80"/>
                      <a:pt x="119" y="81"/>
                      <a:pt x="119" y="82"/>
                    </a:cubicBezTo>
                    <a:cubicBezTo>
                      <a:pt x="120" y="83"/>
                      <a:pt x="120" y="82"/>
                      <a:pt x="121" y="81"/>
                    </a:cubicBezTo>
                    <a:cubicBezTo>
                      <a:pt x="122" y="81"/>
                      <a:pt x="121" y="85"/>
                      <a:pt x="122" y="84"/>
                    </a:cubicBezTo>
                    <a:cubicBezTo>
                      <a:pt x="123" y="84"/>
                      <a:pt x="122" y="83"/>
                      <a:pt x="123" y="82"/>
                    </a:cubicBezTo>
                    <a:cubicBezTo>
                      <a:pt x="123" y="82"/>
                      <a:pt x="123" y="84"/>
                      <a:pt x="123" y="85"/>
                    </a:cubicBezTo>
                    <a:cubicBezTo>
                      <a:pt x="123" y="86"/>
                      <a:pt x="123" y="86"/>
                      <a:pt x="124" y="87"/>
                    </a:cubicBezTo>
                    <a:cubicBezTo>
                      <a:pt x="125" y="87"/>
                      <a:pt x="126" y="88"/>
                      <a:pt x="126" y="89"/>
                    </a:cubicBezTo>
                    <a:cubicBezTo>
                      <a:pt x="127" y="89"/>
                      <a:pt x="128" y="93"/>
                      <a:pt x="128" y="93"/>
                    </a:cubicBezTo>
                    <a:cubicBezTo>
                      <a:pt x="127" y="92"/>
                      <a:pt x="127" y="91"/>
                      <a:pt x="127" y="91"/>
                    </a:cubicBezTo>
                    <a:cubicBezTo>
                      <a:pt x="126" y="91"/>
                      <a:pt x="127" y="95"/>
                      <a:pt x="127" y="95"/>
                    </a:cubicBezTo>
                    <a:cubicBezTo>
                      <a:pt x="127" y="95"/>
                      <a:pt x="125" y="91"/>
                      <a:pt x="124" y="90"/>
                    </a:cubicBezTo>
                    <a:cubicBezTo>
                      <a:pt x="124" y="90"/>
                      <a:pt x="125" y="94"/>
                      <a:pt x="126" y="95"/>
                    </a:cubicBezTo>
                    <a:cubicBezTo>
                      <a:pt x="126" y="98"/>
                      <a:pt x="124" y="95"/>
                      <a:pt x="124" y="96"/>
                    </a:cubicBezTo>
                    <a:cubicBezTo>
                      <a:pt x="123" y="97"/>
                      <a:pt x="128" y="99"/>
                      <a:pt x="128" y="100"/>
                    </a:cubicBezTo>
                    <a:cubicBezTo>
                      <a:pt x="128" y="101"/>
                      <a:pt x="119" y="95"/>
                      <a:pt x="118" y="95"/>
                    </a:cubicBezTo>
                    <a:cubicBezTo>
                      <a:pt x="118" y="95"/>
                      <a:pt x="118" y="96"/>
                      <a:pt x="118" y="96"/>
                    </a:cubicBezTo>
                    <a:cubicBezTo>
                      <a:pt x="118" y="97"/>
                      <a:pt x="116" y="93"/>
                      <a:pt x="115" y="93"/>
                    </a:cubicBezTo>
                    <a:cubicBezTo>
                      <a:pt x="115" y="93"/>
                      <a:pt x="116" y="95"/>
                      <a:pt x="116" y="95"/>
                    </a:cubicBezTo>
                    <a:cubicBezTo>
                      <a:pt x="115" y="96"/>
                      <a:pt x="113" y="92"/>
                      <a:pt x="112" y="91"/>
                    </a:cubicBezTo>
                    <a:cubicBezTo>
                      <a:pt x="111" y="90"/>
                      <a:pt x="111" y="92"/>
                      <a:pt x="110" y="93"/>
                    </a:cubicBezTo>
                    <a:cubicBezTo>
                      <a:pt x="110" y="94"/>
                      <a:pt x="108" y="90"/>
                      <a:pt x="108" y="90"/>
                    </a:cubicBezTo>
                    <a:cubicBezTo>
                      <a:pt x="108" y="90"/>
                      <a:pt x="105" y="90"/>
                      <a:pt x="105" y="90"/>
                    </a:cubicBezTo>
                    <a:cubicBezTo>
                      <a:pt x="105" y="91"/>
                      <a:pt x="106" y="92"/>
                      <a:pt x="107" y="92"/>
                    </a:cubicBezTo>
                    <a:cubicBezTo>
                      <a:pt x="108" y="93"/>
                      <a:pt x="108" y="93"/>
                      <a:pt x="109" y="94"/>
                    </a:cubicBezTo>
                    <a:cubicBezTo>
                      <a:pt x="110" y="95"/>
                      <a:pt x="112" y="96"/>
                      <a:pt x="114" y="97"/>
                    </a:cubicBezTo>
                    <a:cubicBezTo>
                      <a:pt x="116" y="99"/>
                      <a:pt x="117" y="100"/>
                      <a:pt x="118" y="102"/>
                    </a:cubicBezTo>
                    <a:cubicBezTo>
                      <a:pt x="120" y="105"/>
                      <a:pt x="120" y="105"/>
                      <a:pt x="117" y="104"/>
                    </a:cubicBezTo>
                    <a:cubicBezTo>
                      <a:pt x="113" y="102"/>
                      <a:pt x="106" y="103"/>
                      <a:pt x="103" y="99"/>
                    </a:cubicBezTo>
                    <a:cubicBezTo>
                      <a:pt x="102" y="97"/>
                      <a:pt x="99" y="99"/>
                      <a:pt x="97" y="97"/>
                    </a:cubicBezTo>
                    <a:cubicBezTo>
                      <a:pt x="96" y="96"/>
                      <a:pt x="90" y="94"/>
                      <a:pt x="90" y="93"/>
                    </a:cubicBezTo>
                    <a:cubicBezTo>
                      <a:pt x="90" y="92"/>
                      <a:pt x="93" y="93"/>
                      <a:pt x="93" y="92"/>
                    </a:cubicBezTo>
                    <a:cubicBezTo>
                      <a:pt x="94" y="91"/>
                      <a:pt x="91" y="90"/>
                      <a:pt x="91" y="90"/>
                    </a:cubicBezTo>
                    <a:cubicBezTo>
                      <a:pt x="88" y="89"/>
                      <a:pt x="86" y="87"/>
                      <a:pt x="84" y="86"/>
                    </a:cubicBezTo>
                    <a:cubicBezTo>
                      <a:pt x="83" y="85"/>
                      <a:pt x="84" y="84"/>
                      <a:pt x="82" y="84"/>
                    </a:cubicBezTo>
                    <a:cubicBezTo>
                      <a:pt x="82" y="83"/>
                      <a:pt x="77" y="83"/>
                      <a:pt x="77" y="83"/>
                    </a:cubicBezTo>
                    <a:cubicBezTo>
                      <a:pt x="77" y="84"/>
                      <a:pt x="78" y="82"/>
                      <a:pt x="77" y="8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3" name="Freeform 549">
                <a:extLst>
                  <a:ext uri="{FF2B5EF4-FFF2-40B4-BE49-F238E27FC236}">
                    <a16:creationId xmlns:a16="http://schemas.microsoft.com/office/drawing/2014/main" id="{90668128-1AA2-6744-A26B-08E97DE8D531}"/>
                  </a:ext>
                </a:extLst>
              </p:cNvPr>
              <p:cNvSpPr>
                <a:spLocks/>
              </p:cNvSpPr>
              <p:nvPr/>
            </p:nvSpPr>
            <p:spPr bwMode="auto">
              <a:xfrm>
                <a:off x="8372164" y="5637283"/>
                <a:ext cx="57323" cy="19114"/>
              </a:xfrm>
              <a:custGeom>
                <a:avLst/>
                <a:gdLst>
                  <a:gd name="T0" fmla="*/ 5 w 6"/>
                  <a:gd name="T1" fmla="*/ 1 h 2"/>
                  <a:gd name="T2" fmla="*/ 1 w 6"/>
                  <a:gd name="T3" fmla="*/ 0 h 2"/>
                  <a:gd name="T4" fmla="*/ 5 w 6"/>
                  <a:gd name="T5" fmla="*/ 1 h 2"/>
                </a:gdLst>
                <a:ahLst/>
                <a:cxnLst>
                  <a:cxn ang="0">
                    <a:pos x="T0" y="T1"/>
                  </a:cxn>
                  <a:cxn ang="0">
                    <a:pos x="T2" y="T3"/>
                  </a:cxn>
                  <a:cxn ang="0">
                    <a:pos x="T4" y="T5"/>
                  </a:cxn>
                </a:cxnLst>
                <a:rect l="0" t="0" r="r" b="b"/>
                <a:pathLst>
                  <a:path w="6" h="2">
                    <a:moveTo>
                      <a:pt x="5" y="1"/>
                    </a:moveTo>
                    <a:cubicBezTo>
                      <a:pt x="5" y="2"/>
                      <a:pt x="0" y="0"/>
                      <a:pt x="1" y="0"/>
                    </a:cubicBezTo>
                    <a:cubicBezTo>
                      <a:pt x="3" y="0"/>
                      <a:pt x="6" y="0"/>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4" name="Freeform 550">
                <a:extLst>
                  <a:ext uri="{FF2B5EF4-FFF2-40B4-BE49-F238E27FC236}">
                    <a16:creationId xmlns:a16="http://schemas.microsoft.com/office/drawing/2014/main" id="{7BEA9EF7-83C9-E643-A5AA-FD1B5568C7B7}"/>
                  </a:ext>
                </a:extLst>
              </p:cNvPr>
              <p:cNvSpPr>
                <a:spLocks/>
              </p:cNvSpPr>
              <p:nvPr/>
            </p:nvSpPr>
            <p:spPr bwMode="auto">
              <a:xfrm>
                <a:off x="8203376" y="5226347"/>
                <a:ext cx="76432" cy="19114"/>
              </a:xfrm>
              <a:custGeom>
                <a:avLst/>
                <a:gdLst>
                  <a:gd name="T0" fmla="*/ 7 w 8"/>
                  <a:gd name="T1" fmla="*/ 1 h 2"/>
                  <a:gd name="T2" fmla="*/ 2 w 8"/>
                  <a:gd name="T3" fmla="*/ 2 h 2"/>
                  <a:gd name="T4" fmla="*/ 3 w 8"/>
                  <a:gd name="T5" fmla="*/ 0 h 2"/>
                  <a:gd name="T6" fmla="*/ 7 w 8"/>
                  <a:gd name="T7" fmla="*/ 1 h 2"/>
                  <a:gd name="T8" fmla="*/ 7 w 8"/>
                  <a:gd name="T9" fmla="*/ 1 h 2"/>
                </a:gdLst>
                <a:ahLst/>
                <a:cxnLst>
                  <a:cxn ang="0">
                    <a:pos x="T0" y="T1"/>
                  </a:cxn>
                  <a:cxn ang="0">
                    <a:pos x="T2" y="T3"/>
                  </a:cxn>
                  <a:cxn ang="0">
                    <a:pos x="T4" y="T5"/>
                  </a:cxn>
                  <a:cxn ang="0">
                    <a:pos x="T6" y="T7"/>
                  </a:cxn>
                  <a:cxn ang="0">
                    <a:pos x="T8" y="T9"/>
                  </a:cxn>
                </a:cxnLst>
                <a:rect l="0" t="0" r="r" b="b"/>
                <a:pathLst>
                  <a:path w="8" h="2">
                    <a:moveTo>
                      <a:pt x="7" y="1"/>
                    </a:moveTo>
                    <a:cubicBezTo>
                      <a:pt x="8" y="2"/>
                      <a:pt x="3" y="2"/>
                      <a:pt x="2" y="2"/>
                    </a:cubicBezTo>
                    <a:cubicBezTo>
                      <a:pt x="0" y="1"/>
                      <a:pt x="2" y="0"/>
                      <a:pt x="3" y="0"/>
                    </a:cubicBezTo>
                    <a:cubicBezTo>
                      <a:pt x="5" y="0"/>
                      <a:pt x="7" y="0"/>
                      <a:pt x="7" y="1"/>
                    </a:cubicBezTo>
                    <a:cubicBezTo>
                      <a:pt x="8" y="2"/>
                      <a:pt x="7" y="0"/>
                      <a:pt x="7"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5" name="Freeform 551">
                <a:extLst>
                  <a:ext uri="{FF2B5EF4-FFF2-40B4-BE49-F238E27FC236}">
                    <a16:creationId xmlns:a16="http://schemas.microsoft.com/office/drawing/2014/main" id="{3F08C62A-25CC-F34C-BFDB-89B9F75DD4F5}"/>
                  </a:ext>
                </a:extLst>
              </p:cNvPr>
              <p:cNvSpPr>
                <a:spLocks/>
              </p:cNvSpPr>
              <p:nvPr/>
            </p:nvSpPr>
            <p:spPr bwMode="auto">
              <a:xfrm>
                <a:off x="8091911" y="5207233"/>
                <a:ext cx="111465" cy="92380"/>
              </a:xfrm>
              <a:custGeom>
                <a:avLst/>
                <a:gdLst>
                  <a:gd name="T0" fmla="*/ 10 w 12"/>
                  <a:gd name="T1" fmla="*/ 7 h 10"/>
                  <a:gd name="T2" fmla="*/ 3 w 12"/>
                  <a:gd name="T3" fmla="*/ 9 h 10"/>
                  <a:gd name="T4" fmla="*/ 2 w 12"/>
                  <a:gd name="T5" fmla="*/ 2 h 10"/>
                  <a:gd name="T6" fmla="*/ 9 w 12"/>
                  <a:gd name="T7" fmla="*/ 0 h 10"/>
                  <a:gd name="T8" fmla="*/ 10 w 12"/>
                  <a:gd name="T9" fmla="*/ 7 h 10"/>
                  <a:gd name="T10" fmla="*/ 10 w 12"/>
                  <a:gd name="T11" fmla="*/ 7 h 10"/>
                </a:gdLst>
                <a:ahLst/>
                <a:cxnLst>
                  <a:cxn ang="0">
                    <a:pos x="T0" y="T1"/>
                  </a:cxn>
                  <a:cxn ang="0">
                    <a:pos x="T2" y="T3"/>
                  </a:cxn>
                  <a:cxn ang="0">
                    <a:pos x="T4" y="T5"/>
                  </a:cxn>
                  <a:cxn ang="0">
                    <a:pos x="T6" y="T7"/>
                  </a:cxn>
                  <a:cxn ang="0">
                    <a:pos x="T8" y="T9"/>
                  </a:cxn>
                  <a:cxn ang="0">
                    <a:pos x="T10" y="T11"/>
                  </a:cxn>
                </a:cxnLst>
                <a:rect l="0" t="0" r="r" b="b"/>
                <a:pathLst>
                  <a:path w="12" h="10">
                    <a:moveTo>
                      <a:pt x="10" y="7"/>
                    </a:moveTo>
                    <a:cubicBezTo>
                      <a:pt x="8" y="8"/>
                      <a:pt x="6" y="10"/>
                      <a:pt x="3" y="9"/>
                    </a:cubicBezTo>
                    <a:cubicBezTo>
                      <a:pt x="0" y="7"/>
                      <a:pt x="0" y="4"/>
                      <a:pt x="2" y="2"/>
                    </a:cubicBezTo>
                    <a:cubicBezTo>
                      <a:pt x="3" y="0"/>
                      <a:pt x="7" y="0"/>
                      <a:pt x="9" y="0"/>
                    </a:cubicBezTo>
                    <a:cubicBezTo>
                      <a:pt x="11" y="0"/>
                      <a:pt x="12" y="5"/>
                      <a:pt x="10" y="7"/>
                    </a:cubicBezTo>
                    <a:cubicBezTo>
                      <a:pt x="9" y="8"/>
                      <a:pt x="12" y="6"/>
                      <a:pt x="10"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6" name="Freeform 552">
                <a:extLst>
                  <a:ext uri="{FF2B5EF4-FFF2-40B4-BE49-F238E27FC236}">
                    <a16:creationId xmlns:a16="http://schemas.microsoft.com/office/drawing/2014/main" id="{34427D78-07A0-6B46-9EAD-582DF4304A54}"/>
                  </a:ext>
                </a:extLst>
              </p:cNvPr>
              <p:cNvSpPr>
                <a:spLocks/>
              </p:cNvSpPr>
              <p:nvPr/>
            </p:nvSpPr>
            <p:spPr bwMode="auto">
              <a:xfrm>
                <a:off x="7989999" y="5124408"/>
                <a:ext cx="63695" cy="35042"/>
              </a:xfrm>
              <a:custGeom>
                <a:avLst/>
                <a:gdLst>
                  <a:gd name="T0" fmla="*/ 1 w 7"/>
                  <a:gd name="T1" fmla="*/ 4 h 4"/>
                  <a:gd name="T2" fmla="*/ 5 w 7"/>
                  <a:gd name="T3" fmla="*/ 0 h 4"/>
                  <a:gd name="T4" fmla="*/ 1 w 7"/>
                  <a:gd name="T5" fmla="*/ 4 h 4"/>
                </a:gdLst>
                <a:ahLst/>
                <a:cxnLst>
                  <a:cxn ang="0">
                    <a:pos x="T0" y="T1"/>
                  </a:cxn>
                  <a:cxn ang="0">
                    <a:pos x="T2" y="T3"/>
                  </a:cxn>
                  <a:cxn ang="0">
                    <a:pos x="T4" y="T5"/>
                  </a:cxn>
                </a:cxnLst>
                <a:rect l="0" t="0" r="r" b="b"/>
                <a:pathLst>
                  <a:path w="7" h="4">
                    <a:moveTo>
                      <a:pt x="1" y="4"/>
                    </a:moveTo>
                    <a:cubicBezTo>
                      <a:pt x="0" y="4"/>
                      <a:pt x="4" y="0"/>
                      <a:pt x="5" y="0"/>
                    </a:cubicBezTo>
                    <a:cubicBezTo>
                      <a:pt x="7" y="1"/>
                      <a:pt x="3" y="4"/>
                      <a:pt x="1"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7" name="Freeform 553">
                <a:extLst>
                  <a:ext uri="{FF2B5EF4-FFF2-40B4-BE49-F238E27FC236}">
                    <a16:creationId xmlns:a16="http://schemas.microsoft.com/office/drawing/2014/main" id="{E512F8F4-D661-4A44-B79C-15C51F88E9A9}"/>
                  </a:ext>
                </a:extLst>
              </p:cNvPr>
              <p:cNvSpPr>
                <a:spLocks/>
              </p:cNvSpPr>
              <p:nvPr/>
            </p:nvSpPr>
            <p:spPr bwMode="auto">
              <a:xfrm>
                <a:off x="8082358" y="5114850"/>
                <a:ext cx="57323" cy="28669"/>
              </a:xfrm>
              <a:custGeom>
                <a:avLst/>
                <a:gdLst>
                  <a:gd name="T0" fmla="*/ 2 w 6"/>
                  <a:gd name="T1" fmla="*/ 3 h 3"/>
                  <a:gd name="T2" fmla="*/ 2 w 6"/>
                  <a:gd name="T3" fmla="*/ 1 h 3"/>
                  <a:gd name="T4" fmla="*/ 2 w 6"/>
                  <a:gd name="T5" fmla="*/ 3 h 3"/>
                </a:gdLst>
                <a:ahLst/>
                <a:cxnLst>
                  <a:cxn ang="0">
                    <a:pos x="T0" y="T1"/>
                  </a:cxn>
                  <a:cxn ang="0">
                    <a:pos x="T2" y="T3"/>
                  </a:cxn>
                  <a:cxn ang="0">
                    <a:pos x="T4" y="T5"/>
                  </a:cxn>
                </a:cxnLst>
                <a:rect l="0" t="0" r="r" b="b"/>
                <a:pathLst>
                  <a:path w="6" h="3">
                    <a:moveTo>
                      <a:pt x="2" y="3"/>
                    </a:moveTo>
                    <a:cubicBezTo>
                      <a:pt x="2" y="3"/>
                      <a:pt x="0" y="1"/>
                      <a:pt x="2" y="1"/>
                    </a:cubicBezTo>
                    <a:cubicBezTo>
                      <a:pt x="3" y="0"/>
                      <a:pt x="6" y="3"/>
                      <a:pt x="2"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8" name="Freeform 554">
                <a:extLst>
                  <a:ext uri="{FF2B5EF4-FFF2-40B4-BE49-F238E27FC236}">
                    <a16:creationId xmlns:a16="http://schemas.microsoft.com/office/drawing/2014/main" id="{DB5D89A1-89AE-7240-B62B-F67854DC59D5}"/>
                  </a:ext>
                </a:extLst>
              </p:cNvPr>
              <p:cNvSpPr>
                <a:spLocks/>
              </p:cNvSpPr>
              <p:nvPr/>
            </p:nvSpPr>
            <p:spPr bwMode="auto">
              <a:xfrm>
                <a:off x="8028216" y="5095739"/>
                <a:ext cx="44586" cy="19114"/>
              </a:xfrm>
              <a:custGeom>
                <a:avLst/>
                <a:gdLst>
                  <a:gd name="T0" fmla="*/ 0 w 5"/>
                  <a:gd name="T1" fmla="*/ 1 h 2"/>
                  <a:gd name="T2" fmla="*/ 4 w 5"/>
                  <a:gd name="T3" fmla="*/ 0 h 2"/>
                  <a:gd name="T4" fmla="*/ 0 w 5"/>
                  <a:gd name="T5" fmla="*/ 1 h 2"/>
                </a:gdLst>
                <a:ahLst/>
                <a:cxnLst>
                  <a:cxn ang="0">
                    <a:pos x="T0" y="T1"/>
                  </a:cxn>
                  <a:cxn ang="0">
                    <a:pos x="T2" y="T3"/>
                  </a:cxn>
                  <a:cxn ang="0">
                    <a:pos x="T4" y="T5"/>
                  </a:cxn>
                </a:cxnLst>
                <a:rect l="0" t="0" r="r" b="b"/>
                <a:pathLst>
                  <a:path w="5" h="2">
                    <a:moveTo>
                      <a:pt x="0" y="1"/>
                    </a:moveTo>
                    <a:cubicBezTo>
                      <a:pt x="2" y="2"/>
                      <a:pt x="5" y="1"/>
                      <a:pt x="4" y="0"/>
                    </a:cubicBezTo>
                    <a:cubicBezTo>
                      <a:pt x="2" y="0"/>
                      <a:pt x="0" y="1"/>
                      <a:pt x="0"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79" name="Freeform 555">
                <a:extLst>
                  <a:ext uri="{FF2B5EF4-FFF2-40B4-BE49-F238E27FC236}">
                    <a16:creationId xmlns:a16="http://schemas.microsoft.com/office/drawing/2014/main" id="{A51BE021-B51A-CE49-94D5-291C19ECF096}"/>
                  </a:ext>
                </a:extLst>
              </p:cNvPr>
              <p:cNvSpPr>
                <a:spLocks/>
              </p:cNvSpPr>
              <p:nvPr/>
            </p:nvSpPr>
            <p:spPr bwMode="auto">
              <a:xfrm>
                <a:off x="7913567" y="4738956"/>
                <a:ext cx="245223" cy="105124"/>
              </a:xfrm>
              <a:custGeom>
                <a:avLst/>
                <a:gdLst>
                  <a:gd name="T0" fmla="*/ 25 w 26"/>
                  <a:gd name="T1" fmla="*/ 9 h 11"/>
                  <a:gd name="T2" fmla="*/ 18 w 26"/>
                  <a:gd name="T3" fmla="*/ 8 h 11"/>
                  <a:gd name="T4" fmla="*/ 10 w 26"/>
                  <a:gd name="T5" fmla="*/ 10 h 11"/>
                  <a:gd name="T6" fmla="*/ 3 w 26"/>
                  <a:gd name="T7" fmla="*/ 6 h 11"/>
                  <a:gd name="T8" fmla="*/ 2 w 26"/>
                  <a:gd name="T9" fmla="*/ 1 h 11"/>
                  <a:gd name="T10" fmla="*/ 8 w 26"/>
                  <a:gd name="T11" fmla="*/ 2 h 11"/>
                  <a:gd name="T12" fmla="*/ 17 w 26"/>
                  <a:gd name="T13" fmla="*/ 2 h 11"/>
                  <a:gd name="T14" fmla="*/ 22 w 26"/>
                  <a:gd name="T15" fmla="*/ 5 h 11"/>
                  <a:gd name="T16" fmla="*/ 25 w 26"/>
                  <a:gd name="T17" fmla="*/ 9 h 11"/>
                  <a:gd name="T18" fmla="*/ 25 w 26"/>
                  <a:gd name="T19"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11">
                    <a:moveTo>
                      <a:pt x="25" y="9"/>
                    </a:moveTo>
                    <a:cubicBezTo>
                      <a:pt x="22" y="9"/>
                      <a:pt x="20" y="8"/>
                      <a:pt x="18" y="8"/>
                    </a:cubicBezTo>
                    <a:cubicBezTo>
                      <a:pt x="15" y="8"/>
                      <a:pt x="13" y="10"/>
                      <a:pt x="10" y="10"/>
                    </a:cubicBezTo>
                    <a:cubicBezTo>
                      <a:pt x="7" y="11"/>
                      <a:pt x="6" y="7"/>
                      <a:pt x="3" y="6"/>
                    </a:cubicBezTo>
                    <a:cubicBezTo>
                      <a:pt x="2" y="5"/>
                      <a:pt x="0" y="3"/>
                      <a:pt x="2" y="1"/>
                    </a:cubicBezTo>
                    <a:cubicBezTo>
                      <a:pt x="3" y="0"/>
                      <a:pt x="7" y="2"/>
                      <a:pt x="8" y="2"/>
                    </a:cubicBezTo>
                    <a:cubicBezTo>
                      <a:pt x="11" y="3"/>
                      <a:pt x="14" y="1"/>
                      <a:pt x="17" y="2"/>
                    </a:cubicBezTo>
                    <a:cubicBezTo>
                      <a:pt x="19" y="2"/>
                      <a:pt x="20" y="4"/>
                      <a:pt x="22" y="5"/>
                    </a:cubicBezTo>
                    <a:cubicBezTo>
                      <a:pt x="22" y="6"/>
                      <a:pt x="25" y="9"/>
                      <a:pt x="25" y="9"/>
                    </a:cubicBezTo>
                    <a:cubicBezTo>
                      <a:pt x="23" y="9"/>
                      <a:pt x="26" y="9"/>
                      <a:pt x="25" y="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0" name="Freeform 556">
                <a:extLst>
                  <a:ext uri="{FF2B5EF4-FFF2-40B4-BE49-F238E27FC236}">
                    <a16:creationId xmlns:a16="http://schemas.microsoft.com/office/drawing/2014/main" id="{832DFBB6-D843-3D46-890F-7E1B5A7CAA7B}"/>
                  </a:ext>
                </a:extLst>
              </p:cNvPr>
              <p:cNvSpPr>
                <a:spLocks/>
              </p:cNvSpPr>
              <p:nvPr/>
            </p:nvSpPr>
            <p:spPr bwMode="auto">
              <a:xfrm>
                <a:off x="5709742" y="6433669"/>
                <a:ext cx="270700" cy="178393"/>
              </a:xfrm>
              <a:custGeom>
                <a:avLst/>
                <a:gdLst>
                  <a:gd name="T0" fmla="*/ 27 w 29"/>
                  <a:gd name="T1" fmla="*/ 16 h 19"/>
                  <a:gd name="T2" fmla="*/ 24 w 29"/>
                  <a:gd name="T3" fmla="*/ 12 h 19"/>
                  <a:gd name="T4" fmla="*/ 19 w 29"/>
                  <a:gd name="T5" fmla="*/ 10 h 19"/>
                  <a:gd name="T6" fmla="*/ 14 w 29"/>
                  <a:gd name="T7" fmla="*/ 3 h 19"/>
                  <a:gd name="T8" fmla="*/ 8 w 29"/>
                  <a:gd name="T9" fmla="*/ 2 h 19"/>
                  <a:gd name="T10" fmla="*/ 2 w 29"/>
                  <a:gd name="T11" fmla="*/ 0 h 19"/>
                  <a:gd name="T12" fmla="*/ 3 w 29"/>
                  <a:gd name="T13" fmla="*/ 2 h 19"/>
                  <a:gd name="T14" fmla="*/ 5 w 29"/>
                  <a:gd name="T15" fmla="*/ 3 h 19"/>
                  <a:gd name="T16" fmla="*/ 6 w 29"/>
                  <a:gd name="T17" fmla="*/ 4 h 19"/>
                  <a:gd name="T18" fmla="*/ 4 w 29"/>
                  <a:gd name="T19" fmla="*/ 2 h 19"/>
                  <a:gd name="T20" fmla="*/ 4 w 29"/>
                  <a:gd name="T21" fmla="*/ 4 h 19"/>
                  <a:gd name="T22" fmla="*/ 7 w 29"/>
                  <a:gd name="T23" fmla="*/ 6 h 19"/>
                  <a:gd name="T24" fmla="*/ 12 w 29"/>
                  <a:gd name="T25" fmla="*/ 9 h 19"/>
                  <a:gd name="T26" fmla="*/ 10 w 29"/>
                  <a:gd name="T27" fmla="*/ 10 h 19"/>
                  <a:gd name="T28" fmla="*/ 14 w 29"/>
                  <a:gd name="T29" fmla="*/ 10 h 19"/>
                  <a:gd name="T30" fmla="*/ 14 w 29"/>
                  <a:gd name="T31" fmla="*/ 12 h 19"/>
                  <a:gd name="T32" fmla="*/ 19 w 29"/>
                  <a:gd name="T33" fmla="*/ 12 h 19"/>
                  <a:gd name="T34" fmla="*/ 27 w 29"/>
                  <a:gd name="T35" fmla="*/ 16 h 19"/>
                  <a:gd name="T36" fmla="*/ 27 w 29"/>
                  <a:gd name="T3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19">
                    <a:moveTo>
                      <a:pt x="27" y="16"/>
                    </a:moveTo>
                    <a:cubicBezTo>
                      <a:pt x="26" y="15"/>
                      <a:pt x="25" y="13"/>
                      <a:pt x="24" y="12"/>
                    </a:cubicBezTo>
                    <a:cubicBezTo>
                      <a:pt x="23" y="10"/>
                      <a:pt x="21" y="10"/>
                      <a:pt x="19" y="10"/>
                    </a:cubicBezTo>
                    <a:cubicBezTo>
                      <a:pt x="17" y="8"/>
                      <a:pt x="17" y="4"/>
                      <a:pt x="14" y="3"/>
                    </a:cubicBezTo>
                    <a:cubicBezTo>
                      <a:pt x="13" y="3"/>
                      <a:pt x="10" y="3"/>
                      <a:pt x="8" y="2"/>
                    </a:cubicBezTo>
                    <a:cubicBezTo>
                      <a:pt x="7" y="1"/>
                      <a:pt x="5" y="0"/>
                      <a:pt x="2" y="0"/>
                    </a:cubicBezTo>
                    <a:cubicBezTo>
                      <a:pt x="0" y="0"/>
                      <a:pt x="1" y="2"/>
                      <a:pt x="3" y="2"/>
                    </a:cubicBezTo>
                    <a:cubicBezTo>
                      <a:pt x="4" y="2"/>
                      <a:pt x="4" y="2"/>
                      <a:pt x="5" y="3"/>
                    </a:cubicBezTo>
                    <a:cubicBezTo>
                      <a:pt x="5" y="3"/>
                      <a:pt x="6" y="4"/>
                      <a:pt x="6" y="4"/>
                    </a:cubicBezTo>
                    <a:cubicBezTo>
                      <a:pt x="5" y="4"/>
                      <a:pt x="4" y="3"/>
                      <a:pt x="4" y="2"/>
                    </a:cubicBezTo>
                    <a:cubicBezTo>
                      <a:pt x="4" y="2"/>
                      <a:pt x="4" y="4"/>
                      <a:pt x="4" y="4"/>
                    </a:cubicBezTo>
                    <a:cubicBezTo>
                      <a:pt x="4" y="6"/>
                      <a:pt x="6" y="6"/>
                      <a:pt x="7" y="6"/>
                    </a:cubicBezTo>
                    <a:cubicBezTo>
                      <a:pt x="7" y="6"/>
                      <a:pt x="12" y="9"/>
                      <a:pt x="12" y="9"/>
                    </a:cubicBezTo>
                    <a:cubicBezTo>
                      <a:pt x="12" y="9"/>
                      <a:pt x="11" y="9"/>
                      <a:pt x="10" y="10"/>
                    </a:cubicBezTo>
                    <a:cubicBezTo>
                      <a:pt x="10" y="10"/>
                      <a:pt x="14" y="10"/>
                      <a:pt x="14" y="10"/>
                    </a:cubicBezTo>
                    <a:cubicBezTo>
                      <a:pt x="16" y="11"/>
                      <a:pt x="14" y="12"/>
                      <a:pt x="14" y="12"/>
                    </a:cubicBezTo>
                    <a:cubicBezTo>
                      <a:pt x="15" y="13"/>
                      <a:pt x="18" y="12"/>
                      <a:pt x="19" y="12"/>
                    </a:cubicBezTo>
                    <a:cubicBezTo>
                      <a:pt x="14" y="13"/>
                      <a:pt x="29" y="19"/>
                      <a:pt x="27" y="16"/>
                    </a:cubicBezTo>
                    <a:cubicBezTo>
                      <a:pt x="26" y="15"/>
                      <a:pt x="28" y="18"/>
                      <a:pt x="27" y="1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1" name="Freeform 557">
                <a:extLst>
                  <a:ext uri="{FF2B5EF4-FFF2-40B4-BE49-F238E27FC236}">
                    <a16:creationId xmlns:a16="http://schemas.microsoft.com/office/drawing/2014/main" id="{282E7B3A-0595-4F42-BFFB-EF78D052247B}"/>
                  </a:ext>
                </a:extLst>
              </p:cNvPr>
              <p:cNvSpPr>
                <a:spLocks/>
              </p:cNvSpPr>
              <p:nvPr/>
            </p:nvSpPr>
            <p:spPr bwMode="auto">
              <a:xfrm>
                <a:off x="5496368" y="6226607"/>
                <a:ext cx="121018" cy="130608"/>
              </a:xfrm>
              <a:custGeom>
                <a:avLst/>
                <a:gdLst>
                  <a:gd name="T0" fmla="*/ 11 w 13"/>
                  <a:gd name="T1" fmla="*/ 14 h 14"/>
                  <a:gd name="T2" fmla="*/ 11 w 13"/>
                  <a:gd name="T3" fmla="*/ 14 h 14"/>
                  <a:gd name="T4" fmla="*/ 8 w 13"/>
                  <a:gd name="T5" fmla="*/ 11 h 14"/>
                  <a:gd name="T6" fmla="*/ 7 w 13"/>
                  <a:gd name="T7" fmla="*/ 7 h 14"/>
                  <a:gd name="T8" fmla="*/ 6 w 13"/>
                  <a:gd name="T9" fmla="*/ 5 h 14"/>
                  <a:gd name="T10" fmla="*/ 7 w 13"/>
                  <a:gd name="T11" fmla="*/ 2 h 14"/>
                  <a:gd name="T12" fmla="*/ 4 w 13"/>
                  <a:gd name="T13" fmla="*/ 4 h 14"/>
                  <a:gd name="T14" fmla="*/ 6 w 13"/>
                  <a:gd name="T15" fmla="*/ 1 h 14"/>
                  <a:gd name="T16" fmla="*/ 1 w 13"/>
                  <a:gd name="T17" fmla="*/ 0 h 14"/>
                  <a:gd name="T18" fmla="*/ 3 w 13"/>
                  <a:gd name="T19" fmla="*/ 6 h 14"/>
                  <a:gd name="T20" fmla="*/ 11 w 13"/>
                  <a:gd name="T21" fmla="*/ 14 h 14"/>
                  <a:gd name="T22" fmla="*/ 11 w 13"/>
                  <a:gd name="T23"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4">
                    <a:moveTo>
                      <a:pt x="11" y="14"/>
                    </a:moveTo>
                    <a:cubicBezTo>
                      <a:pt x="11" y="14"/>
                      <a:pt x="11" y="14"/>
                      <a:pt x="11" y="14"/>
                    </a:cubicBezTo>
                    <a:cubicBezTo>
                      <a:pt x="11" y="13"/>
                      <a:pt x="9" y="11"/>
                      <a:pt x="8" y="11"/>
                    </a:cubicBezTo>
                    <a:cubicBezTo>
                      <a:pt x="7" y="9"/>
                      <a:pt x="8" y="8"/>
                      <a:pt x="7" y="7"/>
                    </a:cubicBezTo>
                    <a:cubicBezTo>
                      <a:pt x="6" y="6"/>
                      <a:pt x="6" y="6"/>
                      <a:pt x="6" y="5"/>
                    </a:cubicBezTo>
                    <a:cubicBezTo>
                      <a:pt x="5" y="3"/>
                      <a:pt x="6" y="3"/>
                      <a:pt x="7" y="2"/>
                    </a:cubicBezTo>
                    <a:cubicBezTo>
                      <a:pt x="9" y="0"/>
                      <a:pt x="3" y="3"/>
                      <a:pt x="4" y="4"/>
                    </a:cubicBezTo>
                    <a:cubicBezTo>
                      <a:pt x="3" y="3"/>
                      <a:pt x="6" y="1"/>
                      <a:pt x="6" y="1"/>
                    </a:cubicBezTo>
                    <a:cubicBezTo>
                      <a:pt x="5" y="0"/>
                      <a:pt x="1" y="0"/>
                      <a:pt x="1" y="0"/>
                    </a:cubicBezTo>
                    <a:cubicBezTo>
                      <a:pt x="0" y="1"/>
                      <a:pt x="2" y="5"/>
                      <a:pt x="3" y="6"/>
                    </a:cubicBezTo>
                    <a:cubicBezTo>
                      <a:pt x="5" y="8"/>
                      <a:pt x="8" y="13"/>
                      <a:pt x="11" y="14"/>
                    </a:cubicBezTo>
                    <a:cubicBezTo>
                      <a:pt x="13" y="14"/>
                      <a:pt x="8" y="13"/>
                      <a:pt x="11" y="1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2" name="Freeform 558">
                <a:extLst>
                  <a:ext uri="{FF2B5EF4-FFF2-40B4-BE49-F238E27FC236}">
                    <a16:creationId xmlns:a16="http://schemas.microsoft.com/office/drawing/2014/main" id="{59DD89EE-48FE-6844-A367-DCB2F3EF9249}"/>
                  </a:ext>
                </a:extLst>
              </p:cNvPr>
              <p:cNvSpPr>
                <a:spLocks/>
              </p:cNvSpPr>
              <p:nvPr/>
            </p:nvSpPr>
            <p:spPr bwMode="auto">
              <a:xfrm>
                <a:off x="5505923" y="6076886"/>
                <a:ext cx="38217" cy="38227"/>
              </a:xfrm>
              <a:custGeom>
                <a:avLst/>
                <a:gdLst>
                  <a:gd name="T0" fmla="*/ 3 w 4"/>
                  <a:gd name="T1" fmla="*/ 3 h 4"/>
                  <a:gd name="T2" fmla="*/ 2 w 4"/>
                  <a:gd name="T3" fmla="*/ 1 h 4"/>
                  <a:gd name="T4" fmla="*/ 3 w 4"/>
                  <a:gd name="T5" fmla="*/ 3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2"/>
                      <a:pt x="0" y="2"/>
                      <a:pt x="2" y="1"/>
                    </a:cubicBezTo>
                    <a:cubicBezTo>
                      <a:pt x="3" y="0"/>
                      <a:pt x="4" y="3"/>
                      <a:pt x="3" y="3"/>
                    </a:cubicBezTo>
                    <a:cubicBezTo>
                      <a:pt x="3" y="3"/>
                      <a:pt x="3" y="3"/>
                      <a:pt x="3" y="3"/>
                    </a:cubicBezTo>
                    <a:cubicBezTo>
                      <a:pt x="2" y="2"/>
                      <a:pt x="4" y="4"/>
                      <a:pt x="3"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3" name="Freeform 559">
                <a:extLst>
                  <a:ext uri="{FF2B5EF4-FFF2-40B4-BE49-F238E27FC236}">
                    <a16:creationId xmlns:a16="http://schemas.microsoft.com/office/drawing/2014/main" id="{5264C71A-075B-E542-AC06-8BFA939CFAE1}"/>
                  </a:ext>
                </a:extLst>
              </p:cNvPr>
              <p:cNvSpPr>
                <a:spLocks/>
              </p:cNvSpPr>
              <p:nvPr/>
            </p:nvSpPr>
            <p:spPr bwMode="auto">
              <a:xfrm>
                <a:off x="5458150" y="6032291"/>
                <a:ext cx="57323" cy="54153"/>
              </a:xfrm>
              <a:custGeom>
                <a:avLst/>
                <a:gdLst>
                  <a:gd name="T0" fmla="*/ 5 w 6"/>
                  <a:gd name="T1" fmla="*/ 2 h 6"/>
                  <a:gd name="T2" fmla="*/ 0 w 6"/>
                  <a:gd name="T3" fmla="*/ 1 h 6"/>
                  <a:gd name="T4" fmla="*/ 1 w 6"/>
                  <a:gd name="T5" fmla="*/ 3 h 6"/>
                  <a:gd name="T6" fmla="*/ 1 w 6"/>
                  <a:gd name="T7" fmla="*/ 6 h 6"/>
                  <a:gd name="T8" fmla="*/ 5 w 6"/>
                  <a:gd name="T9" fmla="*/ 5 h 6"/>
                  <a:gd name="T10" fmla="*/ 3 w 6"/>
                  <a:gd name="T11" fmla="*/ 3 h 6"/>
                  <a:gd name="T12" fmla="*/ 5 w 6"/>
                  <a:gd name="T13" fmla="*/ 2 h 6"/>
                  <a:gd name="T14" fmla="*/ 5 w 6"/>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6">
                    <a:moveTo>
                      <a:pt x="5" y="2"/>
                    </a:moveTo>
                    <a:cubicBezTo>
                      <a:pt x="4" y="2"/>
                      <a:pt x="1" y="0"/>
                      <a:pt x="0" y="1"/>
                    </a:cubicBezTo>
                    <a:cubicBezTo>
                      <a:pt x="1" y="0"/>
                      <a:pt x="2" y="4"/>
                      <a:pt x="1" y="3"/>
                    </a:cubicBezTo>
                    <a:cubicBezTo>
                      <a:pt x="1" y="4"/>
                      <a:pt x="1" y="5"/>
                      <a:pt x="1" y="6"/>
                    </a:cubicBezTo>
                    <a:cubicBezTo>
                      <a:pt x="1" y="5"/>
                      <a:pt x="5" y="4"/>
                      <a:pt x="5" y="5"/>
                    </a:cubicBezTo>
                    <a:cubicBezTo>
                      <a:pt x="5" y="4"/>
                      <a:pt x="4" y="4"/>
                      <a:pt x="3" y="3"/>
                    </a:cubicBezTo>
                    <a:cubicBezTo>
                      <a:pt x="4" y="4"/>
                      <a:pt x="6" y="2"/>
                      <a:pt x="5" y="2"/>
                    </a:cubicBezTo>
                    <a:cubicBezTo>
                      <a:pt x="4" y="2"/>
                      <a:pt x="6" y="2"/>
                      <a:pt x="5"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4" name="Freeform 560">
                <a:extLst>
                  <a:ext uri="{FF2B5EF4-FFF2-40B4-BE49-F238E27FC236}">
                    <a16:creationId xmlns:a16="http://schemas.microsoft.com/office/drawing/2014/main" id="{A08614F1-6F36-F047-B423-DE9BEC0AA50B}"/>
                  </a:ext>
                </a:extLst>
              </p:cNvPr>
              <p:cNvSpPr>
                <a:spLocks/>
              </p:cNvSpPr>
              <p:nvPr/>
            </p:nvSpPr>
            <p:spPr bwMode="auto">
              <a:xfrm>
                <a:off x="5432673" y="6048217"/>
                <a:ext cx="35033" cy="57338"/>
              </a:xfrm>
              <a:custGeom>
                <a:avLst/>
                <a:gdLst>
                  <a:gd name="T0" fmla="*/ 2 w 4"/>
                  <a:gd name="T1" fmla="*/ 0 h 6"/>
                  <a:gd name="T2" fmla="*/ 2 w 4"/>
                  <a:gd name="T3" fmla="*/ 2 h 6"/>
                  <a:gd name="T4" fmla="*/ 2 w 4"/>
                  <a:gd name="T5" fmla="*/ 5 h 6"/>
                  <a:gd name="T6" fmla="*/ 3 w 4"/>
                  <a:gd name="T7" fmla="*/ 3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0" y="0"/>
                      <a:pt x="2" y="1"/>
                      <a:pt x="2" y="2"/>
                    </a:cubicBezTo>
                    <a:cubicBezTo>
                      <a:pt x="2" y="3"/>
                      <a:pt x="1" y="5"/>
                      <a:pt x="2" y="5"/>
                    </a:cubicBezTo>
                    <a:cubicBezTo>
                      <a:pt x="3" y="6"/>
                      <a:pt x="3" y="3"/>
                      <a:pt x="3" y="3"/>
                    </a:cubicBezTo>
                    <a:cubicBezTo>
                      <a:pt x="3" y="2"/>
                      <a:pt x="4"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5" name="Freeform 561">
                <a:extLst>
                  <a:ext uri="{FF2B5EF4-FFF2-40B4-BE49-F238E27FC236}">
                    <a16:creationId xmlns:a16="http://schemas.microsoft.com/office/drawing/2014/main" id="{933E42C9-4597-4A4A-AC02-4C3F659C22A7}"/>
                  </a:ext>
                </a:extLst>
              </p:cNvPr>
              <p:cNvSpPr>
                <a:spLocks/>
              </p:cNvSpPr>
              <p:nvPr/>
            </p:nvSpPr>
            <p:spPr bwMode="auto">
              <a:xfrm>
                <a:off x="5375347" y="5994061"/>
                <a:ext cx="47770" cy="101936"/>
              </a:xfrm>
              <a:custGeom>
                <a:avLst/>
                <a:gdLst>
                  <a:gd name="T0" fmla="*/ 4 w 5"/>
                  <a:gd name="T1" fmla="*/ 10 h 11"/>
                  <a:gd name="T2" fmla="*/ 2 w 5"/>
                  <a:gd name="T3" fmla="*/ 6 h 11"/>
                  <a:gd name="T4" fmla="*/ 1 w 5"/>
                  <a:gd name="T5" fmla="*/ 3 h 11"/>
                  <a:gd name="T6" fmla="*/ 5 w 5"/>
                  <a:gd name="T7" fmla="*/ 5 h 11"/>
                  <a:gd name="T8" fmla="*/ 4 w 5"/>
                  <a:gd name="T9" fmla="*/ 10 h 11"/>
                  <a:gd name="T10" fmla="*/ 4 w 5"/>
                  <a:gd name="T11" fmla="*/ 10 h 11"/>
                </a:gdLst>
                <a:ahLst/>
                <a:cxnLst>
                  <a:cxn ang="0">
                    <a:pos x="T0" y="T1"/>
                  </a:cxn>
                  <a:cxn ang="0">
                    <a:pos x="T2" y="T3"/>
                  </a:cxn>
                  <a:cxn ang="0">
                    <a:pos x="T4" y="T5"/>
                  </a:cxn>
                  <a:cxn ang="0">
                    <a:pos x="T6" y="T7"/>
                  </a:cxn>
                  <a:cxn ang="0">
                    <a:pos x="T8" y="T9"/>
                  </a:cxn>
                  <a:cxn ang="0">
                    <a:pos x="T10" y="T11"/>
                  </a:cxn>
                </a:cxnLst>
                <a:rect l="0" t="0" r="r" b="b"/>
                <a:pathLst>
                  <a:path w="5" h="11">
                    <a:moveTo>
                      <a:pt x="4" y="10"/>
                    </a:moveTo>
                    <a:cubicBezTo>
                      <a:pt x="4" y="9"/>
                      <a:pt x="2" y="6"/>
                      <a:pt x="2" y="6"/>
                    </a:cubicBezTo>
                    <a:cubicBezTo>
                      <a:pt x="4" y="4"/>
                      <a:pt x="0" y="4"/>
                      <a:pt x="1" y="3"/>
                    </a:cubicBezTo>
                    <a:cubicBezTo>
                      <a:pt x="2" y="0"/>
                      <a:pt x="5" y="5"/>
                      <a:pt x="5" y="5"/>
                    </a:cubicBezTo>
                    <a:cubicBezTo>
                      <a:pt x="5" y="6"/>
                      <a:pt x="5" y="11"/>
                      <a:pt x="4" y="10"/>
                    </a:cubicBezTo>
                    <a:cubicBezTo>
                      <a:pt x="4" y="9"/>
                      <a:pt x="5" y="11"/>
                      <a:pt x="4"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6" name="Freeform 562">
                <a:extLst>
                  <a:ext uri="{FF2B5EF4-FFF2-40B4-BE49-F238E27FC236}">
                    <a16:creationId xmlns:a16="http://schemas.microsoft.com/office/drawing/2014/main" id="{685A6F32-67BD-9549-9F6B-C128EBCEFC04}"/>
                  </a:ext>
                </a:extLst>
              </p:cNvPr>
              <p:cNvSpPr>
                <a:spLocks/>
              </p:cNvSpPr>
              <p:nvPr/>
            </p:nvSpPr>
            <p:spPr bwMode="auto">
              <a:xfrm>
                <a:off x="5337130" y="5955834"/>
                <a:ext cx="66879" cy="66896"/>
              </a:xfrm>
              <a:custGeom>
                <a:avLst/>
                <a:gdLst>
                  <a:gd name="T0" fmla="*/ 4 w 7"/>
                  <a:gd name="T1" fmla="*/ 6 h 7"/>
                  <a:gd name="T2" fmla="*/ 2 w 7"/>
                  <a:gd name="T3" fmla="*/ 3 h 7"/>
                  <a:gd name="T4" fmla="*/ 0 w 7"/>
                  <a:gd name="T5" fmla="*/ 2 h 7"/>
                  <a:gd name="T6" fmla="*/ 5 w 7"/>
                  <a:gd name="T7" fmla="*/ 1 h 7"/>
                  <a:gd name="T8" fmla="*/ 4 w 7"/>
                  <a:gd name="T9" fmla="*/ 3 h 7"/>
                  <a:gd name="T10" fmla="*/ 7 w 7"/>
                  <a:gd name="T11" fmla="*/ 4 h 7"/>
                  <a:gd name="T12" fmla="*/ 5 w 7"/>
                  <a:gd name="T13" fmla="*/ 5 h 7"/>
                  <a:gd name="T14" fmla="*/ 4 w 7"/>
                  <a:gd name="T15" fmla="*/ 6 h 7"/>
                  <a:gd name="T16" fmla="*/ 4 w 7"/>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7">
                    <a:moveTo>
                      <a:pt x="4" y="6"/>
                    </a:moveTo>
                    <a:cubicBezTo>
                      <a:pt x="2" y="4"/>
                      <a:pt x="1" y="4"/>
                      <a:pt x="2" y="3"/>
                    </a:cubicBezTo>
                    <a:cubicBezTo>
                      <a:pt x="2" y="2"/>
                      <a:pt x="0" y="2"/>
                      <a:pt x="0" y="2"/>
                    </a:cubicBezTo>
                    <a:cubicBezTo>
                      <a:pt x="0" y="1"/>
                      <a:pt x="4" y="0"/>
                      <a:pt x="5" y="1"/>
                    </a:cubicBezTo>
                    <a:cubicBezTo>
                      <a:pt x="5" y="1"/>
                      <a:pt x="3" y="2"/>
                      <a:pt x="4" y="3"/>
                    </a:cubicBezTo>
                    <a:cubicBezTo>
                      <a:pt x="5" y="3"/>
                      <a:pt x="7" y="4"/>
                      <a:pt x="7" y="4"/>
                    </a:cubicBezTo>
                    <a:cubicBezTo>
                      <a:pt x="7" y="5"/>
                      <a:pt x="5" y="5"/>
                      <a:pt x="5" y="5"/>
                    </a:cubicBezTo>
                    <a:cubicBezTo>
                      <a:pt x="4" y="5"/>
                      <a:pt x="5" y="7"/>
                      <a:pt x="4" y="6"/>
                    </a:cubicBezTo>
                    <a:cubicBezTo>
                      <a:pt x="2" y="5"/>
                      <a:pt x="4" y="6"/>
                      <a:pt x="4"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7" name="Freeform 563">
                <a:extLst>
                  <a:ext uri="{FF2B5EF4-FFF2-40B4-BE49-F238E27FC236}">
                    <a16:creationId xmlns:a16="http://schemas.microsoft.com/office/drawing/2014/main" id="{C93AF010-A7E8-C94F-8DD6-C5F64BDBCC69}"/>
                  </a:ext>
                </a:extLst>
              </p:cNvPr>
              <p:cNvSpPr>
                <a:spLocks/>
              </p:cNvSpPr>
              <p:nvPr/>
            </p:nvSpPr>
            <p:spPr bwMode="auto">
              <a:xfrm>
                <a:off x="5404009" y="5955834"/>
                <a:ext cx="63695" cy="86010"/>
              </a:xfrm>
              <a:custGeom>
                <a:avLst/>
                <a:gdLst>
                  <a:gd name="T0" fmla="*/ 3 w 7"/>
                  <a:gd name="T1" fmla="*/ 8 h 9"/>
                  <a:gd name="T2" fmla="*/ 4 w 7"/>
                  <a:gd name="T3" fmla="*/ 6 h 9"/>
                  <a:gd name="T4" fmla="*/ 2 w 7"/>
                  <a:gd name="T5" fmla="*/ 4 h 9"/>
                  <a:gd name="T6" fmla="*/ 3 w 7"/>
                  <a:gd name="T7" fmla="*/ 1 h 9"/>
                  <a:gd name="T8" fmla="*/ 6 w 7"/>
                  <a:gd name="T9" fmla="*/ 5 h 9"/>
                  <a:gd name="T10" fmla="*/ 3 w 7"/>
                  <a:gd name="T11" fmla="*/ 8 h 9"/>
                  <a:gd name="T12" fmla="*/ 3 w 7"/>
                  <a:gd name="T13" fmla="*/ 8 h 9"/>
                  <a:gd name="T14" fmla="*/ 3 w 7"/>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9">
                    <a:moveTo>
                      <a:pt x="3" y="8"/>
                    </a:moveTo>
                    <a:cubicBezTo>
                      <a:pt x="4" y="7"/>
                      <a:pt x="5" y="7"/>
                      <a:pt x="4" y="6"/>
                    </a:cubicBezTo>
                    <a:cubicBezTo>
                      <a:pt x="4" y="5"/>
                      <a:pt x="2" y="5"/>
                      <a:pt x="2" y="4"/>
                    </a:cubicBezTo>
                    <a:cubicBezTo>
                      <a:pt x="3" y="3"/>
                      <a:pt x="0" y="0"/>
                      <a:pt x="3" y="1"/>
                    </a:cubicBezTo>
                    <a:cubicBezTo>
                      <a:pt x="6" y="2"/>
                      <a:pt x="6" y="3"/>
                      <a:pt x="6" y="5"/>
                    </a:cubicBezTo>
                    <a:cubicBezTo>
                      <a:pt x="7" y="7"/>
                      <a:pt x="3" y="8"/>
                      <a:pt x="3" y="8"/>
                    </a:cubicBezTo>
                    <a:cubicBezTo>
                      <a:pt x="3" y="8"/>
                      <a:pt x="3" y="8"/>
                      <a:pt x="3" y="8"/>
                    </a:cubicBezTo>
                    <a:cubicBezTo>
                      <a:pt x="4" y="7"/>
                      <a:pt x="2" y="9"/>
                      <a:pt x="3"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8" name="Freeform 564">
                <a:extLst>
                  <a:ext uri="{FF2B5EF4-FFF2-40B4-BE49-F238E27FC236}">
                    <a16:creationId xmlns:a16="http://schemas.microsoft.com/office/drawing/2014/main" id="{EFFCD170-EEAC-2B4A-8436-C27ED38D155D}"/>
                  </a:ext>
                </a:extLst>
              </p:cNvPr>
              <p:cNvSpPr>
                <a:spLocks/>
              </p:cNvSpPr>
              <p:nvPr/>
            </p:nvSpPr>
            <p:spPr bwMode="auto">
              <a:xfrm>
                <a:off x="5384900" y="5974948"/>
                <a:ext cx="28662" cy="9556"/>
              </a:xfrm>
              <a:custGeom>
                <a:avLst/>
                <a:gdLst>
                  <a:gd name="T0" fmla="*/ 2 w 3"/>
                  <a:gd name="T1" fmla="*/ 1 h 1"/>
                  <a:gd name="T2" fmla="*/ 0 w 3"/>
                  <a:gd name="T3" fmla="*/ 0 h 1"/>
                  <a:gd name="T4" fmla="*/ 3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1" y="1"/>
                      <a:pt x="0" y="1"/>
                      <a:pt x="0" y="0"/>
                    </a:cubicBezTo>
                    <a:cubicBezTo>
                      <a:pt x="0" y="0"/>
                      <a:pt x="2" y="0"/>
                      <a:pt x="3" y="0"/>
                    </a:cubicBezTo>
                    <a:cubicBezTo>
                      <a:pt x="3" y="0"/>
                      <a:pt x="2" y="1"/>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89" name="Freeform 565">
                <a:extLst>
                  <a:ext uri="{FF2B5EF4-FFF2-40B4-BE49-F238E27FC236}">
                    <a16:creationId xmlns:a16="http://schemas.microsoft.com/office/drawing/2014/main" id="{8878D84E-8132-574E-8398-2A42E11834B3}"/>
                  </a:ext>
                </a:extLst>
              </p:cNvPr>
              <p:cNvSpPr>
                <a:spLocks/>
              </p:cNvSpPr>
              <p:nvPr/>
            </p:nvSpPr>
            <p:spPr bwMode="auto">
              <a:xfrm>
                <a:off x="4486812" y="5984506"/>
                <a:ext cx="124202" cy="63711"/>
              </a:xfrm>
              <a:custGeom>
                <a:avLst/>
                <a:gdLst>
                  <a:gd name="T0" fmla="*/ 10 w 13"/>
                  <a:gd name="T1" fmla="*/ 1 h 7"/>
                  <a:gd name="T2" fmla="*/ 7 w 13"/>
                  <a:gd name="T3" fmla="*/ 1 h 7"/>
                  <a:gd name="T4" fmla="*/ 5 w 13"/>
                  <a:gd name="T5" fmla="*/ 1 h 7"/>
                  <a:gd name="T6" fmla="*/ 5 w 13"/>
                  <a:gd name="T7" fmla="*/ 4 h 7"/>
                  <a:gd name="T8" fmla="*/ 1 w 13"/>
                  <a:gd name="T9" fmla="*/ 3 h 7"/>
                  <a:gd name="T10" fmla="*/ 1 w 13"/>
                  <a:gd name="T11" fmla="*/ 6 h 7"/>
                  <a:gd name="T12" fmla="*/ 11 w 13"/>
                  <a:gd name="T13" fmla="*/ 4 h 7"/>
                  <a:gd name="T14" fmla="*/ 9 w 13"/>
                  <a:gd name="T15" fmla="*/ 3 h 7"/>
                  <a:gd name="T16" fmla="*/ 12 w 13"/>
                  <a:gd name="T17" fmla="*/ 3 h 7"/>
                  <a:gd name="T18" fmla="*/ 10 w 13"/>
                  <a:gd name="T19" fmla="*/ 1 h 7"/>
                  <a:gd name="T20" fmla="*/ 10 w 13"/>
                  <a:gd name="T21"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7">
                    <a:moveTo>
                      <a:pt x="10" y="1"/>
                    </a:moveTo>
                    <a:cubicBezTo>
                      <a:pt x="9" y="1"/>
                      <a:pt x="8" y="1"/>
                      <a:pt x="7" y="1"/>
                    </a:cubicBezTo>
                    <a:cubicBezTo>
                      <a:pt x="6" y="1"/>
                      <a:pt x="6" y="1"/>
                      <a:pt x="5" y="1"/>
                    </a:cubicBezTo>
                    <a:cubicBezTo>
                      <a:pt x="3" y="2"/>
                      <a:pt x="4" y="4"/>
                      <a:pt x="5" y="4"/>
                    </a:cubicBezTo>
                    <a:cubicBezTo>
                      <a:pt x="4" y="4"/>
                      <a:pt x="2" y="1"/>
                      <a:pt x="1" y="3"/>
                    </a:cubicBezTo>
                    <a:cubicBezTo>
                      <a:pt x="0" y="4"/>
                      <a:pt x="0" y="5"/>
                      <a:pt x="1" y="6"/>
                    </a:cubicBezTo>
                    <a:cubicBezTo>
                      <a:pt x="2" y="7"/>
                      <a:pt x="10" y="5"/>
                      <a:pt x="11" y="4"/>
                    </a:cubicBezTo>
                    <a:cubicBezTo>
                      <a:pt x="11" y="4"/>
                      <a:pt x="10" y="3"/>
                      <a:pt x="9" y="3"/>
                    </a:cubicBezTo>
                    <a:cubicBezTo>
                      <a:pt x="10" y="3"/>
                      <a:pt x="12" y="3"/>
                      <a:pt x="12" y="3"/>
                    </a:cubicBezTo>
                    <a:cubicBezTo>
                      <a:pt x="13" y="2"/>
                      <a:pt x="11" y="0"/>
                      <a:pt x="10" y="1"/>
                    </a:cubicBezTo>
                    <a:cubicBezTo>
                      <a:pt x="9" y="1"/>
                      <a:pt x="11" y="0"/>
                      <a:pt x="10"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0" name="Freeform 566">
                <a:extLst>
                  <a:ext uri="{FF2B5EF4-FFF2-40B4-BE49-F238E27FC236}">
                    <a16:creationId xmlns:a16="http://schemas.microsoft.com/office/drawing/2014/main" id="{273F090E-D482-1245-BC3E-EF22993DE293}"/>
                  </a:ext>
                </a:extLst>
              </p:cNvPr>
              <p:cNvSpPr>
                <a:spLocks/>
              </p:cNvSpPr>
              <p:nvPr/>
            </p:nvSpPr>
            <p:spPr bwMode="auto">
              <a:xfrm>
                <a:off x="4534582" y="5927165"/>
                <a:ext cx="76432" cy="66896"/>
              </a:xfrm>
              <a:custGeom>
                <a:avLst/>
                <a:gdLst>
                  <a:gd name="T0" fmla="*/ 2 w 8"/>
                  <a:gd name="T1" fmla="*/ 6 h 7"/>
                  <a:gd name="T2" fmla="*/ 5 w 8"/>
                  <a:gd name="T3" fmla="*/ 4 h 7"/>
                  <a:gd name="T4" fmla="*/ 8 w 8"/>
                  <a:gd name="T5" fmla="*/ 4 h 7"/>
                  <a:gd name="T6" fmla="*/ 5 w 8"/>
                  <a:gd name="T7" fmla="*/ 2 h 7"/>
                  <a:gd name="T8" fmla="*/ 2 w 8"/>
                  <a:gd name="T9" fmla="*/ 6 h 7"/>
                  <a:gd name="T10" fmla="*/ 2 w 8"/>
                  <a:gd name="T11" fmla="*/ 6 h 7"/>
                  <a:gd name="T12" fmla="*/ 2 w 8"/>
                  <a:gd name="T13" fmla="*/ 6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2" y="6"/>
                    </a:moveTo>
                    <a:cubicBezTo>
                      <a:pt x="3" y="5"/>
                      <a:pt x="4" y="5"/>
                      <a:pt x="5" y="4"/>
                    </a:cubicBezTo>
                    <a:cubicBezTo>
                      <a:pt x="6" y="4"/>
                      <a:pt x="8" y="4"/>
                      <a:pt x="8" y="4"/>
                    </a:cubicBezTo>
                    <a:cubicBezTo>
                      <a:pt x="8" y="4"/>
                      <a:pt x="7" y="0"/>
                      <a:pt x="5" y="2"/>
                    </a:cubicBezTo>
                    <a:cubicBezTo>
                      <a:pt x="5" y="2"/>
                      <a:pt x="1" y="5"/>
                      <a:pt x="2" y="6"/>
                    </a:cubicBezTo>
                    <a:cubicBezTo>
                      <a:pt x="2" y="6"/>
                      <a:pt x="2" y="6"/>
                      <a:pt x="2" y="6"/>
                    </a:cubicBezTo>
                    <a:cubicBezTo>
                      <a:pt x="4" y="5"/>
                      <a:pt x="0" y="7"/>
                      <a:pt x="2"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1" name="Freeform 567">
                <a:extLst>
                  <a:ext uri="{FF2B5EF4-FFF2-40B4-BE49-F238E27FC236}">
                    <a16:creationId xmlns:a16="http://schemas.microsoft.com/office/drawing/2014/main" id="{49F86A92-567B-234A-B63E-4623FE89ED7A}"/>
                  </a:ext>
                </a:extLst>
              </p:cNvPr>
              <p:cNvSpPr>
                <a:spLocks/>
              </p:cNvSpPr>
              <p:nvPr/>
            </p:nvSpPr>
            <p:spPr bwMode="auto">
              <a:xfrm>
                <a:off x="4002734" y="6182007"/>
                <a:ext cx="92356" cy="35042"/>
              </a:xfrm>
              <a:custGeom>
                <a:avLst/>
                <a:gdLst>
                  <a:gd name="T0" fmla="*/ 9 w 10"/>
                  <a:gd name="T1" fmla="*/ 2 h 4"/>
                  <a:gd name="T2" fmla="*/ 9 w 10"/>
                  <a:gd name="T3" fmla="*/ 1 h 4"/>
                  <a:gd name="T4" fmla="*/ 6 w 10"/>
                  <a:gd name="T5" fmla="*/ 0 h 4"/>
                  <a:gd name="T6" fmla="*/ 2 w 10"/>
                  <a:gd name="T7" fmla="*/ 2 h 4"/>
                  <a:gd name="T8" fmla="*/ 3 w 10"/>
                  <a:gd name="T9" fmla="*/ 4 h 4"/>
                  <a:gd name="T10" fmla="*/ 9 w 10"/>
                  <a:gd name="T11" fmla="*/ 2 h 4"/>
                  <a:gd name="T12" fmla="*/ 9 w 10"/>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0" h="4">
                    <a:moveTo>
                      <a:pt x="9" y="2"/>
                    </a:moveTo>
                    <a:cubicBezTo>
                      <a:pt x="10" y="2"/>
                      <a:pt x="8" y="1"/>
                      <a:pt x="9" y="1"/>
                    </a:cubicBezTo>
                    <a:cubicBezTo>
                      <a:pt x="8" y="0"/>
                      <a:pt x="7" y="0"/>
                      <a:pt x="6" y="0"/>
                    </a:cubicBezTo>
                    <a:cubicBezTo>
                      <a:pt x="5" y="1"/>
                      <a:pt x="3" y="1"/>
                      <a:pt x="2" y="2"/>
                    </a:cubicBezTo>
                    <a:cubicBezTo>
                      <a:pt x="0" y="3"/>
                      <a:pt x="2" y="4"/>
                      <a:pt x="3" y="4"/>
                    </a:cubicBezTo>
                    <a:cubicBezTo>
                      <a:pt x="5" y="4"/>
                      <a:pt x="7" y="1"/>
                      <a:pt x="9" y="2"/>
                    </a:cubicBezTo>
                    <a:cubicBezTo>
                      <a:pt x="10" y="2"/>
                      <a:pt x="7" y="1"/>
                      <a:pt x="9"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2" name="Freeform 568">
                <a:extLst>
                  <a:ext uri="{FF2B5EF4-FFF2-40B4-BE49-F238E27FC236}">
                    <a16:creationId xmlns:a16="http://schemas.microsoft.com/office/drawing/2014/main" id="{095A195A-2025-9940-A6F7-3458635F902C}"/>
                  </a:ext>
                </a:extLst>
              </p:cNvPr>
              <p:cNvSpPr>
                <a:spLocks/>
              </p:cNvSpPr>
              <p:nvPr/>
            </p:nvSpPr>
            <p:spPr bwMode="auto">
              <a:xfrm>
                <a:off x="3891269" y="6236163"/>
                <a:ext cx="54139" cy="47785"/>
              </a:xfrm>
              <a:custGeom>
                <a:avLst/>
                <a:gdLst>
                  <a:gd name="T0" fmla="*/ 6 w 6"/>
                  <a:gd name="T1" fmla="*/ 2 h 5"/>
                  <a:gd name="T2" fmla="*/ 3 w 6"/>
                  <a:gd name="T3" fmla="*/ 2 h 5"/>
                  <a:gd name="T4" fmla="*/ 3 w 6"/>
                  <a:gd name="T5" fmla="*/ 4 h 5"/>
                  <a:gd name="T6" fmla="*/ 0 w 6"/>
                  <a:gd name="T7" fmla="*/ 5 h 5"/>
                  <a:gd name="T8" fmla="*/ 6 w 6"/>
                  <a:gd name="T9" fmla="*/ 2 h 5"/>
                </a:gdLst>
                <a:ahLst/>
                <a:cxnLst>
                  <a:cxn ang="0">
                    <a:pos x="T0" y="T1"/>
                  </a:cxn>
                  <a:cxn ang="0">
                    <a:pos x="T2" y="T3"/>
                  </a:cxn>
                  <a:cxn ang="0">
                    <a:pos x="T4" y="T5"/>
                  </a:cxn>
                  <a:cxn ang="0">
                    <a:pos x="T6" y="T7"/>
                  </a:cxn>
                  <a:cxn ang="0">
                    <a:pos x="T8" y="T9"/>
                  </a:cxn>
                </a:cxnLst>
                <a:rect l="0" t="0" r="r" b="b"/>
                <a:pathLst>
                  <a:path w="6" h="5">
                    <a:moveTo>
                      <a:pt x="6" y="2"/>
                    </a:moveTo>
                    <a:cubicBezTo>
                      <a:pt x="6" y="0"/>
                      <a:pt x="4" y="1"/>
                      <a:pt x="3" y="2"/>
                    </a:cubicBezTo>
                    <a:cubicBezTo>
                      <a:pt x="3" y="2"/>
                      <a:pt x="3" y="3"/>
                      <a:pt x="3" y="4"/>
                    </a:cubicBezTo>
                    <a:cubicBezTo>
                      <a:pt x="2" y="4"/>
                      <a:pt x="0" y="5"/>
                      <a:pt x="0" y="5"/>
                    </a:cubicBezTo>
                    <a:cubicBezTo>
                      <a:pt x="0" y="5"/>
                      <a:pt x="6" y="5"/>
                      <a:pt x="6"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3" name="Freeform 569">
                <a:extLst>
                  <a:ext uri="{FF2B5EF4-FFF2-40B4-BE49-F238E27FC236}">
                    <a16:creationId xmlns:a16="http://schemas.microsoft.com/office/drawing/2014/main" id="{9640749A-D282-8D41-8D06-271D5F7B855D}"/>
                  </a:ext>
                </a:extLst>
              </p:cNvPr>
              <p:cNvSpPr>
                <a:spLocks/>
              </p:cNvSpPr>
              <p:nvPr/>
            </p:nvSpPr>
            <p:spPr bwMode="auto">
              <a:xfrm>
                <a:off x="7066431" y="5076623"/>
                <a:ext cx="194268" cy="121050"/>
              </a:xfrm>
              <a:custGeom>
                <a:avLst/>
                <a:gdLst>
                  <a:gd name="T0" fmla="*/ 19 w 21"/>
                  <a:gd name="T1" fmla="*/ 9 h 13"/>
                  <a:gd name="T2" fmla="*/ 18 w 21"/>
                  <a:gd name="T3" fmla="*/ 7 h 13"/>
                  <a:gd name="T4" fmla="*/ 14 w 21"/>
                  <a:gd name="T5" fmla="*/ 4 h 13"/>
                  <a:gd name="T6" fmla="*/ 8 w 21"/>
                  <a:gd name="T7" fmla="*/ 1 h 13"/>
                  <a:gd name="T8" fmla="*/ 5 w 21"/>
                  <a:gd name="T9" fmla="*/ 6 h 13"/>
                  <a:gd name="T10" fmla="*/ 0 w 21"/>
                  <a:gd name="T11" fmla="*/ 8 h 13"/>
                  <a:gd name="T12" fmla="*/ 7 w 21"/>
                  <a:gd name="T13" fmla="*/ 11 h 13"/>
                  <a:gd name="T14" fmla="*/ 15 w 21"/>
                  <a:gd name="T15" fmla="*/ 12 h 13"/>
                  <a:gd name="T16" fmla="*/ 20 w 21"/>
                  <a:gd name="T17" fmla="*/ 9 h 13"/>
                  <a:gd name="T18" fmla="*/ 19 w 21"/>
                  <a:gd name="T19" fmla="*/ 9 h 13"/>
                  <a:gd name="T20" fmla="*/ 19 w 21"/>
                  <a:gd name="T21"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3">
                    <a:moveTo>
                      <a:pt x="19" y="9"/>
                    </a:moveTo>
                    <a:cubicBezTo>
                      <a:pt x="15" y="10"/>
                      <a:pt x="19" y="8"/>
                      <a:pt x="18" y="7"/>
                    </a:cubicBezTo>
                    <a:cubicBezTo>
                      <a:pt x="17" y="7"/>
                      <a:pt x="15" y="4"/>
                      <a:pt x="14" y="4"/>
                    </a:cubicBezTo>
                    <a:cubicBezTo>
                      <a:pt x="12" y="4"/>
                      <a:pt x="10" y="1"/>
                      <a:pt x="8" y="1"/>
                    </a:cubicBezTo>
                    <a:cubicBezTo>
                      <a:pt x="6" y="0"/>
                      <a:pt x="6" y="5"/>
                      <a:pt x="5" y="6"/>
                    </a:cubicBezTo>
                    <a:cubicBezTo>
                      <a:pt x="4" y="6"/>
                      <a:pt x="0" y="6"/>
                      <a:pt x="0" y="8"/>
                    </a:cubicBezTo>
                    <a:cubicBezTo>
                      <a:pt x="1" y="10"/>
                      <a:pt x="6" y="11"/>
                      <a:pt x="7" y="11"/>
                    </a:cubicBezTo>
                    <a:cubicBezTo>
                      <a:pt x="9" y="12"/>
                      <a:pt x="13" y="13"/>
                      <a:pt x="15" y="12"/>
                    </a:cubicBezTo>
                    <a:cubicBezTo>
                      <a:pt x="15" y="12"/>
                      <a:pt x="20" y="10"/>
                      <a:pt x="20" y="9"/>
                    </a:cubicBezTo>
                    <a:cubicBezTo>
                      <a:pt x="20" y="9"/>
                      <a:pt x="19" y="9"/>
                      <a:pt x="19" y="9"/>
                    </a:cubicBezTo>
                    <a:cubicBezTo>
                      <a:pt x="18" y="10"/>
                      <a:pt x="21" y="9"/>
                      <a:pt x="19" y="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4" name="Freeform 570">
                <a:extLst>
                  <a:ext uri="{FF2B5EF4-FFF2-40B4-BE49-F238E27FC236}">
                    <a16:creationId xmlns:a16="http://schemas.microsoft.com/office/drawing/2014/main" id="{0F138684-285A-484F-BCD0-F8CA34FB4CC9}"/>
                  </a:ext>
                </a:extLst>
              </p:cNvPr>
              <p:cNvSpPr>
                <a:spLocks/>
              </p:cNvSpPr>
              <p:nvPr/>
            </p:nvSpPr>
            <p:spPr bwMode="auto">
              <a:xfrm>
                <a:off x="6999554" y="5133964"/>
                <a:ext cx="47770" cy="35042"/>
              </a:xfrm>
              <a:custGeom>
                <a:avLst/>
                <a:gdLst>
                  <a:gd name="T0" fmla="*/ 2 w 5"/>
                  <a:gd name="T1" fmla="*/ 4 h 4"/>
                  <a:gd name="T2" fmla="*/ 4 w 5"/>
                  <a:gd name="T3" fmla="*/ 1 h 4"/>
                  <a:gd name="T4" fmla="*/ 2 w 5"/>
                  <a:gd name="T5" fmla="*/ 4 h 4"/>
                  <a:gd name="T6" fmla="*/ 2 w 5"/>
                  <a:gd name="T7" fmla="*/ 4 h 4"/>
                </a:gdLst>
                <a:ahLst/>
                <a:cxnLst>
                  <a:cxn ang="0">
                    <a:pos x="T0" y="T1"/>
                  </a:cxn>
                  <a:cxn ang="0">
                    <a:pos x="T2" y="T3"/>
                  </a:cxn>
                  <a:cxn ang="0">
                    <a:pos x="T4" y="T5"/>
                  </a:cxn>
                  <a:cxn ang="0">
                    <a:pos x="T6" y="T7"/>
                  </a:cxn>
                </a:cxnLst>
                <a:rect l="0" t="0" r="r" b="b"/>
                <a:pathLst>
                  <a:path w="5" h="4">
                    <a:moveTo>
                      <a:pt x="2" y="4"/>
                    </a:moveTo>
                    <a:cubicBezTo>
                      <a:pt x="0" y="4"/>
                      <a:pt x="4" y="0"/>
                      <a:pt x="4" y="1"/>
                    </a:cubicBezTo>
                    <a:cubicBezTo>
                      <a:pt x="5" y="1"/>
                      <a:pt x="3" y="4"/>
                      <a:pt x="2" y="4"/>
                    </a:cubicBezTo>
                    <a:cubicBezTo>
                      <a:pt x="1" y="4"/>
                      <a:pt x="4" y="4"/>
                      <a:pt x="2"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5" name="Freeform 571">
                <a:extLst>
                  <a:ext uri="{FF2B5EF4-FFF2-40B4-BE49-F238E27FC236}">
                    <a16:creationId xmlns:a16="http://schemas.microsoft.com/office/drawing/2014/main" id="{CB9B77A3-0453-2746-B876-719F494B3879}"/>
                  </a:ext>
                </a:extLst>
              </p:cNvPr>
              <p:cNvSpPr>
                <a:spLocks/>
              </p:cNvSpPr>
              <p:nvPr/>
            </p:nvSpPr>
            <p:spPr bwMode="auto">
              <a:xfrm>
                <a:off x="6942228" y="5169003"/>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1"/>
                      <a:pt x="1" y="0"/>
                    </a:cubicBezTo>
                    <a:cubicBezTo>
                      <a:pt x="2" y="0"/>
                      <a:pt x="2" y="2"/>
                      <a:pt x="1"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6" name="Freeform 572">
                <a:extLst>
                  <a:ext uri="{FF2B5EF4-FFF2-40B4-BE49-F238E27FC236}">
                    <a16:creationId xmlns:a16="http://schemas.microsoft.com/office/drawing/2014/main" id="{4CAB5A38-07CC-BD4E-B8FC-27963050A724}"/>
                  </a:ext>
                </a:extLst>
              </p:cNvPr>
              <p:cNvSpPr>
                <a:spLocks/>
              </p:cNvSpPr>
              <p:nvPr/>
            </p:nvSpPr>
            <p:spPr bwMode="auto">
              <a:xfrm>
                <a:off x="6139678" y="4777183"/>
                <a:ext cx="859874" cy="420492"/>
              </a:xfrm>
              <a:custGeom>
                <a:avLst/>
                <a:gdLst>
                  <a:gd name="T0" fmla="*/ 76 w 92"/>
                  <a:gd name="T1" fmla="*/ 41 h 45"/>
                  <a:gd name="T2" fmla="*/ 71 w 92"/>
                  <a:gd name="T3" fmla="*/ 39 h 45"/>
                  <a:gd name="T4" fmla="*/ 61 w 92"/>
                  <a:gd name="T5" fmla="*/ 38 h 45"/>
                  <a:gd name="T6" fmla="*/ 45 w 92"/>
                  <a:gd name="T7" fmla="*/ 43 h 45"/>
                  <a:gd name="T8" fmla="*/ 29 w 92"/>
                  <a:gd name="T9" fmla="*/ 41 h 45"/>
                  <a:gd name="T10" fmla="*/ 21 w 92"/>
                  <a:gd name="T11" fmla="*/ 38 h 45"/>
                  <a:gd name="T12" fmla="*/ 10 w 92"/>
                  <a:gd name="T13" fmla="*/ 31 h 45"/>
                  <a:gd name="T14" fmla="*/ 40 w 92"/>
                  <a:gd name="T15" fmla="*/ 29 h 45"/>
                  <a:gd name="T16" fmla="*/ 9 w 92"/>
                  <a:gd name="T17" fmla="*/ 26 h 45"/>
                  <a:gd name="T18" fmla="*/ 16 w 92"/>
                  <a:gd name="T19" fmla="*/ 19 h 45"/>
                  <a:gd name="T20" fmla="*/ 14 w 92"/>
                  <a:gd name="T21" fmla="*/ 18 h 45"/>
                  <a:gd name="T22" fmla="*/ 7 w 92"/>
                  <a:gd name="T23" fmla="*/ 17 h 45"/>
                  <a:gd name="T24" fmla="*/ 4 w 92"/>
                  <a:gd name="T25" fmla="*/ 11 h 45"/>
                  <a:gd name="T26" fmla="*/ 8 w 92"/>
                  <a:gd name="T27" fmla="*/ 7 h 45"/>
                  <a:gd name="T28" fmla="*/ 24 w 92"/>
                  <a:gd name="T29" fmla="*/ 1 h 45"/>
                  <a:gd name="T30" fmla="*/ 29 w 92"/>
                  <a:gd name="T31" fmla="*/ 7 h 45"/>
                  <a:gd name="T32" fmla="*/ 39 w 92"/>
                  <a:gd name="T33" fmla="*/ 6 h 45"/>
                  <a:gd name="T34" fmla="*/ 43 w 92"/>
                  <a:gd name="T35" fmla="*/ 8 h 45"/>
                  <a:gd name="T36" fmla="*/ 47 w 92"/>
                  <a:gd name="T37" fmla="*/ 9 h 45"/>
                  <a:gd name="T38" fmla="*/ 43 w 92"/>
                  <a:gd name="T39" fmla="*/ 4 h 45"/>
                  <a:gd name="T40" fmla="*/ 54 w 92"/>
                  <a:gd name="T41" fmla="*/ 10 h 45"/>
                  <a:gd name="T42" fmla="*/ 60 w 92"/>
                  <a:gd name="T43" fmla="*/ 14 h 45"/>
                  <a:gd name="T44" fmla="*/ 59 w 92"/>
                  <a:gd name="T45" fmla="*/ 1 h 45"/>
                  <a:gd name="T46" fmla="*/ 69 w 92"/>
                  <a:gd name="T47" fmla="*/ 6 h 45"/>
                  <a:gd name="T48" fmla="*/ 74 w 92"/>
                  <a:gd name="T49" fmla="*/ 19 h 45"/>
                  <a:gd name="T50" fmla="*/ 82 w 92"/>
                  <a:gd name="T51" fmla="*/ 26 h 45"/>
                  <a:gd name="T52" fmla="*/ 92 w 92"/>
                  <a:gd name="T53" fmla="*/ 33 h 45"/>
                  <a:gd name="T54" fmla="*/ 83 w 92"/>
                  <a:gd name="T55" fmla="*/ 35 h 45"/>
                  <a:gd name="T56" fmla="*/ 81 w 92"/>
                  <a:gd name="T57" fmla="*/ 36 h 45"/>
                  <a:gd name="T58" fmla="*/ 85 w 92"/>
                  <a:gd name="T59" fmla="*/ 36 h 45"/>
                  <a:gd name="T60" fmla="*/ 89 w 92"/>
                  <a:gd name="T61" fmla="*/ 39 h 45"/>
                  <a:gd name="T62" fmla="*/ 83 w 92"/>
                  <a:gd name="T63"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45">
                    <a:moveTo>
                      <a:pt x="83" y="41"/>
                    </a:moveTo>
                    <a:cubicBezTo>
                      <a:pt x="81" y="41"/>
                      <a:pt x="79" y="41"/>
                      <a:pt x="76" y="41"/>
                    </a:cubicBezTo>
                    <a:cubicBezTo>
                      <a:pt x="75" y="41"/>
                      <a:pt x="74" y="41"/>
                      <a:pt x="73" y="41"/>
                    </a:cubicBezTo>
                    <a:cubicBezTo>
                      <a:pt x="72" y="41"/>
                      <a:pt x="72" y="40"/>
                      <a:pt x="71" y="39"/>
                    </a:cubicBezTo>
                    <a:cubicBezTo>
                      <a:pt x="70" y="39"/>
                      <a:pt x="66" y="40"/>
                      <a:pt x="65" y="38"/>
                    </a:cubicBezTo>
                    <a:cubicBezTo>
                      <a:pt x="65" y="35"/>
                      <a:pt x="63" y="37"/>
                      <a:pt x="61" y="38"/>
                    </a:cubicBezTo>
                    <a:cubicBezTo>
                      <a:pt x="58" y="40"/>
                      <a:pt x="56" y="39"/>
                      <a:pt x="54" y="40"/>
                    </a:cubicBezTo>
                    <a:cubicBezTo>
                      <a:pt x="51" y="41"/>
                      <a:pt x="48" y="42"/>
                      <a:pt x="45" y="43"/>
                    </a:cubicBezTo>
                    <a:cubicBezTo>
                      <a:pt x="41" y="43"/>
                      <a:pt x="35" y="45"/>
                      <a:pt x="31" y="43"/>
                    </a:cubicBezTo>
                    <a:cubicBezTo>
                      <a:pt x="31" y="43"/>
                      <a:pt x="29" y="42"/>
                      <a:pt x="29" y="41"/>
                    </a:cubicBezTo>
                    <a:cubicBezTo>
                      <a:pt x="29" y="40"/>
                      <a:pt x="29" y="38"/>
                      <a:pt x="27" y="38"/>
                    </a:cubicBezTo>
                    <a:cubicBezTo>
                      <a:pt x="25" y="38"/>
                      <a:pt x="23" y="38"/>
                      <a:pt x="21" y="38"/>
                    </a:cubicBezTo>
                    <a:cubicBezTo>
                      <a:pt x="19" y="38"/>
                      <a:pt x="17" y="38"/>
                      <a:pt x="15" y="36"/>
                    </a:cubicBezTo>
                    <a:cubicBezTo>
                      <a:pt x="14" y="36"/>
                      <a:pt x="9" y="32"/>
                      <a:pt x="10" y="31"/>
                    </a:cubicBezTo>
                    <a:cubicBezTo>
                      <a:pt x="16" y="28"/>
                      <a:pt x="23" y="29"/>
                      <a:pt x="28" y="29"/>
                    </a:cubicBezTo>
                    <a:cubicBezTo>
                      <a:pt x="29" y="29"/>
                      <a:pt x="40" y="29"/>
                      <a:pt x="40" y="29"/>
                    </a:cubicBezTo>
                    <a:cubicBezTo>
                      <a:pt x="40" y="27"/>
                      <a:pt x="26" y="25"/>
                      <a:pt x="25" y="25"/>
                    </a:cubicBezTo>
                    <a:cubicBezTo>
                      <a:pt x="20" y="25"/>
                      <a:pt x="14" y="28"/>
                      <a:pt x="9" y="26"/>
                    </a:cubicBezTo>
                    <a:cubicBezTo>
                      <a:pt x="7" y="25"/>
                      <a:pt x="3" y="23"/>
                      <a:pt x="7" y="21"/>
                    </a:cubicBezTo>
                    <a:cubicBezTo>
                      <a:pt x="10" y="20"/>
                      <a:pt x="13" y="19"/>
                      <a:pt x="16" y="19"/>
                    </a:cubicBezTo>
                    <a:cubicBezTo>
                      <a:pt x="18" y="18"/>
                      <a:pt x="20" y="18"/>
                      <a:pt x="21" y="18"/>
                    </a:cubicBezTo>
                    <a:cubicBezTo>
                      <a:pt x="19" y="19"/>
                      <a:pt x="16" y="18"/>
                      <a:pt x="14" y="18"/>
                    </a:cubicBezTo>
                    <a:cubicBezTo>
                      <a:pt x="13" y="18"/>
                      <a:pt x="7" y="19"/>
                      <a:pt x="6" y="18"/>
                    </a:cubicBezTo>
                    <a:cubicBezTo>
                      <a:pt x="6" y="18"/>
                      <a:pt x="7" y="17"/>
                      <a:pt x="7" y="17"/>
                    </a:cubicBezTo>
                    <a:cubicBezTo>
                      <a:pt x="7" y="16"/>
                      <a:pt x="0" y="17"/>
                      <a:pt x="1" y="15"/>
                    </a:cubicBezTo>
                    <a:cubicBezTo>
                      <a:pt x="2" y="14"/>
                      <a:pt x="3" y="12"/>
                      <a:pt x="4" y="11"/>
                    </a:cubicBezTo>
                    <a:cubicBezTo>
                      <a:pt x="8" y="10"/>
                      <a:pt x="4" y="10"/>
                      <a:pt x="4" y="9"/>
                    </a:cubicBezTo>
                    <a:cubicBezTo>
                      <a:pt x="4" y="9"/>
                      <a:pt x="7" y="7"/>
                      <a:pt x="8" y="7"/>
                    </a:cubicBezTo>
                    <a:cubicBezTo>
                      <a:pt x="10" y="6"/>
                      <a:pt x="11" y="5"/>
                      <a:pt x="13" y="4"/>
                    </a:cubicBezTo>
                    <a:cubicBezTo>
                      <a:pt x="17" y="2"/>
                      <a:pt x="20" y="1"/>
                      <a:pt x="24" y="1"/>
                    </a:cubicBezTo>
                    <a:cubicBezTo>
                      <a:pt x="29" y="1"/>
                      <a:pt x="24" y="7"/>
                      <a:pt x="24" y="7"/>
                    </a:cubicBezTo>
                    <a:cubicBezTo>
                      <a:pt x="26" y="8"/>
                      <a:pt x="28" y="8"/>
                      <a:pt x="29" y="7"/>
                    </a:cubicBezTo>
                    <a:cubicBezTo>
                      <a:pt x="30" y="7"/>
                      <a:pt x="30" y="4"/>
                      <a:pt x="31" y="4"/>
                    </a:cubicBezTo>
                    <a:cubicBezTo>
                      <a:pt x="33" y="4"/>
                      <a:pt x="37" y="4"/>
                      <a:pt x="39" y="6"/>
                    </a:cubicBezTo>
                    <a:cubicBezTo>
                      <a:pt x="42" y="8"/>
                      <a:pt x="35" y="11"/>
                      <a:pt x="40" y="10"/>
                    </a:cubicBezTo>
                    <a:cubicBezTo>
                      <a:pt x="41" y="10"/>
                      <a:pt x="42" y="9"/>
                      <a:pt x="43" y="8"/>
                    </a:cubicBezTo>
                    <a:cubicBezTo>
                      <a:pt x="44" y="8"/>
                      <a:pt x="44" y="8"/>
                      <a:pt x="45" y="8"/>
                    </a:cubicBezTo>
                    <a:cubicBezTo>
                      <a:pt x="46" y="8"/>
                      <a:pt x="46" y="8"/>
                      <a:pt x="47" y="9"/>
                    </a:cubicBezTo>
                    <a:cubicBezTo>
                      <a:pt x="48" y="9"/>
                      <a:pt x="48" y="7"/>
                      <a:pt x="48" y="6"/>
                    </a:cubicBezTo>
                    <a:cubicBezTo>
                      <a:pt x="47" y="6"/>
                      <a:pt x="44" y="4"/>
                      <a:pt x="43" y="4"/>
                    </a:cubicBezTo>
                    <a:cubicBezTo>
                      <a:pt x="45" y="3"/>
                      <a:pt x="49" y="5"/>
                      <a:pt x="50" y="6"/>
                    </a:cubicBezTo>
                    <a:cubicBezTo>
                      <a:pt x="53" y="7"/>
                      <a:pt x="53" y="8"/>
                      <a:pt x="54" y="10"/>
                    </a:cubicBezTo>
                    <a:cubicBezTo>
                      <a:pt x="54" y="11"/>
                      <a:pt x="54" y="16"/>
                      <a:pt x="56" y="16"/>
                    </a:cubicBezTo>
                    <a:cubicBezTo>
                      <a:pt x="57" y="16"/>
                      <a:pt x="61" y="16"/>
                      <a:pt x="60" y="14"/>
                    </a:cubicBezTo>
                    <a:cubicBezTo>
                      <a:pt x="59" y="10"/>
                      <a:pt x="57" y="7"/>
                      <a:pt x="56" y="3"/>
                    </a:cubicBezTo>
                    <a:cubicBezTo>
                      <a:pt x="55" y="0"/>
                      <a:pt x="58" y="1"/>
                      <a:pt x="59" y="1"/>
                    </a:cubicBezTo>
                    <a:cubicBezTo>
                      <a:pt x="62" y="2"/>
                      <a:pt x="62" y="0"/>
                      <a:pt x="64" y="1"/>
                    </a:cubicBezTo>
                    <a:cubicBezTo>
                      <a:pt x="66" y="3"/>
                      <a:pt x="69" y="4"/>
                      <a:pt x="69" y="6"/>
                    </a:cubicBezTo>
                    <a:cubicBezTo>
                      <a:pt x="70" y="9"/>
                      <a:pt x="71" y="11"/>
                      <a:pt x="73" y="13"/>
                    </a:cubicBezTo>
                    <a:cubicBezTo>
                      <a:pt x="74" y="16"/>
                      <a:pt x="75" y="17"/>
                      <a:pt x="74" y="19"/>
                    </a:cubicBezTo>
                    <a:cubicBezTo>
                      <a:pt x="73" y="22"/>
                      <a:pt x="76" y="25"/>
                      <a:pt x="78" y="26"/>
                    </a:cubicBezTo>
                    <a:cubicBezTo>
                      <a:pt x="79" y="26"/>
                      <a:pt x="81" y="26"/>
                      <a:pt x="82" y="26"/>
                    </a:cubicBezTo>
                    <a:cubicBezTo>
                      <a:pt x="83" y="27"/>
                      <a:pt x="84" y="28"/>
                      <a:pt x="85" y="28"/>
                    </a:cubicBezTo>
                    <a:cubicBezTo>
                      <a:pt x="88" y="29"/>
                      <a:pt x="92" y="29"/>
                      <a:pt x="92" y="33"/>
                    </a:cubicBezTo>
                    <a:cubicBezTo>
                      <a:pt x="92" y="35"/>
                      <a:pt x="83" y="32"/>
                      <a:pt x="83" y="32"/>
                    </a:cubicBezTo>
                    <a:cubicBezTo>
                      <a:pt x="83" y="33"/>
                      <a:pt x="83" y="34"/>
                      <a:pt x="83" y="35"/>
                    </a:cubicBezTo>
                    <a:cubicBezTo>
                      <a:pt x="83" y="35"/>
                      <a:pt x="80" y="35"/>
                      <a:pt x="80" y="35"/>
                    </a:cubicBezTo>
                    <a:cubicBezTo>
                      <a:pt x="81" y="35"/>
                      <a:pt x="81" y="36"/>
                      <a:pt x="81" y="36"/>
                    </a:cubicBezTo>
                    <a:cubicBezTo>
                      <a:pt x="81" y="37"/>
                      <a:pt x="81" y="38"/>
                      <a:pt x="81" y="38"/>
                    </a:cubicBezTo>
                    <a:cubicBezTo>
                      <a:pt x="81" y="38"/>
                      <a:pt x="85" y="36"/>
                      <a:pt x="85" y="36"/>
                    </a:cubicBezTo>
                    <a:cubicBezTo>
                      <a:pt x="87" y="36"/>
                      <a:pt x="86" y="37"/>
                      <a:pt x="86" y="38"/>
                    </a:cubicBezTo>
                    <a:cubicBezTo>
                      <a:pt x="86" y="38"/>
                      <a:pt x="88" y="38"/>
                      <a:pt x="89" y="39"/>
                    </a:cubicBezTo>
                    <a:cubicBezTo>
                      <a:pt x="89" y="39"/>
                      <a:pt x="83" y="41"/>
                      <a:pt x="83" y="41"/>
                    </a:cubicBezTo>
                    <a:cubicBezTo>
                      <a:pt x="81" y="41"/>
                      <a:pt x="86" y="41"/>
                      <a:pt x="83" y="4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7" name="Freeform 573">
                <a:extLst>
                  <a:ext uri="{FF2B5EF4-FFF2-40B4-BE49-F238E27FC236}">
                    <a16:creationId xmlns:a16="http://schemas.microsoft.com/office/drawing/2014/main" id="{7896AB7F-9CC8-6149-AD1C-23AAFA0DACF4}"/>
                  </a:ext>
                </a:extLst>
              </p:cNvPr>
              <p:cNvSpPr>
                <a:spLocks/>
              </p:cNvSpPr>
              <p:nvPr/>
            </p:nvSpPr>
            <p:spPr bwMode="auto">
              <a:xfrm>
                <a:off x="6709745" y="4738956"/>
                <a:ext cx="130574" cy="86010"/>
              </a:xfrm>
              <a:custGeom>
                <a:avLst/>
                <a:gdLst>
                  <a:gd name="T0" fmla="*/ 9 w 14"/>
                  <a:gd name="T1" fmla="*/ 8 h 9"/>
                  <a:gd name="T2" fmla="*/ 5 w 14"/>
                  <a:gd name="T3" fmla="*/ 5 h 9"/>
                  <a:gd name="T4" fmla="*/ 0 w 14"/>
                  <a:gd name="T5" fmla="*/ 3 h 9"/>
                  <a:gd name="T6" fmla="*/ 4 w 14"/>
                  <a:gd name="T7" fmla="*/ 0 h 9"/>
                  <a:gd name="T8" fmla="*/ 10 w 14"/>
                  <a:gd name="T9" fmla="*/ 1 h 9"/>
                  <a:gd name="T10" fmla="*/ 12 w 14"/>
                  <a:gd name="T11" fmla="*/ 4 h 9"/>
                  <a:gd name="T12" fmla="*/ 9 w 14"/>
                  <a:gd name="T13" fmla="*/ 8 h 9"/>
                  <a:gd name="T14" fmla="*/ 9 w 14"/>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9" y="8"/>
                    </a:moveTo>
                    <a:cubicBezTo>
                      <a:pt x="7" y="8"/>
                      <a:pt x="6" y="5"/>
                      <a:pt x="5" y="5"/>
                    </a:cubicBezTo>
                    <a:cubicBezTo>
                      <a:pt x="4" y="4"/>
                      <a:pt x="0" y="3"/>
                      <a:pt x="0" y="3"/>
                    </a:cubicBezTo>
                    <a:cubicBezTo>
                      <a:pt x="1" y="2"/>
                      <a:pt x="3" y="1"/>
                      <a:pt x="4" y="0"/>
                    </a:cubicBezTo>
                    <a:cubicBezTo>
                      <a:pt x="6" y="0"/>
                      <a:pt x="8" y="0"/>
                      <a:pt x="10" y="1"/>
                    </a:cubicBezTo>
                    <a:cubicBezTo>
                      <a:pt x="12" y="2"/>
                      <a:pt x="14" y="2"/>
                      <a:pt x="12" y="4"/>
                    </a:cubicBezTo>
                    <a:cubicBezTo>
                      <a:pt x="11" y="5"/>
                      <a:pt x="10" y="9"/>
                      <a:pt x="9" y="8"/>
                    </a:cubicBezTo>
                    <a:cubicBezTo>
                      <a:pt x="8" y="8"/>
                      <a:pt x="9" y="8"/>
                      <a:pt x="9"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8" name="Freeform 574">
                <a:extLst>
                  <a:ext uri="{FF2B5EF4-FFF2-40B4-BE49-F238E27FC236}">
                    <a16:creationId xmlns:a16="http://schemas.microsoft.com/office/drawing/2014/main" id="{491A9C5E-AA8E-3C45-9A2F-9644977FDEC6}"/>
                  </a:ext>
                </a:extLst>
              </p:cNvPr>
              <p:cNvSpPr>
                <a:spLocks/>
              </p:cNvSpPr>
              <p:nvPr/>
            </p:nvSpPr>
            <p:spPr bwMode="auto">
              <a:xfrm>
                <a:off x="6916751" y="4700729"/>
                <a:ext cx="296178" cy="273958"/>
              </a:xfrm>
              <a:custGeom>
                <a:avLst/>
                <a:gdLst>
                  <a:gd name="T0" fmla="*/ 18 w 32"/>
                  <a:gd name="T1" fmla="*/ 27 h 29"/>
                  <a:gd name="T2" fmla="*/ 10 w 32"/>
                  <a:gd name="T3" fmla="*/ 19 h 29"/>
                  <a:gd name="T4" fmla="*/ 1 w 32"/>
                  <a:gd name="T5" fmla="*/ 15 h 29"/>
                  <a:gd name="T6" fmla="*/ 0 w 32"/>
                  <a:gd name="T7" fmla="*/ 13 h 29"/>
                  <a:gd name="T8" fmla="*/ 4 w 32"/>
                  <a:gd name="T9" fmla="*/ 12 h 29"/>
                  <a:gd name="T10" fmla="*/ 11 w 32"/>
                  <a:gd name="T11" fmla="*/ 14 h 29"/>
                  <a:gd name="T12" fmla="*/ 11 w 32"/>
                  <a:gd name="T13" fmla="*/ 12 h 29"/>
                  <a:gd name="T14" fmla="*/ 13 w 32"/>
                  <a:gd name="T15" fmla="*/ 11 h 29"/>
                  <a:gd name="T16" fmla="*/ 7 w 32"/>
                  <a:gd name="T17" fmla="*/ 8 h 29"/>
                  <a:gd name="T18" fmla="*/ 7 w 32"/>
                  <a:gd name="T19" fmla="*/ 6 h 29"/>
                  <a:gd name="T20" fmla="*/ 10 w 32"/>
                  <a:gd name="T21" fmla="*/ 7 h 29"/>
                  <a:gd name="T22" fmla="*/ 11 w 32"/>
                  <a:gd name="T23" fmla="*/ 5 h 29"/>
                  <a:gd name="T24" fmla="*/ 8 w 32"/>
                  <a:gd name="T25" fmla="*/ 4 h 29"/>
                  <a:gd name="T26" fmla="*/ 10 w 32"/>
                  <a:gd name="T27" fmla="*/ 3 h 29"/>
                  <a:gd name="T28" fmla="*/ 14 w 32"/>
                  <a:gd name="T29" fmla="*/ 4 h 29"/>
                  <a:gd name="T30" fmla="*/ 13 w 32"/>
                  <a:gd name="T31" fmla="*/ 3 h 29"/>
                  <a:gd name="T32" fmla="*/ 19 w 32"/>
                  <a:gd name="T33" fmla="*/ 5 h 29"/>
                  <a:gd name="T34" fmla="*/ 18 w 32"/>
                  <a:gd name="T35" fmla="*/ 3 h 29"/>
                  <a:gd name="T36" fmla="*/ 19 w 32"/>
                  <a:gd name="T37" fmla="*/ 3 h 29"/>
                  <a:gd name="T38" fmla="*/ 17 w 32"/>
                  <a:gd name="T39" fmla="*/ 2 h 29"/>
                  <a:gd name="T40" fmla="*/ 25 w 32"/>
                  <a:gd name="T41" fmla="*/ 1 h 29"/>
                  <a:gd name="T42" fmla="*/ 23 w 32"/>
                  <a:gd name="T43" fmla="*/ 3 h 29"/>
                  <a:gd name="T44" fmla="*/ 28 w 32"/>
                  <a:gd name="T45" fmla="*/ 4 h 29"/>
                  <a:gd name="T46" fmla="*/ 27 w 32"/>
                  <a:gd name="T47" fmla="*/ 7 h 29"/>
                  <a:gd name="T48" fmla="*/ 26 w 32"/>
                  <a:gd name="T49" fmla="*/ 8 h 29"/>
                  <a:gd name="T50" fmla="*/ 23 w 32"/>
                  <a:gd name="T51" fmla="*/ 10 h 29"/>
                  <a:gd name="T52" fmla="*/ 21 w 32"/>
                  <a:gd name="T53" fmla="*/ 13 h 29"/>
                  <a:gd name="T54" fmla="*/ 24 w 32"/>
                  <a:gd name="T55" fmla="*/ 11 h 29"/>
                  <a:gd name="T56" fmla="*/ 26 w 32"/>
                  <a:gd name="T57" fmla="*/ 13 h 29"/>
                  <a:gd name="T58" fmla="*/ 29 w 32"/>
                  <a:gd name="T59" fmla="*/ 13 h 29"/>
                  <a:gd name="T60" fmla="*/ 28 w 32"/>
                  <a:gd name="T61" fmla="*/ 10 h 29"/>
                  <a:gd name="T62" fmla="*/ 30 w 32"/>
                  <a:gd name="T63" fmla="*/ 11 h 29"/>
                  <a:gd name="T64" fmla="*/ 30 w 32"/>
                  <a:gd name="T65" fmla="*/ 14 h 29"/>
                  <a:gd name="T66" fmla="*/ 31 w 32"/>
                  <a:gd name="T67" fmla="*/ 17 h 29"/>
                  <a:gd name="T68" fmla="*/ 28 w 32"/>
                  <a:gd name="T69" fmla="*/ 23 h 29"/>
                  <a:gd name="T70" fmla="*/ 22 w 32"/>
                  <a:gd name="T71" fmla="*/ 23 h 29"/>
                  <a:gd name="T72" fmla="*/ 21 w 32"/>
                  <a:gd name="T73" fmla="*/ 23 h 29"/>
                  <a:gd name="T74" fmla="*/ 23 w 32"/>
                  <a:gd name="T75" fmla="*/ 26 h 29"/>
                  <a:gd name="T76" fmla="*/ 18 w 32"/>
                  <a:gd name="T77" fmla="*/ 27 h 29"/>
                  <a:gd name="T78" fmla="*/ 18 w 32"/>
                  <a:gd name="T79" fmla="*/ 2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2" h="29">
                    <a:moveTo>
                      <a:pt x="18" y="27"/>
                    </a:moveTo>
                    <a:cubicBezTo>
                      <a:pt x="15" y="25"/>
                      <a:pt x="13" y="21"/>
                      <a:pt x="10" y="19"/>
                    </a:cubicBezTo>
                    <a:cubicBezTo>
                      <a:pt x="7" y="18"/>
                      <a:pt x="4" y="16"/>
                      <a:pt x="1" y="15"/>
                    </a:cubicBezTo>
                    <a:cubicBezTo>
                      <a:pt x="0" y="14"/>
                      <a:pt x="0" y="14"/>
                      <a:pt x="0" y="13"/>
                    </a:cubicBezTo>
                    <a:cubicBezTo>
                      <a:pt x="0" y="10"/>
                      <a:pt x="2" y="11"/>
                      <a:pt x="4" y="12"/>
                    </a:cubicBezTo>
                    <a:cubicBezTo>
                      <a:pt x="6" y="13"/>
                      <a:pt x="8" y="15"/>
                      <a:pt x="11" y="14"/>
                    </a:cubicBezTo>
                    <a:cubicBezTo>
                      <a:pt x="12" y="14"/>
                      <a:pt x="11" y="12"/>
                      <a:pt x="11" y="12"/>
                    </a:cubicBezTo>
                    <a:cubicBezTo>
                      <a:pt x="11" y="11"/>
                      <a:pt x="13" y="12"/>
                      <a:pt x="13" y="11"/>
                    </a:cubicBezTo>
                    <a:cubicBezTo>
                      <a:pt x="14" y="10"/>
                      <a:pt x="7" y="8"/>
                      <a:pt x="7" y="8"/>
                    </a:cubicBezTo>
                    <a:cubicBezTo>
                      <a:pt x="5" y="7"/>
                      <a:pt x="6" y="6"/>
                      <a:pt x="7" y="6"/>
                    </a:cubicBezTo>
                    <a:cubicBezTo>
                      <a:pt x="9" y="5"/>
                      <a:pt x="9" y="6"/>
                      <a:pt x="10" y="7"/>
                    </a:cubicBezTo>
                    <a:cubicBezTo>
                      <a:pt x="10" y="7"/>
                      <a:pt x="11" y="5"/>
                      <a:pt x="11" y="5"/>
                    </a:cubicBezTo>
                    <a:cubicBezTo>
                      <a:pt x="12" y="5"/>
                      <a:pt x="8" y="4"/>
                      <a:pt x="8" y="4"/>
                    </a:cubicBezTo>
                    <a:cubicBezTo>
                      <a:pt x="8" y="4"/>
                      <a:pt x="10" y="3"/>
                      <a:pt x="10" y="3"/>
                    </a:cubicBezTo>
                    <a:cubicBezTo>
                      <a:pt x="11" y="3"/>
                      <a:pt x="13" y="4"/>
                      <a:pt x="14" y="4"/>
                    </a:cubicBezTo>
                    <a:cubicBezTo>
                      <a:pt x="14" y="4"/>
                      <a:pt x="13" y="3"/>
                      <a:pt x="13" y="3"/>
                    </a:cubicBezTo>
                    <a:cubicBezTo>
                      <a:pt x="14" y="2"/>
                      <a:pt x="18" y="5"/>
                      <a:pt x="19" y="5"/>
                    </a:cubicBezTo>
                    <a:cubicBezTo>
                      <a:pt x="20" y="4"/>
                      <a:pt x="18" y="4"/>
                      <a:pt x="18" y="3"/>
                    </a:cubicBezTo>
                    <a:cubicBezTo>
                      <a:pt x="18" y="3"/>
                      <a:pt x="19" y="3"/>
                      <a:pt x="19" y="3"/>
                    </a:cubicBezTo>
                    <a:cubicBezTo>
                      <a:pt x="19" y="3"/>
                      <a:pt x="17" y="3"/>
                      <a:pt x="17" y="2"/>
                    </a:cubicBezTo>
                    <a:cubicBezTo>
                      <a:pt x="17" y="2"/>
                      <a:pt x="24" y="0"/>
                      <a:pt x="25" y="1"/>
                    </a:cubicBezTo>
                    <a:cubicBezTo>
                      <a:pt x="26" y="1"/>
                      <a:pt x="23" y="2"/>
                      <a:pt x="23" y="3"/>
                    </a:cubicBezTo>
                    <a:cubicBezTo>
                      <a:pt x="24" y="4"/>
                      <a:pt x="27" y="3"/>
                      <a:pt x="28" y="4"/>
                    </a:cubicBezTo>
                    <a:cubicBezTo>
                      <a:pt x="28" y="5"/>
                      <a:pt x="24" y="7"/>
                      <a:pt x="27" y="7"/>
                    </a:cubicBezTo>
                    <a:cubicBezTo>
                      <a:pt x="28" y="7"/>
                      <a:pt x="27" y="8"/>
                      <a:pt x="26" y="8"/>
                    </a:cubicBezTo>
                    <a:cubicBezTo>
                      <a:pt x="25" y="8"/>
                      <a:pt x="24" y="8"/>
                      <a:pt x="23" y="10"/>
                    </a:cubicBezTo>
                    <a:cubicBezTo>
                      <a:pt x="23" y="10"/>
                      <a:pt x="21" y="13"/>
                      <a:pt x="21" y="13"/>
                    </a:cubicBezTo>
                    <a:cubicBezTo>
                      <a:pt x="22" y="13"/>
                      <a:pt x="23" y="11"/>
                      <a:pt x="24" y="11"/>
                    </a:cubicBezTo>
                    <a:cubicBezTo>
                      <a:pt x="25" y="11"/>
                      <a:pt x="25" y="12"/>
                      <a:pt x="26" y="13"/>
                    </a:cubicBezTo>
                    <a:cubicBezTo>
                      <a:pt x="27" y="13"/>
                      <a:pt x="30" y="17"/>
                      <a:pt x="29" y="13"/>
                    </a:cubicBezTo>
                    <a:cubicBezTo>
                      <a:pt x="29" y="12"/>
                      <a:pt x="27" y="11"/>
                      <a:pt x="28" y="10"/>
                    </a:cubicBezTo>
                    <a:cubicBezTo>
                      <a:pt x="29" y="10"/>
                      <a:pt x="30" y="10"/>
                      <a:pt x="30" y="11"/>
                    </a:cubicBezTo>
                    <a:cubicBezTo>
                      <a:pt x="30" y="12"/>
                      <a:pt x="29" y="13"/>
                      <a:pt x="30" y="14"/>
                    </a:cubicBezTo>
                    <a:cubicBezTo>
                      <a:pt x="31" y="15"/>
                      <a:pt x="32" y="16"/>
                      <a:pt x="31" y="17"/>
                    </a:cubicBezTo>
                    <a:cubicBezTo>
                      <a:pt x="29" y="19"/>
                      <a:pt x="32" y="22"/>
                      <a:pt x="28" y="23"/>
                    </a:cubicBezTo>
                    <a:cubicBezTo>
                      <a:pt x="28" y="23"/>
                      <a:pt x="21" y="25"/>
                      <a:pt x="22" y="23"/>
                    </a:cubicBezTo>
                    <a:cubicBezTo>
                      <a:pt x="22" y="22"/>
                      <a:pt x="21" y="22"/>
                      <a:pt x="21" y="23"/>
                    </a:cubicBezTo>
                    <a:cubicBezTo>
                      <a:pt x="22" y="24"/>
                      <a:pt x="22" y="25"/>
                      <a:pt x="23" y="26"/>
                    </a:cubicBezTo>
                    <a:cubicBezTo>
                      <a:pt x="23" y="28"/>
                      <a:pt x="19" y="27"/>
                      <a:pt x="18" y="27"/>
                    </a:cubicBezTo>
                    <a:cubicBezTo>
                      <a:pt x="17" y="26"/>
                      <a:pt x="22" y="29"/>
                      <a:pt x="18" y="2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299" name="Freeform 575">
                <a:extLst>
                  <a:ext uri="{FF2B5EF4-FFF2-40B4-BE49-F238E27FC236}">
                    <a16:creationId xmlns:a16="http://schemas.microsoft.com/office/drawing/2014/main" id="{D55E8DD4-446F-FD45-8AE9-329D8DC6242E}"/>
                  </a:ext>
                </a:extLst>
              </p:cNvPr>
              <p:cNvSpPr>
                <a:spLocks/>
              </p:cNvSpPr>
              <p:nvPr/>
            </p:nvSpPr>
            <p:spPr bwMode="auto">
              <a:xfrm>
                <a:off x="7232037" y="4700729"/>
                <a:ext cx="261145" cy="207060"/>
              </a:xfrm>
              <a:custGeom>
                <a:avLst/>
                <a:gdLst>
                  <a:gd name="T0" fmla="*/ 7 w 28"/>
                  <a:gd name="T1" fmla="*/ 22 h 22"/>
                  <a:gd name="T2" fmla="*/ 3 w 28"/>
                  <a:gd name="T3" fmla="*/ 19 h 22"/>
                  <a:gd name="T4" fmla="*/ 1 w 28"/>
                  <a:gd name="T5" fmla="*/ 11 h 22"/>
                  <a:gd name="T6" fmla="*/ 1 w 28"/>
                  <a:gd name="T7" fmla="*/ 4 h 22"/>
                  <a:gd name="T8" fmla="*/ 6 w 28"/>
                  <a:gd name="T9" fmla="*/ 4 h 22"/>
                  <a:gd name="T10" fmla="*/ 5 w 28"/>
                  <a:gd name="T11" fmla="*/ 1 h 22"/>
                  <a:gd name="T12" fmla="*/ 16 w 28"/>
                  <a:gd name="T13" fmla="*/ 2 h 22"/>
                  <a:gd name="T14" fmla="*/ 25 w 28"/>
                  <a:gd name="T15" fmla="*/ 3 h 22"/>
                  <a:gd name="T16" fmla="*/ 23 w 28"/>
                  <a:gd name="T17" fmla="*/ 8 h 22"/>
                  <a:gd name="T18" fmla="*/ 19 w 28"/>
                  <a:gd name="T19" fmla="*/ 13 h 22"/>
                  <a:gd name="T20" fmla="*/ 12 w 28"/>
                  <a:gd name="T21" fmla="*/ 13 h 22"/>
                  <a:gd name="T22" fmla="*/ 10 w 28"/>
                  <a:gd name="T23" fmla="*/ 14 h 22"/>
                  <a:gd name="T24" fmla="*/ 11 w 28"/>
                  <a:gd name="T25" fmla="*/ 17 h 22"/>
                  <a:gd name="T26" fmla="*/ 7 w 28"/>
                  <a:gd name="T27" fmla="*/ 22 h 22"/>
                  <a:gd name="T28" fmla="*/ 7 w 28"/>
                  <a:gd name="T2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22">
                    <a:moveTo>
                      <a:pt x="7" y="22"/>
                    </a:moveTo>
                    <a:cubicBezTo>
                      <a:pt x="5" y="21"/>
                      <a:pt x="3" y="21"/>
                      <a:pt x="3" y="19"/>
                    </a:cubicBezTo>
                    <a:cubicBezTo>
                      <a:pt x="3" y="16"/>
                      <a:pt x="0" y="14"/>
                      <a:pt x="1" y="11"/>
                    </a:cubicBezTo>
                    <a:cubicBezTo>
                      <a:pt x="1" y="9"/>
                      <a:pt x="0" y="6"/>
                      <a:pt x="1" y="4"/>
                    </a:cubicBezTo>
                    <a:cubicBezTo>
                      <a:pt x="2" y="4"/>
                      <a:pt x="6" y="5"/>
                      <a:pt x="6" y="4"/>
                    </a:cubicBezTo>
                    <a:cubicBezTo>
                      <a:pt x="6" y="3"/>
                      <a:pt x="0" y="3"/>
                      <a:pt x="5" y="1"/>
                    </a:cubicBezTo>
                    <a:cubicBezTo>
                      <a:pt x="9" y="0"/>
                      <a:pt x="12" y="1"/>
                      <a:pt x="16" y="2"/>
                    </a:cubicBezTo>
                    <a:cubicBezTo>
                      <a:pt x="19" y="2"/>
                      <a:pt x="22" y="2"/>
                      <a:pt x="25" y="3"/>
                    </a:cubicBezTo>
                    <a:cubicBezTo>
                      <a:pt x="28" y="4"/>
                      <a:pt x="25" y="6"/>
                      <a:pt x="23" y="8"/>
                    </a:cubicBezTo>
                    <a:cubicBezTo>
                      <a:pt x="22" y="10"/>
                      <a:pt x="21" y="12"/>
                      <a:pt x="19" y="13"/>
                    </a:cubicBezTo>
                    <a:cubicBezTo>
                      <a:pt x="18" y="15"/>
                      <a:pt x="14" y="13"/>
                      <a:pt x="12" y="13"/>
                    </a:cubicBezTo>
                    <a:cubicBezTo>
                      <a:pt x="12" y="13"/>
                      <a:pt x="9" y="13"/>
                      <a:pt x="10" y="14"/>
                    </a:cubicBezTo>
                    <a:cubicBezTo>
                      <a:pt x="10" y="15"/>
                      <a:pt x="12" y="15"/>
                      <a:pt x="11" y="17"/>
                    </a:cubicBezTo>
                    <a:cubicBezTo>
                      <a:pt x="10" y="17"/>
                      <a:pt x="8" y="22"/>
                      <a:pt x="7" y="22"/>
                    </a:cubicBezTo>
                    <a:cubicBezTo>
                      <a:pt x="5" y="21"/>
                      <a:pt x="8" y="22"/>
                      <a:pt x="7" y="2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0" name="Freeform 576">
                <a:extLst>
                  <a:ext uri="{FF2B5EF4-FFF2-40B4-BE49-F238E27FC236}">
                    <a16:creationId xmlns:a16="http://schemas.microsoft.com/office/drawing/2014/main" id="{B245066D-BCAC-1D4D-A81F-129F6F20CC24}"/>
                  </a:ext>
                </a:extLst>
              </p:cNvPr>
              <p:cNvSpPr>
                <a:spLocks/>
              </p:cNvSpPr>
              <p:nvPr/>
            </p:nvSpPr>
            <p:spPr bwMode="auto">
              <a:xfrm>
                <a:off x="5833947" y="4675245"/>
                <a:ext cx="503186" cy="308998"/>
              </a:xfrm>
              <a:custGeom>
                <a:avLst/>
                <a:gdLst>
                  <a:gd name="T0" fmla="*/ 52 w 54"/>
                  <a:gd name="T1" fmla="*/ 10 h 33"/>
                  <a:gd name="T2" fmla="*/ 45 w 54"/>
                  <a:gd name="T3" fmla="*/ 4 h 33"/>
                  <a:gd name="T4" fmla="*/ 41 w 54"/>
                  <a:gd name="T5" fmla="*/ 3 h 33"/>
                  <a:gd name="T6" fmla="*/ 35 w 54"/>
                  <a:gd name="T7" fmla="*/ 4 h 33"/>
                  <a:gd name="T8" fmla="*/ 32 w 54"/>
                  <a:gd name="T9" fmla="*/ 3 h 33"/>
                  <a:gd name="T10" fmla="*/ 27 w 54"/>
                  <a:gd name="T11" fmla="*/ 1 h 33"/>
                  <a:gd name="T12" fmla="*/ 20 w 54"/>
                  <a:gd name="T13" fmla="*/ 0 h 33"/>
                  <a:gd name="T14" fmla="*/ 11 w 54"/>
                  <a:gd name="T15" fmla="*/ 1 h 33"/>
                  <a:gd name="T16" fmla="*/ 8 w 54"/>
                  <a:gd name="T17" fmla="*/ 3 h 33"/>
                  <a:gd name="T18" fmla="*/ 7 w 54"/>
                  <a:gd name="T19" fmla="*/ 11 h 33"/>
                  <a:gd name="T20" fmla="*/ 7 w 54"/>
                  <a:gd name="T21" fmla="*/ 15 h 33"/>
                  <a:gd name="T22" fmla="*/ 4 w 54"/>
                  <a:gd name="T23" fmla="*/ 18 h 33"/>
                  <a:gd name="T24" fmla="*/ 0 w 54"/>
                  <a:gd name="T25" fmla="*/ 24 h 33"/>
                  <a:gd name="T26" fmla="*/ 7 w 54"/>
                  <a:gd name="T27" fmla="*/ 26 h 33"/>
                  <a:gd name="T28" fmla="*/ 15 w 54"/>
                  <a:gd name="T29" fmla="*/ 32 h 33"/>
                  <a:gd name="T30" fmla="*/ 19 w 54"/>
                  <a:gd name="T31" fmla="*/ 30 h 33"/>
                  <a:gd name="T32" fmla="*/ 25 w 54"/>
                  <a:gd name="T33" fmla="*/ 29 h 33"/>
                  <a:gd name="T34" fmla="*/ 28 w 54"/>
                  <a:gd name="T35" fmla="*/ 26 h 33"/>
                  <a:gd name="T36" fmla="*/ 31 w 54"/>
                  <a:gd name="T37" fmla="*/ 21 h 33"/>
                  <a:gd name="T38" fmla="*/ 37 w 54"/>
                  <a:gd name="T39" fmla="*/ 17 h 33"/>
                  <a:gd name="T40" fmla="*/ 46 w 54"/>
                  <a:gd name="T41" fmla="*/ 13 h 33"/>
                  <a:gd name="T42" fmla="*/ 52 w 54"/>
                  <a:gd name="T43" fmla="*/ 10 h 33"/>
                  <a:gd name="T44" fmla="*/ 52 w 54"/>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33">
                    <a:moveTo>
                      <a:pt x="52" y="10"/>
                    </a:moveTo>
                    <a:cubicBezTo>
                      <a:pt x="50" y="8"/>
                      <a:pt x="48" y="6"/>
                      <a:pt x="45" y="4"/>
                    </a:cubicBezTo>
                    <a:cubicBezTo>
                      <a:pt x="44" y="4"/>
                      <a:pt x="42" y="3"/>
                      <a:pt x="41" y="3"/>
                    </a:cubicBezTo>
                    <a:cubicBezTo>
                      <a:pt x="38" y="2"/>
                      <a:pt x="37" y="3"/>
                      <a:pt x="35" y="4"/>
                    </a:cubicBezTo>
                    <a:cubicBezTo>
                      <a:pt x="34" y="4"/>
                      <a:pt x="33" y="3"/>
                      <a:pt x="32" y="3"/>
                    </a:cubicBezTo>
                    <a:cubicBezTo>
                      <a:pt x="31" y="2"/>
                      <a:pt x="29" y="2"/>
                      <a:pt x="27" y="1"/>
                    </a:cubicBezTo>
                    <a:cubicBezTo>
                      <a:pt x="25" y="1"/>
                      <a:pt x="22" y="0"/>
                      <a:pt x="20" y="0"/>
                    </a:cubicBezTo>
                    <a:cubicBezTo>
                      <a:pt x="17" y="0"/>
                      <a:pt x="14" y="1"/>
                      <a:pt x="11" y="1"/>
                    </a:cubicBezTo>
                    <a:cubicBezTo>
                      <a:pt x="9" y="2"/>
                      <a:pt x="6" y="1"/>
                      <a:pt x="8" y="3"/>
                    </a:cubicBezTo>
                    <a:cubicBezTo>
                      <a:pt x="10" y="7"/>
                      <a:pt x="10" y="8"/>
                      <a:pt x="7" y="11"/>
                    </a:cubicBezTo>
                    <a:cubicBezTo>
                      <a:pt x="5" y="13"/>
                      <a:pt x="7" y="14"/>
                      <a:pt x="7" y="15"/>
                    </a:cubicBezTo>
                    <a:cubicBezTo>
                      <a:pt x="6" y="16"/>
                      <a:pt x="4" y="16"/>
                      <a:pt x="4" y="18"/>
                    </a:cubicBezTo>
                    <a:cubicBezTo>
                      <a:pt x="3" y="20"/>
                      <a:pt x="1" y="22"/>
                      <a:pt x="0" y="24"/>
                    </a:cubicBezTo>
                    <a:cubicBezTo>
                      <a:pt x="0" y="25"/>
                      <a:pt x="6" y="26"/>
                      <a:pt x="7" y="26"/>
                    </a:cubicBezTo>
                    <a:cubicBezTo>
                      <a:pt x="10" y="28"/>
                      <a:pt x="12" y="32"/>
                      <a:pt x="15" y="32"/>
                    </a:cubicBezTo>
                    <a:cubicBezTo>
                      <a:pt x="16" y="33"/>
                      <a:pt x="18" y="31"/>
                      <a:pt x="19" y="30"/>
                    </a:cubicBezTo>
                    <a:cubicBezTo>
                      <a:pt x="21" y="29"/>
                      <a:pt x="23" y="30"/>
                      <a:pt x="25" y="29"/>
                    </a:cubicBezTo>
                    <a:cubicBezTo>
                      <a:pt x="27" y="29"/>
                      <a:pt x="27" y="28"/>
                      <a:pt x="28" y="26"/>
                    </a:cubicBezTo>
                    <a:cubicBezTo>
                      <a:pt x="28" y="24"/>
                      <a:pt x="28" y="23"/>
                      <a:pt x="31" y="21"/>
                    </a:cubicBezTo>
                    <a:cubicBezTo>
                      <a:pt x="33" y="20"/>
                      <a:pt x="34" y="18"/>
                      <a:pt x="37" y="17"/>
                    </a:cubicBezTo>
                    <a:cubicBezTo>
                      <a:pt x="40" y="15"/>
                      <a:pt x="43" y="14"/>
                      <a:pt x="46" y="13"/>
                    </a:cubicBezTo>
                    <a:cubicBezTo>
                      <a:pt x="46" y="13"/>
                      <a:pt x="53" y="10"/>
                      <a:pt x="52" y="10"/>
                    </a:cubicBezTo>
                    <a:cubicBezTo>
                      <a:pt x="51" y="9"/>
                      <a:pt x="54" y="11"/>
                      <a:pt x="52"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1" name="Freeform 577">
                <a:extLst>
                  <a:ext uri="{FF2B5EF4-FFF2-40B4-BE49-F238E27FC236}">
                    <a16:creationId xmlns:a16="http://schemas.microsoft.com/office/drawing/2014/main" id="{9889C509-73EC-4A41-845B-97263137E050}"/>
                  </a:ext>
                </a:extLst>
              </p:cNvPr>
              <p:cNvSpPr>
                <a:spLocks/>
              </p:cNvSpPr>
              <p:nvPr/>
            </p:nvSpPr>
            <p:spPr bwMode="auto">
              <a:xfrm>
                <a:off x="6811655" y="4589235"/>
                <a:ext cx="66879" cy="38227"/>
              </a:xfrm>
              <a:custGeom>
                <a:avLst/>
                <a:gdLst>
                  <a:gd name="T0" fmla="*/ 4 w 7"/>
                  <a:gd name="T1" fmla="*/ 4 h 4"/>
                  <a:gd name="T2" fmla="*/ 1 w 7"/>
                  <a:gd name="T3" fmla="*/ 3 h 4"/>
                  <a:gd name="T4" fmla="*/ 3 w 7"/>
                  <a:gd name="T5" fmla="*/ 0 h 4"/>
                  <a:gd name="T6" fmla="*/ 4 w 7"/>
                  <a:gd name="T7" fmla="*/ 4 h 4"/>
                  <a:gd name="T8" fmla="*/ 4 w 7"/>
                  <a:gd name="T9" fmla="*/ 4 h 4"/>
                </a:gdLst>
                <a:ahLst/>
                <a:cxnLst>
                  <a:cxn ang="0">
                    <a:pos x="T0" y="T1"/>
                  </a:cxn>
                  <a:cxn ang="0">
                    <a:pos x="T2" y="T3"/>
                  </a:cxn>
                  <a:cxn ang="0">
                    <a:pos x="T4" y="T5"/>
                  </a:cxn>
                  <a:cxn ang="0">
                    <a:pos x="T6" y="T7"/>
                  </a:cxn>
                  <a:cxn ang="0">
                    <a:pos x="T8" y="T9"/>
                  </a:cxn>
                </a:cxnLst>
                <a:rect l="0" t="0" r="r" b="b"/>
                <a:pathLst>
                  <a:path w="7" h="4">
                    <a:moveTo>
                      <a:pt x="4" y="4"/>
                    </a:moveTo>
                    <a:cubicBezTo>
                      <a:pt x="3" y="4"/>
                      <a:pt x="1" y="4"/>
                      <a:pt x="1" y="3"/>
                    </a:cubicBezTo>
                    <a:cubicBezTo>
                      <a:pt x="0" y="2"/>
                      <a:pt x="3" y="0"/>
                      <a:pt x="3" y="0"/>
                    </a:cubicBezTo>
                    <a:cubicBezTo>
                      <a:pt x="6" y="0"/>
                      <a:pt x="7" y="4"/>
                      <a:pt x="4" y="4"/>
                    </a:cubicBezTo>
                    <a:cubicBezTo>
                      <a:pt x="1" y="3"/>
                      <a:pt x="6" y="4"/>
                      <a:pt x="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2" name="Freeform 578">
                <a:extLst>
                  <a:ext uri="{FF2B5EF4-FFF2-40B4-BE49-F238E27FC236}">
                    <a16:creationId xmlns:a16="http://schemas.microsoft.com/office/drawing/2014/main" id="{D270908E-288B-2D4D-AD0E-49092AF82A12}"/>
                  </a:ext>
                </a:extLst>
              </p:cNvPr>
              <p:cNvSpPr>
                <a:spLocks/>
              </p:cNvSpPr>
              <p:nvPr/>
            </p:nvSpPr>
            <p:spPr bwMode="auto">
              <a:xfrm>
                <a:off x="6235221" y="4420403"/>
                <a:ext cx="560509" cy="264400"/>
              </a:xfrm>
              <a:custGeom>
                <a:avLst/>
                <a:gdLst>
                  <a:gd name="T0" fmla="*/ 50 w 60"/>
                  <a:gd name="T1" fmla="*/ 22 h 28"/>
                  <a:gd name="T2" fmla="*/ 48 w 60"/>
                  <a:gd name="T3" fmla="*/ 21 h 28"/>
                  <a:gd name="T4" fmla="*/ 46 w 60"/>
                  <a:gd name="T5" fmla="*/ 23 h 28"/>
                  <a:gd name="T6" fmla="*/ 43 w 60"/>
                  <a:gd name="T7" fmla="*/ 22 h 28"/>
                  <a:gd name="T8" fmla="*/ 40 w 60"/>
                  <a:gd name="T9" fmla="*/ 23 h 28"/>
                  <a:gd name="T10" fmla="*/ 24 w 60"/>
                  <a:gd name="T11" fmla="*/ 27 h 28"/>
                  <a:gd name="T12" fmla="*/ 19 w 60"/>
                  <a:gd name="T13" fmla="*/ 28 h 28"/>
                  <a:gd name="T14" fmla="*/ 17 w 60"/>
                  <a:gd name="T15" fmla="*/ 24 h 28"/>
                  <a:gd name="T16" fmla="*/ 24 w 60"/>
                  <a:gd name="T17" fmla="*/ 22 h 28"/>
                  <a:gd name="T18" fmla="*/ 29 w 60"/>
                  <a:gd name="T19" fmla="*/ 22 h 28"/>
                  <a:gd name="T20" fmla="*/ 31 w 60"/>
                  <a:gd name="T21" fmla="*/ 20 h 28"/>
                  <a:gd name="T22" fmla="*/ 24 w 60"/>
                  <a:gd name="T23" fmla="*/ 20 h 28"/>
                  <a:gd name="T24" fmla="*/ 19 w 60"/>
                  <a:gd name="T25" fmla="*/ 21 h 28"/>
                  <a:gd name="T26" fmla="*/ 19 w 60"/>
                  <a:gd name="T27" fmla="*/ 19 h 28"/>
                  <a:gd name="T28" fmla="*/ 12 w 60"/>
                  <a:gd name="T29" fmla="*/ 21 h 28"/>
                  <a:gd name="T30" fmla="*/ 11 w 60"/>
                  <a:gd name="T31" fmla="*/ 22 h 28"/>
                  <a:gd name="T32" fmla="*/ 9 w 60"/>
                  <a:gd name="T33" fmla="*/ 23 h 28"/>
                  <a:gd name="T34" fmla="*/ 5 w 60"/>
                  <a:gd name="T35" fmla="*/ 21 h 28"/>
                  <a:gd name="T36" fmla="*/ 0 w 60"/>
                  <a:gd name="T37" fmla="*/ 20 h 28"/>
                  <a:gd name="T38" fmla="*/ 4 w 60"/>
                  <a:gd name="T39" fmla="*/ 18 h 28"/>
                  <a:gd name="T40" fmla="*/ 9 w 60"/>
                  <a:gd name="T41" fmla="*/ 17 h 28"/>
                  <a:gd name="T42" fmla="*/ 11 w 60"/>
                  <a:gd name="T43" fmla="*/ 16 h 28"/>
                  <a:gd name="T44" fmla="*/ 5 w 60"/>
                  <a:gd name="T45" fmla="*/ 16 h 28"/>
                  <a:gd name="T46" fmla="*/ 4 w 60"/>
                  <a:gd name="T47" fmla="*/ 14 h 28"/>
                  <a:gd name="T48" fmla="*/ 12 w 60"/>
                  <a:gd name="T49" fmla="*/ 13 h 28"/>
                  <a:gd name="T50" fmla="*/ 4 w 60"/>
                  <a:gd name="T51" fmla="*/ 12 h 28"/>
                  <a:gd name="T52" fmla="*/ 13 w 60"/>
                  <a:gd name="T53" fmla="*/ 10 h 28"/>
                  <a:gd name="T54" fmla="*/ 9 w 60"/>
                  <a:gd name="T55" fmla="*/ 8 h 28"/>
                  <a:gd name="T56" fmla="*/ 14 w 60"/>
                  <a:gd name="T57" fmla="*/ 6 h 28"/>
                  <a:gd name="T58" fmla="*/ 17 w 60"/>
                  <a:gd name="T59" fmla="*/ 10 h 28"/>
                  <a:gd name="T60" fmla="*/ 25 w 60"/>
                  <a:gd name="T61" fmla="*/ 11 h 28"/>
                  <a:gd name="T62" fmla="*/ 29 w 60"/>
                  <a:gd name="T63" fmla="*/ 14 h 28"/>
                  <a:gd name="T64" fmla="*/ 32 w 60"/>
                  <a:gd name="T65" fmla="*/ 17 h 28"/>
                  <a:gd name="T66" fmla="*/ 39 w 60"/>
                  <a:gd name="T67" fmla="*/ 16 h 28"/>
                  <a:gd name="T68" fmla="*/ 37 w 60"/>
                  <a:gd name="T69" fmla="*/ 13 h 28"/>
                  <a:gd name="T70" fmla="*/ 38 w 60"/>
                  <a:gd name="T71" fmla="*/ 9 h 28"/>
                  <a:gd name="T72" fmla="*/ 36 w 60"/>
                  <a:gd name="T73" fmla="*/ 8 h 28"/>
                  <a:gd name="T74" fmla="*/ 38 w 60"/>
                  <a:gd name="T75" fmla="*/ 5 h 28"/>
                  <a:gd name="T76" fmla="*/ 43 w 60"/>
                  <a:gd name="T77" fmla="*/ 3 h 28"/>
                  <a:gd name="T78" fmla="*/ 44 w 60"/>
                  <a:gd name="T79" fmla="*/ 7 h 28"/>
                  <a:gd name="T80" fmla="*/ 45 w 60"/>
                  <a:gd name="T81" fmla="*/ 9 h 28"/>
                  <a:gd name="T82" fmla="*/ 44 w 60"/>
                  <a:gd name="T83" fmla="*/ 10 h 28"/>
                  <a:gd name="T84" fmla="*/ 47 w 60"/>
                  <a:gd name="T85" fmla="*/ 11 h 28"/>
                  <a:gd name="T86" fmla="*/ 51 w 60"/>
                  <a:gd name="T87" fmla="*/ 14 h 28"/>
                  <a:gd name="T88" fmla="*/ 53 w 60"/>
                  <a:gd name="T89" fmla="*/ 13 h 28"/>
                  <a:gd name="T90" fmla="*/ 57 w 60"/>
                  <a:gd name="T91" fmla="*/ 12 h 28"/>
                  <a:gd name="T92" fmla="*/ 59 w 60"/>
                  <a:gd name="T93" fmla="*/ 15 h 28"/>
                  <a:gd name="T94" fmla="*/ 58 w 60"/>
                  <a:gd name="T95" fmla="*/ 20 h 28"/>
                  <a:gd name="T96" fmla="*/ 50 w 60"/>
                  <a:gd name="T97" fmla="*/ 22 h 28"/>
                  <a:gd name="T98" fmla="*/ 50 w 60"/>
                  <a:gd name="T99"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28">
                    <a:moveTo>
                      <a:pt x="50" y="22"/>
                    </a:moveTo>
                    <a:cubicBezTo>
                      <a:pt x="49" y="22"/>
                      <a:pt x="49" y="21"/>
                      <a:pt x="48" y="21"/>
                    </a:cubicBezTo>
                    <a:cubicBezTo>
                      <a:pt x="48" y="21"/>
                      <a:pt x="46" y="22"/>
                      <a:pt x="46" y="23"/>
                    </a:cubicBezTo>
                    <a:cubicBezTo>
                      <a:pt x="45" y="23"/>
                      <a:pt x="44" y="23"/>
                      <a:pt x="43" y="22"/>
                    </a:cubicBezTo>
                    <a:cubicBezTo>
                      <a:pt x="42" y="22"/>
                      <a:pt x="41" y="22"/>
                      <a:pt x="40" y="23"/>
                    </a:cubicBezTo>
                    <a:cubicBezTo>
                      <a:pt x="35" y="25"/>
                      <a:pt x="30" y="26"/>
                      <a:pt x="24" y="27"/>
                    </a:cubicBezTo>
                    <a:cubicBezTo>
                      <a:pt x="23" y="27"/>
                      <a:pt x="20" y="28"/>
                      <a:pt x="19" y="28"/>
                    </a:cubicBezTo>
                    <a:cubicBezTo>
                      <a:pt x="17" y="27"/>
                      <a:pt x="13" y="26"/>
                      <a:pt x="17" y="24"/>
                    </a:cubicBezTo>
                    <a:cubicBezTo>
                      <a:pt x="19" y="24"/>
                      <a:pt x="22" y="22"/>
                      <a:pt x="24" y="22"/>
                    </a:cubicBezTo>
                    <a:cubicBezTo>
                      <a:pt x="26" y="22"/>
                      <a:pt x="28" y="22"/>
                      <a:pt x="29" y="22"/>
                    </a:cubicBezTo>
                    <a:cubicBezTo>
                      <a:pt x="29" y="22"/>
                      <a:pt x="32" y="20"/>
                      <a:pt x="31" y="20"/>
                    </a:cubicBezTo>
                    <a:cubicBezTo>
                      <a:pt x="30" y="19"/>
                      <a:pt x="25" y="20"/>
                      <a:pt x="24" y="20"/>
                    </a:cubicBezTo>
                    <a:cubicBezTo>
                      <a:pt x="22" y="21"/>
                      <a:pt x="21" y="21"/>
                      <a:pt x="19" y="21"/>
                    </a:cubicBezTo>
                    <a:cubicBezTo>
                      <a:pt x="17" y="21"/>
                      <a:pt x="19" y="20"/>
                      <a:pt x="19" y="19"/>
                    </a:cubicBezTo>
                    <a:cubicBezTo>
                      <a:pt x="19" y="16"/>
                      <a:pt x="13" y="21"/>
                      <a:pt x="12" y="21"/>
                    </a:cubicBezTo>
                    <a:cubicBezTo>
                      <a:pt x="12" y="21"/>
                      <a:pt x="11" y="22"/>
                      <a:pt x="11" y="22"/>
                    </a:cubicBezTo>
                    <a:cubicBezTo>
                      <a:pt x="9" y="20"/>
                      <a:pt x="9" y="22"/>
                      <a:pt x="9" y="23"/>
                    </a:cubicBezTo>
                    <a:cubicBezTo>
                      <a:pt x="9" y="23"/>
                      <a:pt x="6" y="21"/>
                      <a:pt x="5" y="21"/>
                    </a:cubicBezTo>
                    <a:cubicBezTo>
                      <a:pt x="4" y="21"/>
                      <a:pt x="0" y="22"/>
                      <a:pt x="0" y="20"/>
                    </a:cubicBezTo>
                    <a:cubicBezTo>
                      <a:pt x="0" y="18"/>
                      <a:pt x="2" y="19"/>
                      <a:pt x="4" y="18"/>
                    </a:cubicBezTo>
                    <a:cubicBezTo>
                      <a:pt x="6" y="18"/>
                      <a:pt x="8" y="18"/>
                      <a:pt x="9" y="17"/>
                    </a:cubicBezTo>
                    <a:cubicBezTo>
                      <a:pt x="9" y="17"/>
                      <a:pt x="12" y="16"/>
                      <a:pt x="11" y="16"/>
                    </a:cubicBezTo>
                    <a:cubicBezTo>
                      <a:pt x="9" y="15"/>
                      <a:pt x="6" y="16"/>
                      <a:pt x="5" y="16"/>
                    </a:cubicBezTo>
                    <a:cubicBezTo>
                      <a:pt x="2" y="16"/>
                      <a:pt x="0" y="14"/>
                      <a:pt x="4" y="14"/>
                    </a:cubicBezTo>
                    <a:cubicBezTo>
                      <a:pt x="6" y="14"/>
                      <a:pt x="10" y="13"/>
                      <a:pt x="12" y="13"/>
                    </a:cubicBezTo>
                    <a:cubicBezTo>
                      <a:pt x="11" y="13"/>
                      <a:pt x="4" y="14"/>
                      <a:pt x="4" y="12"/>
                    </a:cubicBezTo>
                    <a:cubicBezTo>
                      <a:pt x="3" y="10"/>
                      <a:pt x="12" y="11"/>
                      <a:pt x="13" y="10"/>
                    </a:cubicBezTo>
                    <a:cubicBezTo>
                      <a:pt x="13" y="10"/>
                      <a:pt x="9" y="9"/>
                      <a:pt x="9" y="8"/>
                    </a:cubicBezTo>
                    <a:cubicBezTo>
                      <a:pt x="8" y="7"/>
                      <a:pt x="14" y="6"/>
                      <a:pt x="14" y="6"/>
                    </a:cubicBezTo>
                    <a:cubicBezTo>
                      <a:pt x="17" y="6"/>
                      <a:pt x="15" y="10"/>
                      <a:pt x="17" y="10"/>
                    </a:cubicBezTo>
                    <a:cubicBezTo>
                      <a:pt x="20" y="10"/>
                      <a:pt x="22" y="10"/>
                      <a:pt x="25" y="11"/>
                    </a:cubicBezTo>
                    <a:cubicBezTo>
                      <a:pt x="26" y="12"/>
                      <a:pt x="28" y="13"/>
                      <a:pt x="29" y="14"/>
                    </a:cubicBezTo>
                    <a:cubicBezTo>
                      <a:pt x="31" y="16"/>
                      <a:pt x="30" y="17"/>
                      <a:pt x="32" y="17"/>
                    </a:cubicBezTo>
                    <a:cubicBezTo>
                      <a:pt x="35" y="17"/>
                      <a:pt x="37" y="17"/>
                      <a:pt x="39" y="16"/>
                    </a:cubicBezTo>
                    <a:cubicBezTo>
                      <a:pt x="43" y="15"/>
                      <a:pt x="37" y="14"/>
                      <a:pt x="37" y="13"/>
                    </a:cubicBezTo>
                    <a:cubicBezTo>
                      <a:pt x="37" y="13"/>
                      <a:pt x="45" y="12"/>
                      <a:pt x="38" y="9"/>
                    </a:cubicBezTo>
                    <a:cubicBezTo>
                      <a:pt x="37" y="9"/>
                      <a:pt x="35" y="9"/>
                      <a:pt x="36" y="8"/>
                    </a:cubicBezTo>
                    <a:cubicBezTo>
                      <a:pt x="37" y="7"/>
                      <a:pt x="38" y="6"/>
                      <a:pt x="38" y="5"/>
                    </a:cubicBezTo>
                    <a:cubicBezTo>
                      <a:pt x="39" y="4"/>
                      <a:pt x="43" y="0"/>
                      <a:pt x="43" y="3"/>
                    </a:cubicBezTo>
                    <a:cubicBezTo>
                      <a:pt x="43" y="4"/>
                      <a:pt x="44" y="5"/>
                      <a:pt x="44" y="7"/>
                    </a:cubicBezTo>
                    <a:cubicBezTo>
                      <a:pt x="45" y="7"/>
                      <a:pt x="45" y="8"/>
                      <a:pt x="45" y="9"/>
                    </a:cubicBezTo>
                    <a:cubicBezTo>
                      <a:pt x="46" y="10"/>
                      <a:pt x="44" y="9"/>
                      <a:pt x="44" y="10"/>
                    </a:cubicBezTo>
                    <a:cubicBezTo>
                      <a:pt x="44" y="12"/>
                      <a:pt x="47" y="10"/>
                      <a:pt x="47" y="11"/>
                    </a:cubicBezTo>
                    <a:cubicBezTo>
                      <a:pt x="47" y="13"/>
                      <a:pt x="50" y="14"/>
                      <a:pt x="51" y="14"/>
                    </a:cubicBezTo>
                    <a:cubicBezTo>
                      <a:pt x="53" y="14"/>
                      <a:pt x="53" y="15"/>
                      <a:pt x="53" y="13"/>
                    </a:cubicBezTo>
                    <a:cubicBezTo>
                      <a:pt x="53" y="11"/>
                      <a:pt x="55" y="11"/>
                      <a:pt x="57" y="12"/>
                    </a:cubicBezTo>
                    <a:cubicBezTo>
                      <a:pt x="58" y="12"/>
                      <a:pt x="60" y="14"/>
                      <a:pt x="59" y="15"/>
                    </a:cubicBezTo>
                    <a:cubicBezTo>
                      <a:pt x="59" y="16"/>
                      <a:pt x="58" y="19"/>
                      <a:pt x="58" y="20"/>
                    </a:cubicBezTo>
                    <a:cubicBezTo>
                      <a:pt x="57" y="21"/>
                      <a:pt x="51" y="22"/>
                      <a:pt x="50" y="22"/>
                    </a:cubicBezTo>
                    <a:cubicBezTo>
                      <a:pt x="48" y="21"/>
                      <a:pt x="51" y="22"/>
                      <a:pt x="50" y="2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3" name="Freeform 579">
                <a:extLst>
                  <a:ext uri="{FF2B5EF4-FFF2-40B4-BE49-F238E27FC236}">
                    <a16:creationId xmlns:a16="http://schemas.microsoft.com/office/drawing/2014/main" id="{9A454C6C-48F8-CF4D-AEE6-D33D33BD0FCC}"/>
                  </a:ext>
                </a:extLst>
              </p:cNvPr>
              <p:cNvSpPr>
                <a:spLocks/>
              </p:cNvSpPr>
              <p:nvPr/>
            </p:nvSpPr>
            <p:spPr bwMode="auto">
              <a:xfrm>
                <a:off x="6139678" y="4525526"/>
                <a:ext cx="95541" cy="63711"/>
              </a:xfrm>
              <a:custGeom>
                <a:avLst/>
                <a:gdLst>
                  <a:gd name="T0" fmla="*/ 9 w 10"/>
                  <a:gd name="T1" fmla="*/ 1 h 7"/>
                  <a:gd name="T2" fmla="*/ 0 w 10"/>
                  <a:gd name="T3" fmla="*/ 5 h 7"/>
                  <a:gd name="T4" fmla="*/ 6 w 10"/>
                  <a:gd name="T5" fmla="*/ 5 h 7"/>
                  <a:gd name="T6" fmla="*/ 9 w 10"/>
                  <a:gd name="T7" fmla="*/ 1 h 7"/>
                  <a:gd name="T8" fmla="*/ 9 w 10"/>
                  <a:gd name="T9" fmla="*/ 1 h 7"/>
                </a:gdLst>
                <a:ahLst/>
                <a:cxnLst>
                  <a:cxn ang="0">
                    <a:pos x="T0" y="T1"/>
                  </a:cxn>
                  <a:cxn ang="0">
                    <a:pos x="T2" y="T3"/>
                  </a:cxn>
                  <a:cxn ang="0">
                    <a:pos x="T4" y="T5"/>
                  </a:cxn>
                  <a:cxn ang="0">
                    <a:pos x="T6" y="T7"/>
                  </a:cxn>
                  <a:cxn ang="0">
                    <a:pos x="T8" y="T9"/>
                  </a:cxn>
                </a:cxnLst>
                <a:rect l="0" t="0" r="r" b="b"/>
                <a:pathLst>
                  <a:path w="10" h="7">
                    <a:moveTo>
                      <a:pt x="9" y="1"/>
                    </a:moveTo>
                    <a:cubicBezTo>
                      <a:pt x="8" y="1"/>
                      <a:pt x="0" y="5"/>
                      <a:pt x="0" y="5"/>
                    </a:cubicBezTo>
                    <a:cubicBezTo>
                      <a:pt x="2" y="6"/>
                      <a:pt x="5" y="7"/>
                      <a:pt x="6" y="5"/>
                    </a:cubicBezTo>
                    <a:cubicBezTo>
                      <a:pt x="7" y="4"/>
                      <a:pt x="9" y="0"/>
                      <a:pt x="9" y="1"/>
                    </a:cubicBezTo>
                    <a:cubicBezTo>
                      <a:pt x="7" y="1"/>
                      <a:pt x="10" y="0"/>
                      <a:pt x="9"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4" name="Freeform 580">
                <a:extLst>
                  <a:ext uri="{FF2B5EF4-FFF2-40B4-BE49-F238E27FC236}">
                    <a16:creationId xmlns:a16="http://schemas.microsoft.com/office/drawing/2014/main" id="{F59E2D32-762F-D14F-8161-967DBE0412A8}"/>
                  </a:ext>
                </a:extLst>
              </p:cNvPr>
              <p:cNvSpPr>
                <a:spLocks/>
              </p:cNvSpPr>
              <p:nvPr/>
            </p:nvSpPr>
            <p:spPr bwMode="auto">
              <a:xfrm>
                <a:off x="5974074" y="4385363"/>
                <a:ext cx="343950" cy="159279"/>
              </a:xfrm>
              <a:custGeom>
                <a:avLst/>
                <a:gdLst>
                  <a:gd name="T0" fmla="*/ 30 w 37"/>
                  <a:gd name="T1" fmla="*/ 12 h 17"/>
                  <a:gd name="T2" fmla="*/ 27 w 37"/>
                  <a:gd name="T3" fmla="*/ 13 h 17"/>
                  <a:gd name="T4" fmla="*/ 26 w 37"/>
                  <a:gd name="T5" fmla="*/ 10 h 17"/>
                  <a:gd name="T6" fmla="*/ 23 w 37"/>
                  <a:gd name="T7" fmla="*/ 8 h 17"/>
                  <a:gd name="T8" fmla="*/ 22 w 37"/>
                  <a:gd name="T9" fmla="*/ 10 h 17"/>
                  <a:gd name="T10" fmla="*/ 21 w 37"/>
                  <a:gd name="T11" fmla="*/ 9 h 17"/>
                  <a:gd name="T12" fmla="*/ 20 w 37"/>
                  <a:gd name="T13" fmla="*/ 13 h 17"/>
                  <a:gd name="T14" fmla="*/ 17 w 37"/>
                  <a:gd name="T15" fmla="*/ 14 h 17"/>
                  <a:gd name="T16" fmla="*/ 16 w 37"/>
                  <a:gd name="T17" fmla="*/ 16 h 17"/>
                  <a:gd name="T18" fmla="*/ 12 w 37"/>
                  <a:gd name="T19" fmla="*/ 17 h 17"/>
                  <a:gd name="T20" fmla="*/ 10 w 37"/>
                  <a:gd name="T21" fmla="*/ 15 h 17"/>
                  <a:gd name="T22" fmla="*/ 5 w 37"/>
                  <a:gd name="T23" fmla="*/ 16 h 17"/>
                  <a:gd name="T24" fmla="*/ 1 w 37"/>
                  <a:gd name="T25" fmla="*/ 17 h 17"/>
                  <a:gd name="T26" fmla="*/ 2 w 37"/>
                  <a:gd name="T27" fmla="*/ 13 h 17"/>
                  <a:gd name="T28" fmla="*/ 0 w 37"/>
                  <a:gd name="T29" fmla="*/ 14 h 17"/>
                  <a:gd name="T30" fmla="*/ 6 w 37"/>
                  <a:gd name="T31" fmla="*/ 12 h 17"/>
                  <a:gd name="T32" fmla="*/ 9 w 37"/>
                  <a:gd name="T33" fmla="*/ 10 h 17"/>
                  <a:gd name="T34" fmla="*/ 13 w 37"/>
                  <a:gd name="T35" fmla="*/ 7 h 17"/>
                  <a:gd name="T36" fmla="*/ 18 w 37"/>
                  <a:gd name="T37" fmla="*/ 3 h 17"/>
                  <a:gd name="T38" fmla="*/ 24 w 37"/>
                  <a:gd name="T39" fmla="*/ 3 h 17"/>
                  <a:gd name="T40" fmla="*/ 30 w 37"/>
                  <a:gd name="T41" fmla="*/ 3 h 17"/>
                  <a:gd name="T42" fmla="*/ 32 w 37"/>
                  <a:gd name="T43" fmla="*/ 0 h 17"/>
                  <a:gd name="T44" fmla="*/ 36 w 37"/>
                  <a:gd name="T45" fmla="*/ 2 h 17"/>
                  <a:gd name="T46" fmla="*/ 34 w 37"/>
                  <a:gd name="T47" fmla="*/ 4 h 17"/>
                  <a:gd name="T48" fmla="*/ 34 w 37"/>
                  <a:gd name="T49" fmla="*/ 7 h 17"/>
                  <a:gd name="T50" fmla="*/ 35 w 37"/>
                  <a:gd name="T51" fmla="*/ 9 h 17"/>
                  <a:gd name="T52" fmla="*/ 31 w 37"/>
                  <a:gd name="T53" fmla="*/ 10 h 17"/>
                  <a:gd name="T54" fmla="*/ 30 w 37"/>
                  <a:gd name="T55" fmla="*/ 12 h 17"/>
                  <a:gd name="T56" fmla="*/ 30 w 37"/>
                  <a:gd name="T5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17">
                    <a:moveTo>
                      <a:pt x="30" y="12"/>
                    </a:moveTo>
                    <a:cubicBezTo>
                      <a:pt x="29" y="13"/>
                      <a:pt x="27" y="13"/>
                      <a:pt x="27" y="13"/>
                    </a:cubicBezTo>
                    <a:cubicBezTo>
                      <a:pt x="24" y="13"/>
                      <a:pt x="25" y="11"/>
                      <a:pt x="26" y="10"/>
                    </a:cubicBezTo>
                    <a:cubicBezTo>
                      <a:pt x="27" y="8"/>
                      <a:pt x="24" y="7"/>
                      <a:pt x="23" y="8"/>
                    </a:cubicBezTo>
                    <a:cubicBezTo>
                      <a:pt x="23" y="9"/>
                      <a:pt x="23" y="10"/>
                      <a:pt x="22" y="10"/>
                    </a:cubicBezTo>
                    <a:cubicBezTo>
                      <a:pt x="22" y="10"/>
                      <a:pt x="21" y="10"/>
                      <a:pt x="21" y="9"/>
                    </a:cubicBezTo>
                    <a:cubicBezTo>
                      <a:pt x="20" y="10"/>
                      <a:pt x="21" y="12"/>
                      <a:pt x="20" y="13"/>
                    </a:cubicBezTo>
                    <a:cubicBezTo>
                      <a:pt x="19" y="15"/>
                      <a:pt x="18" y="13"/>
                      <a:pt x="17" y="14"/>
                    </a:cubicBezTo>
                    <a:cubicBezTo>
                      <a:pt x="16" y="14"/>
                      <a:pt x="17" y="16"/>
                      <a:pt x="16" y="16"/>
                    </a:cubicBezTo>
                    <a:cubicBezTo>
                      <a:pt x="16" y="17"/>
                      <a:pt x="13" y="17"/>
                      <a:pt x="12" y="17"/>
                    </a:cubicBezTo>
                    <a:cubicBezTo>
                      <a:pt x="11" y="16"/>
                      <a:pt x="11" y="14"/>
                      <a:pt x="10" y="15"/>
                    </a:cubicBezTo>
                    <a:cubicBezTo>
                      <a:pt x="8" y="16"/>
                      <a:pt x="7" y="16"/>
                      <a:pt x="5" y="16"/>
                    </a:cubicBezTo>
                    <a:cubicBezTo>
                      <a:pt x="4" y="16"/>
                      <a:pt x="2" y="17"/>
                      <a:pt x="1" y="17"/>
                    </a:cubicBezTo>
                    <a:cubicBezTo>
                      <a:pt x="0" y="17"/>
                      <a:pt x="3" y="14"/>
                      <a:pt x="2" y="13"/>
                    </a:cubicBezTo>
                    <a:cubicBezTo>
                      <a:pt x="2" y="13"/>
                      <a:pt x="1" y="14"/>
                      <a:pt x="0" y="14"/>
                    </a:cubicBezTo>
                    <a:cubicBezTo>
                      <a:pt x="0" y="13"/>
                      <a:pt x="5" y="12"/>
                      <a:pt x="6" y="12"/>
                    </a:cubicBezTo>
                    <a:cubicBezTo>
                      <a:pt x="8" y="12"/>
                      <a:pt x="8" y="11"/>
                      <a:pt x="9" y="10"/>
                    </a:cubicBezTo>
                    <a:cubicBezTo>
                      <a:pt x="11" y="8"/>
                      <a:pt x="12" y="8"/>
                      <a:pt x="13" y="7"/>
                    </a:cubicBezTo>
                    <a:cubicBezTo>
                      <a:pt x="15" y="5"/>
                      <a:pt x="16" y="3"/>
                      <a:pt x="18" y="3"/>
                    </a:cubicBezTo>
                    <a:cubicBezTo>
                      <a:pt x="20" y="2"/>
                      <a:pt x="22" y="2"/>
                      <a:pt x="24" y="3"/>
                    </a:cubicBezTo>
                    <a:cubicBezTo>
                      <a:pt x="26" y="3"/>
                      <a:pt x="29" y="4"/>
                      <a:pt x="30" y="3"/>
                    </a:cubicBezTo>
                    <a:cubicBezTo>
                      <a:pt x="31" y="2"/>
                      <a:pt x="30" y="0"/>
                      <a:pt x="32" y="0"/>
                    </a:cubicBezTo>
                    <a:cubicBezTo>
                      <a:pt x="32" y="0"/>
                      <a:pt x="36" y="1"/>
                      <a:pt x="36" y="2"/>
                    </a:cubicBezTo>
                    <a:cubicBezTo>
                      <a:pt x="37" y="2"/>
                      <a:pt x="34" y="3"/>
                      <a:pt x="34" y="4"/>
                    </a:cubicBezTo>
                    <a:cubicBezTo>
                      <a:pt x="34" y="5"/>
                      <a:pt x="37" y="6"/>
                      <a:pt x="34" y="7"/>
                    </a:cubicBezTo>
                    <a:cubicBezTo>
                      <a:pt x="33" y="8"/>
                      <a:pt x="36" y="9"/>
                      <a:pt x="35" y="9"/>
                    </a:cubicBezTo>
                    <a:cubicBezTo>
                      <a:pt x="33" y="10"/>
                      <a:pt x="32" y="10"/>
                      <a:pt x="31" y="10"/>
                    </a:cubicBezTo>
                    <a:cubicBezTo>
                      <a:pt x="31" y="11"/>
                      <a:pt x="31" y="11"/>
                      <a:pt x="30" y="12"/>
                    </a:cubicBezTo>
                    <a:cubicBezTo>
                      <a:pt x="29" y="13"/>
                      <a:pt x="31" y="11"/>
                      <a:pt x="30" y="1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5" name="Freeform 581">
                <a:extLst>
                  <a:ext uri="{FF2B5EF4-FFF2-40B4-BE49-F238E27FC236}">
                    <a16:creationId xmlns:a16="http://schemas.microsoft.com/office/drawing/2014/main" id="{B147C00B-A235-B443-86F3-9E559A15222B}"/>
                  </a:ext>
                </a:extLst>
              </p:cNvPr>
              <p:cNvSpPr>
                <a:spLocks/>
              </p:cNvSpPr>
              <p:nvPr/>
            </p:nvSpPr>
            <p:spPr bwMode="auto">
              <a:xfrm>
                <a:off x="6346686" y="4449069"/>
                <a:ext cx="73248" cy="19114"/>
              </a:xfrm>
              <a:custGeom>
                <a:avLst/>
                <a:gdLst>
                  <a:gd name="T0" fmla="*/ 6 w 8"/>
                  <a:gd name="T1" fmla="*/ 2 h 2"/>
                  <a:gd name="T2" fmla="*/ 3 w 8"/>
                  <a:gd name="T3" fmla="*/ 0 h 2"/>
                  <a:gd name="T4" fmla="*/ 6 w 8"/>
                  <a:gd name="T5" fmla="*/ 2 h 2"/>
                </a:gdLst>
                <a:ahLst/>
                <a:cxnLst>
                  <a:cxn ang="0">
                    <a:pos x="T0" y="T1"/>
                  </a:cxn>
                  <a:cxn ang="0">
                    <a:pos x="T2" y="T3"/>
                  </a:cxn>
                  <a:cxn ang="0">
                    <a:pos x="T4" y="T5"/>
                  </a:cxn>
                </a:cxnLst>
                <a:rect l="0" t="0" r="r" b="b"/>
                <a:pathLst>
                  <a:path w="8" h="2">
                    <a:moveTo>
                      <a:pt x="6" y="2"/>
                    </a:moveTo>
                    <a:cubicBezTo>
                      <a:pt x="4" y="2"/>
                      <a:pt x="0" y="1"/>
                      <a:pt x="3" y="0"/>
                    </a:cubicBezTo>
                    <a:cubicBezTo>
                      <a:pt x="5" y="0"/>
                      <a:pt x="8" y="2"/>
                      <a:pt x="6"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6" name="Freeform 582">
                <a:extLst>
                  <a:ext uri="{FF2B5EF4-FFF2-40B4-BE49-F238E27FC236}">
                    <a16:creationId xmlns:a16="http://schemas.microsoft.com/office/drawing/2014/main" id="{AC9F2F1E-6DF9-DB44-8B59-5D5E1E6306C5}"/>
                  </a:ext>
                </a:extLst>
              </p:cNvPr>
              <p:cNvSpPr>
                <a:spLocks/>
              </p:cNvSpPr>
              <p:nvPr/>
            </p:nvSpPr>
            <p:spPr bwMode="auto">
              <a:xfrm>
                <a:off x="6410381" y="4318467"/>
                <a:ext cx="197453" cy="92380"/>
              </a:xfrm>
              <a:custGeom>
                <a:avLst/>
                <a:gdLst>
                  <a:gd name="T0" fmla="*/ 7 w 21"/>
                  <a:gd name="T1" fmla="*/ 9 h 10"/>
                  <a:gd name="T2" fmla="*/ 2 w 21"/>
                  <a:gd name="T3" fmla="*/ 4 h 10"/>
                  <a:gd name="T4" fmla="*/ 9 w 21"/>
                  <a:gd name="T5" fmla="*/ 2 h 10"/>
                  <a:gd name="T6" fmla="*/ 17 w 21"/>
                  <a:gd name="T7" fmla="*/ 0 h 10"/>
                  <a:gd name="T8" fmla="*/ 19 w 21"/>
                  <a:gd name="T9" fmla="*/ 2 h 10"/>
                  <a:gd name="T10" fmla="*/ 14 w 21"/>
                  <a:gd name="T11" fmla="*/ 4 h 10"/>
                  <a:gd name="T12" fmla="*/ 15 w 21"/>
                  <a:gd name="T13" fmla="*/ 7 h 10"/>
                  <a:gd name="T14" fmla="*/ 7 w 21"/>
                  <a:gd name="T15" fmla="*/ 9 h 10"/>
                  <a:gd name="T16" fmla="*/ 7 w 21"/>
                  <a:gd name="T17"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
                    <a:moveTo>
                      <a:pt x="7" y="9"/>
                    </a:moveTo>
                    <a:cubicBezTo>
                      <a:pt x="6" y="9"/>
                      <a:pt x="0" y="6"/>
                      <a:pt x="2" y="4"/>
                    </a:cubicBezTo>
                    <a:cubicBezTo>
                      <a:pt x="4" y="2"/>
                      <a:pt x="7" y="2"/>
                      <a:pt x="9" y="2"/>
                    </a:cubicBezTo>
                    <a:cubicBezTo>
                      <a:pt x="12" y="1"/>
                      <a:pt x="15" y="0"/>
                      <a:pt x="17" y="0"/>
                    </a:cubicBezTo>
                    <a:cubicBezTo>
                      <a:pt x="18" y="0"/>
                      <a:pt x="21" y="1"/>
                      <a:pt x="19" y="2"/>
                    </a:cubicBezTo>
                    <a:cubicBezTo>
                      <a:pt x="18" y="3"/>
                      <a:pt x="15" y="2"/>
                      <a:pt x="14" y="4"/>
                    </a:cubicBezTo>
                    <a:cubicBezTo>
                      <a:pt x="14" y="4"/>
                      <a:pt x="19" y="6"/>
                      <a:pt x="15" y="7"/>
                    </a:cubicBezTo>
                    <a:cubicBezTo>
                      <a:pt x="13" y="8"/>
                      <a:pt x="10" y="10"/>
                      <a:pt x="7" y="9"/>
                    </a:cubicBezTo>
                    <a:cubicBezTo>
                      <a:pt x="5" y="9"/>
                      <a:pt x="9" y="10"/>
                      <a:pt x="7" y="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7" name="Freeform 583">
                <a:extLst>
                  <a:ext uri="{FF2B5EF4-FFF2-40B4-BE49-F238E27FC236}">
                    <a16:creationId xmlns:a16="http://schemas.microsoft.com/office/drawing/2014/main" id="{9C6E1E6F-B79E-304C-A71E-5F4B7021F971}"/>
                  </a:ext>
                </a:extLst>
              </p:cNvPr>
              <p:cNvSpPr>
                <a:spLocks/>
              </p:cNvSpPr>
              <p:nvPr/>
            </p:nvSpPr>
            <p:spPr bwMode="auto">
              <a:xfrm>
                <a:off x="6327577" y="4337578"/>
                <a:ext cx="73248" cy="38227"/>
              </a:xfrm>
              <a:custGeom>
                <a:avLst/>
                <a:gdLst>
                  <a:gd name="T0" fmla="*/ 6 w 8"/>
                  <a:gd name="T1" fmla="*/ 4 h 4"/>
                  <a:gd name="T2" fmla="*/ 3 w 8"/>
                  <a:gd name="T3" fmla="*/ 0 h 4"/>
                  <a:gd name="T4" fmla="*/ 6 w 8"/>
                  <a:gd name="T5" fmla="*/ 4 h 4"/>
                </a:gdLst>
                <a:ahLst/>
                <a:cxnLst>
                  <a:cxn ang="0">
                    <a:pos x="T0" y="T1"/>
                  </a:cxn>
                  <a:cxn ang="0">
                    <a:pos x="T2" y="T3"/>
                  </a:cxn>
                  <a:cxn ang="0">
                    <a:pos x="T4" y="T5"/>
                  </a:cxn>
                </a:cxnLst>
                <a:rect l="0" t="0" r="r" b="b"/>
                <a:pathLst>
                  <a:path w="8" h="4">
                    <a:moveTo>
                      <a:pt x="6" y="4"/>
                    </a:moveTo>
                    <a:cubicBezTo>
                      <a:pt x="4" y="4"/>
                      <a:pt x="0" y="0"/>
                      <a:pt x="3" y="0"/>
                    </a:cubicBezTo>
                    <a:cubicBezTo>
                      <a:pt x="6" y="0"/>
                      <a:pt x="8" y="3"/>
                      <a:pt x="6"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8" name="Freeform 584">
                <a:extLst>
                  <a:ext uri="{FF2B5EF4-FFF2-40B4-BE49-F238E27FC236}">
                    <a16:creationId xmlns:a16="http://schemas.microsoft.com/office/drawing/2014/main" id="{A6A64AFF-5675-A344-8B31-DF337ECE331D}"/>
                  </a:ext>
                </a:extLst>
              </p:cNvPr>
              <p:cNvSpPr>
                <a:spLocks/>
              </p:cNvSpPr>
              <p:nvPr/>
            </p:nvSpPr>
            <p:spPr bwMode="auto">
              <a:xfrm>
                <a:off x="6429489" y="4251568"/>
                <a:ext cx="197453" cy="66896"/>
              </a:xfrm>
              <a:custGeom>
                <a:avLst/>
                <a:gdLst>
                  <a:gd name="T0" fmla="*/ 1 w 21"/>
                  <a:gd name="T1" fmla="*/ 5 h 7"/>
                  <a:gd name="T2" fmla="*/ 4 w 21"/>
                  <a:gd name="T3" fmla="*/ 4 h 7"/>
                  <a:gd name="T4" fmla="*/ 9 w 21"/>
                  <a:gd name="T5" fmla="*/ 1 h 7"/>
                  <a:gd name="T6" fmla="*/ 18 w 21"/>
                  <a:gd name="T7" fmla="*/ 3 h 7"/>
                  <a:gd name="T8" fmla="*/ 11 w 21"/>
                  <a:gd name="T9" fmla="*/ 6 h 7"/>
                  <a:gd name="T10" fmla="*/ 6 w 21"/>
                  <a:gd name="T11" fmla="*/ 6 h 7"/>
                  <a:gd name="T12" fmla="*/ 1 w 21"/>
                  <a:gd name="T13" fmla="*/ 5 h 7"/>
                  <a:gd name="T14" fmla="*/ 1 w 21"/>
                  <a:gd name="T15" fmla="*/ 5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7">
                    <a:moveTo>
                      <a:pt x="1" y="5"/>
                    </a:moveTo>
                    <a:cubicBezTo>
                      <a:pt x="0" y="5"/>
                      <a:pt x="3" y="4"/>
                      <a:pt x="4" y="4"/>
                    </a:cubicBezTo>
                    <a:cubicBezTo>
                      <a:pt x="6" y="3"/>
                      <a:pt x="7" y="2"/>
                      <a:pt x="9" y="1"/>
                    </a:cubicBezTo>
                    <a:cubicBezTo>
                      <a:pt x="12" y="0"/>
                      <a:pt x="15" y="1"/>
                      <a:pt x="18" y="3"/>
                    </a:cubicBezTo>
                    <a:cubicBezTo>
                      <a:pt x="21" y="6"/>
                      <a:pt x="12" y="6"/>
                      <a:pt x="11" y="6"/>
                    </a:cubicBezTo>
                    <a:cubicBezTo>
                      <a:pt x="9" y="6"/>
                      <a:pt x="8" y="7"/>
                      <a:pt x="6" y="6"/>
                    </a:cubicBezTo>
                    <a:cubicBezTo>
                      <a:pt x="4" y="5"/>
                      <a:pt x="2" y="6"/>
                      <a:pt x="1" y="5"/>
                    </a:cubicBezTo>
                    <a:cubicBezTo>
                      <a:pt x="0" y="4"/>
                      <a:pt x="2" y="6"/>
                      <a:pt x="1"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09" name="Freeform 585">
                <a:extLst>
                  <a:ext uri="{FF2B5EF4-FFF2-40B4-BE49-F238E27FC236}">
                    <a16:creationId xmlns:a16="http://schemas.microsoft.com/office/drawing/2014/main" id="{18D8080B-8DFC-284F-97DF-1F074050EBC4}"/>
                  </a:ext>
                </a:extLst>
              </p:cNvPr>
              <p:cNvSpPr>
                <a:spLocks/>
              </p:cNvSpPr>
              <p:nvPr/>
            </p:nvSpPr>
            <p:spPr bwMode="auto">
              <a:xfrm>
                <a:off x="6907195" y="4449069"/>
                <a:ext cx="261145" cy="178393"/>
              </a:xfrm>
              <a:custGeom>
                <a:avLst/>
                <a:gdLst>
                  <a:gd name="T0" fmla="*/ 22 w 28"/>
                  <a:gd name="T1" fmla="*/ 19 h 19"/>
                  <a:gd name="T2" fmla="*/ 15 w 28"/>
                  <a:gd name="T3" fmla="*/ 19 h 19"/>
                  <a:gd name="T4" fmla="*/ 15 w 28"/>
                  <a:gd name="T5" fmla="*/ 17 h 19"/>
                  <a:gd name="T6" fmla="*/ 12 w 28"/>
                  <a:gd name="T7" fmla="*/ 15 h 19"/>
                  <a:gd name="T8" fmla="*/ 17 w 28"/>
                  <a:gd name="T9" fmla="*/ 13 h 19"/>
                  <a:gd name="T10" fmla="*/ 16 w 28"/>
                  <a:gd name="T11" fmla="*/ 12 h 19"/>
                  <a:gd name="T12" fmla="*/ 9 w 28"/>
                  <a:gd name="T13" fmla="*/ 13 h 19"/>
                  <a:gd name="T14" fmla="*/ 2 w 28"/>
                  <a:gd name="T15" fmla="*/ 13 h 19"/>
                  <a:gd name="T16" fmla="*/ 1 w 28"/>
                  <a:gd name="T17" fmla="*/ 12 h 19"/>
                  <a:gd name="T18" fmla="*/ 7 w 28"/>
                  <a:gd name="T19" fmla="*/ 10 h 19"/>
                  <a:gd name="T20" fmla="*/ 4 w 28"/>
                  <a:gd name="T21" fmla="*/ 8 h 19"/>
                  <a:gd name="T22" fmla="*/ 7 w 28"/>
                  <a:gd name="T23" fmla="*/ 6 h 19"/>
                  <a:gd name="T24" fmla="*/ 3 w 28"/>
                  <a:gd name="T25" fmla="*/ 6 h 19"/>
                  <a:gd name="T26" fmla="*/ 7 w 28"/>
                  <a:gd name="T27" fmla="*/ 4 h 19"/>
                  <a:gd name="T28" fmla="*/ 13 w 28"/>
                  <a:gd name="T29" fmla="*/ 8 h 19"/>
                  <a:gd name="T30" fmla="*/ 16 w 28"/>
                  <a:gd name="T31" fmla="*/ 9 h 19"/>
                  <a:gd name="T32" fmla="*/ 13 w 28"/>
                  <a:gd name="T33" fmla="*/ 7 h 19"/>
                  <a:gd name="T34" fmla="*/ 14 w 28"/>
                  <a:gd name="T35" fmla="*/ 5 h 19"/>
                  <a:gd name="T36" fmla="*/ 11 w 28"/>
                  <a:gd name="T37" fmla="*/ 4 h 19"/>
                  <a:gd name="T38" fmla="*/ 11 w 28"/>
                  <a:gd name="T39" fmla="*/ 2 h 19"/>
                  <a:gd name="T40" fmla="*/ 7 w 28"/>
                  <a:gd name="T41" fmla="*/ 3 h 19"/>
                  <a:gd name="T42" fmla="*/ 13 w 28"/>
                  <a:gd name="T43" fmla="*/ 1 h 19"/>
                  <a:gd name="T44" fmla="*/ 12 w 28"/>
                  <a:gd name="T45" fmla="*/ 2 h 19"/>
                  <a:gd name="T46" fmla="*/ 15 w 28"/>
                  <a:gd name="T47" fmla="*/ 3 h 19"/>
                  <a:gd name="T48" fmla="*/ 21 w 28"/>
                  <a:gd name="T49" fmla="*/ 2 h 19"/>
                  <a:gd name="T50" fmla="*/ 26 w 28"/>
                  <a:gd name="T51" fmla="*/ 8 h 19"/>
                  <a:gd name="T52" fmla="*/ 27 w 28"/>
                  <a:gd name="T53" fmla="*/ 12 h 19"/>
                  <a:gd name="T54" fmla="*/ 26 w 28"/>
                  <a:gd name="T55" fmla="*/ 14 h 19"/>
                  <a:gd name="T56" fmla="*/ 26 w 28"/>
                  <a:gd name="T57" fmla="*/ 17 h 19"/>
                  <a:gd name="T58" fmla="*/ 22 w 28"/>
                  <a:gd name="T59"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19">
                    <a:moveTo>
                      <a:pt x="22" y="19"/>
                    </a:moveTo>
                    <a:cubicBezTo>
                      <a:pt x="20" y="19"/>
                      <a:pt x="17" y="19"/>
                      <a:pt x="15" y="19"/>
                    </a:cubicBezTo>
                    <a:cubicBezTo>
                      <a:pt x="12" y="19"/>
                      <a:pt x="15" y="18"/>
                      <a:pt x="15" y="17"/>
                    </a:cubicBezTo>
                    <a:cubicBezTo>
                      <a:pt x="16" y="16"/>
                      <a:pt x="11" y="16"/>
                      <a:pt x="12" y="15"/>
                    </a:cubicBezTo>
                    <a:cubicBezTo>
                      <a:pt x="13" y="14"/>
                      <a:pt x="15" y="13"/>
                      <a:pt x="17" y="13"/>
                    </a:cubicBezTo>
                    <a:cubicBezTo>
                      <a:pt x="18" y="12"/>
                      <a:pt x="17" y="12"/>
                      <a:pt x="16" y="12"/>
                    </a:cubicBezTo>
                    <a:cubicBezTo>
                      <a:pt x="14" y="11"/>
                      <a:pt x="12" y="12"/>
                      <a:pt x="9" y="13"/>
                    </a:cubicBezTo>
                    <a:cubicBezTo>
                      <a:pt x="7" y="13"/>
                      <a:pt x="5" y="13"/>
                      <a:pt x="2" y="13"/>
                    </a:cubicBezTo>
                    <a:cubicBezTo>
                      <a:pt x="2" y="14"/>
                      <a:pt x="0" y="14"/>
                      <a:pt x="1" y="12"/>
                    </a:cubicBezTo>
                    <a:cubicBezTo>
                      <a:pt x="3" y="10"/>
                      <a:pt x="5" y="11"/>
                      <a:pt x="7" y="10"/>
                    </a:cubicBezTo>
                    <a:cubicBezTo>
                      <a:pt x="11" y="9"/>
                      <a:pt x="4" y="9"/>
                      <a:pt x="4" y="8"/>
                    </a:cubicBezTo>
                    <a:cubicBezTo>
                      <a:pt x="3" y="8"/>
                      <a:pt x="7" y="6"/>
                      <a:pt x="7" y="6"/>
                    </a:cubicBezTo>
                    <a:cubicBezTo>
                      <a:pt x="7" y="6"/>
                      <a:pt x="4" y="6"/>
                      <a:pt x="3" y="6"/>
                    </a:cubicBezTo>
                    <a:cubicBezTo>
                      <a:pt x="3" y="5"/>
                      <a:pt x="6" y="4"/>
                      <a:pt x="7" y="4"/>
                    </a:cubicBezTo>
                    <a:cubicBezTo>
                      <a:pt x="9" y="4"/>
                      <a:pt x="11" y="7"/>
                      <a:pt x="13" y="8"/>
                    </a:cubicBezTo>
                    <a:cubicBezTo>
                      <a:pt x="14" y="8"/>
                      <a:pt x="15" y="10"/>
                      <a:pt x="16" y="9"/>
                    </a:cubicBezTo>
                    <a:cubicBezTo>
                      <a:pt x="19" y="7"/>
                      <a:pt x="13" y="7"/>
                      <a:pt x="13" y="7"/>
                    </a:cubicBezTo>
                    <a:cubicBezTo>
                      <a:pt x="14" y="7"/>
                      <a:pt x="18" y="6"/>
                      <a:pt x="14" y="5"/>
                    </a:cubicBezTo>
                    <a:cubicBezTo>
                      <a:pt x="13" y="5"/>
                      <a:pt x="12" y="5"/>
                      <a:pt x="11" y="4"/>
                    </a:cubicBezTo>
                    <a:cubicBezTo>
                      <a:pt x="9" y="3"/>
                      <a:pt x="11" y="3"/>
                      <a:pt x="11" y="2"/>
                    </a:cubicBezTo>
                    <a:cubicBezTo>
                      <a:pt x="10" y="2"/>
                      <a:pt x="7" y="3"/>
                      <a:pt x="7" y="3"/>
                    </a:cubicBezTo>
                    <a:cubicBezTo>
                      <a:pt x="6" y="2"/>
                      <a:pt x="13" y="1"/>
                      <a:pt x="13" y="1"/>
                    </a:cubicBezTo>
                    <a:cubicBezTo>
                      <a:pt x="13" y="1"/>
                      <a:pt x="12" y="2"/>
                      <a:pt x="12" y="2"/>
                    </a:cubicBezTo>
                    <a:cubicBezTo>
                      <a:pt x="11" y="3"/>
                      <a:pt x="14" y="3"/>
                      <a:pt x="15" y="3"/>
                    </a:cubicBezTo>
                    <a:cubicBezTo>
                      <a:pt x="18" y="4"/>
                      <a:pt x="19" y="4"/>
                      <a:pt x="21" y="2"/>
                    </a:cubicBezTo>
                    <a:cubicBezTo>
                      <a:pt x="24" y="0"/>
                      <a:pt x="27" y="6"/>
                      <a:pt x="26" y="8"/>
                    </a:cubicBezTo>
                    <a:cubicBezTo>
                      <a:pt x="26" y="10"/>
                      <a:pt x="26" y="11"/>
                      <a:pt x="27" y="12"/>
                    </a:cubicBezTo>
                    <a:cubicBezTo>
                      <a:pt x="28" y="14"/>
                      <a:pt x="28" y="15"/>
                      <a:pt x="26" y="14"/>
                    </a:cubicBezTo>
                    <a:cubicBezTo>
                      <a:pt x="24" y="12"/>
                      <a:pt x="25" y="16"/>
                      <a:pt x="26" y="17"/>
                    </a:cubicBezTo>
                    <a:cubicBezTo>
                      <a:pt x="27" y="18"/>
                      <a:pt x="23" y="19"/>
                      <a:pt x="22" y="1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0" name="Freeform 586">
                <a:extLst>
                  <a:ext uri="{FF2B5EF4-FFF2-40B4-BE49-F238E27FC236}">
                    <a16:creationId xmlns:a16="http://schemas.microsoft.com/office/drawing/2014/main" id="{F7B5393D-518E-3040-B9AB-3D115F02321A}"/>
                  </a:ext>
                </a:extLst>
              </p:cNvPr>
              <p:cNvSpPr>
                <a:spLocks/>
              </p:cNvSpPr>
              <p:nvPr/>
            </p:nvSpPr>
            <p:spPr bwMode="auto">
              <a:xfrm>
                <a:off x="6878534" y="4535082"/>
                <a:ext cx="82803" cy="25484"/>
              </a:xfrm>
              <a:custGeom>
                <a:avLst/>
                <a:gdLst>
                  <a:gd name="T0" fmla="*/ 1 w 9"/>
                  <a:gd name="T1" fmla="*/ 3 h 3"/>
                  <a:gd name="T2" fmla="*/ 7 w 9"/>
                  <a:gd name="T3" fmla="*/ 0 h 3"/>
                  <a:gd name="T4" fmla="*/ 1 w 9"/>
                  <a:gd name="T5" fmla="*/ 3 h 3"/>
                </a:gdLst>
                <a:ahLst/>
                <a:cxnLst>
                  <a:cxn ang="0">
                    <a:pos x="T0" y="T1"/>
                  </a:cxn>
                  <a:cxn ang="0">
                    <a:pos x="T2" y="T3"/>
                  </a:cxn>
                  <a:cxn ang="0">
                    <a:pos x="T4" y="T5"/>
                  </a:cxn>
                </a:cxnLst>
                <a:rect l="0" t="0" r="r" b="b"/>
                <a:pathLst>
                  <a:path w="9" h="3">
                    <a:moveTo>
                      <a:pt x="1" y="3"/>
                    </a:moveTo>
                    <a:cubicBezTo>
                      <a:pt x="4" y="2"/>
                      <a:pt x="9" y="0"/>
                      <a:pt x="7" y="0"/>
                    </a:cubicBezTo>
                    <a:cubicBezTo>
                      <a:pt x="4" y="0"/>
                      <a:pt x="0" y="3"/>
                      <a:pt x="1"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1" name="Freeform 587">
                <a:extLst>
                  <a:ext uri="{FF2B5EF4-FFF2-40B4-BE49-F238E27FC236}">
                    <a16:creationId xmlns:a16="http://schemas.microsoft.com/office/drawing/2014/main" id="{51D3A40C-CC34-4A40-86B7-62488BDD9697}"/>
                  </a:ext>
                </a:extLst>
              </p:cNvPr>
              <p:cNvSpPr>
                <a:spLocks/>
              </p:cNvSpPr>
              <p:nvPr/>
            </p:nvSpPr>
            <p:spPr bwMode="auto">
              <a:xfrm>
                <a:off x="6859425" y="4525526"/>
                <a:ext cx="76432" cy="19114"/>
              </a:xfrm>
              <a:custGeom>
                <a:avLst/>
                <a:gdLst>
                  <a:gd name="T0" fmla="*/ 1 w 8"/>
                  <a:gd name="T1" fmla="*/ 2 h 2"/>
                  <a:gd name="T2" fmla="*/ 6 w 8"/>
                  <a:gd name="T3" fmla="*/ 0 h 2"/>
                  <a:gd name="T4" fmla="*/ 1 w 8"/>
                  <a:gd name="T5" fmla="*/ 2 h 2"/>
                </a:gdLst>
                <a:ahLst/>
                <a:cxnLst>
                  <a:cxn ang="0">
                    <a:pos x="T0" y="T1"/>
                  </a:cxn>
                  <a:cxn ang="0">
                    <a:pos x="T2" y="T3"/>
                  </a:cxn>
                  <a:cxn ang="0">
                    <a:pos x="T4" y="T5"/>
                  </a:cxn>
                </a:cxnLst>
                <a:rect l="0" t="0" r="r" b="b"/>
                <a:pathLst>
                  <a:path w="8" h="2">
                    <a:moveTo>
                      <a:pt x="1" y="2"/>
                    </a:moveTo>
                    <a:cubicBezTo>
                      <a:pt x="0" y="2"/>
                      <a:pt x="4" y="0"/>
                      <a:pt x="6" y="0"/>
                    </a:cubicBezTo>
                    <a:cubicBezTo>
                      <a:pt x="8" y="0"/>
                      <a:pt x="4" y="2"/>
                      <a:pt x="1"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2" name="Freeform 588">
                <a:extLst>
                  <a:ext uri="{FF2B5EF4-FFF2-40B4-BE49-F238E27FC236}">
                    <a16:creationId xmlns:a16="http://schemas.microsoft.com/office/drawing/2014/main" id="{6C25FA5F-2DE2-6E48-897A-6C06EFC512D8}"/>
                  </a:ext>
                </a:extLst>
              </p:cNvPr>
              <p:cNvSpPr>
                <a:spLocks/>
              </p:cNvSpPr>
              <p:nvPr/>
            </p:nvSpPr>
            <p:spPr bwMode="auto">
              <a:xfrm>
                <a:off x="6821208" y="4496854"/>
                <a:ext cx="95541" cy="47785"/>
              </a:xfrm>
              <a:custGeom>
                <a:avLst/>
                <a:gdLst>
                  <a:gd name="T0" fmla="*/ 2 w 10"/>
                  <a:gd name="T1" fmla="*/ 3 h 5"/>
                  <a:gd name="T2" fmla="*/ 10 w 10"/>
                  <a:gd name="T3" fmla="*/ 1 h 5"/>
                  <a:gd name="T4" fmla="*/ 2 w 10"/>
                  <a:gd name="T5" fmla="*/ 3 h 5"/>
                </a:gdLst>
                <a:ahLst/>
                <a:cxnLst>
                  <a:cxn ang="0">
                    <a:pos x="T0" y="T1"/>
                  </a:cxn>
                  <a:cxn ang="0">
                    <a:pos x="T2" y="T3"/>
                  </a:cxn>
                  <a:cxn ang="0">
                    <a:pos x="T4" y="T5"/>
                  </a:cxn>
                </a:cxnLst>
                <a:rect l="0" t="0" r="r" b="b"/>
                <a:pathLst>
                  <a:path w="10" h="5">
                    <a:moveTo>
                      <a:pt x="2" y="3"/>
                    </a:moveTo>
                    <a:cubicBezTo>
                      <a:pt x="0" y="2"/>
                      <a:pt x="10" y="0"/>
                      <a:pt x="10" y="1"/>
                    </a:cubicBezTo>
                    <a:cubicBezTo>
                      <a:pt x="10" y="2"/>
                      <a:pt x="6" y="5"/>
                      <a:pt x="2"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3" name="Freeform 589">
                <a:extLst>
                  <a:ext uri="{FF2B5EF4-FFF2-40B4-BE49-F238E27FC236}">
                    <a16:creationId xmlns:a16="http://schemas.microsoft.com/office/drawing/2014/main" id="{DFC2653F-460A-0A4F-924F-041B84600947}"/>
                  </a:ext>
                </a:extLst>
              </p:cNvPr>
              <p:cNvSpPr>
                <a:spLocks/>
              </p:cNvSpPr>
              <p:nvPr/>
            </p:nvSpPr>
            <p:spPr bwMode="auto">
              <a:xfrm>
                <a:off x="6830763" y="4458630"/>
                <a:ext cx="66879" cy="47785"/>
              </a:xfrm>
              <a:custGeom>
                <a:avLst/>
                <a:gdLst>
                  <a:gd name="T0" fmla="*/ 1 w 7"/>
                  <a:gd name="T1" fmla="*/ 5 h 5"/>
                  <a:gd name="T2" fmla="*/ 0 w 7"/>
                  <a:gd name="T3" fmla="*/ 1 h 5"/>
                  <a:gd name="T4" fmla="*/ 4 w 7"/>
                  <a:gd name="T5" fmla="*/ 2 h 5"/>
                  <a:gd name="T6" fmla="*/ 7 w 7"/>
                  <a:gd name="T7" fmla="*/ 4 h 5"/>
                  <a:gd name="T8" fmla="*/ 1 w 7"/>
                  <a:gd name="T9" fmla="*/ 5 h 5"/>
                  <a:gd name="T10" fmla="*/ 1 w 7"/>
                  <a:gd name="T11" fmla="*/ 5 h 5"/>
                </a:gdLst>
                <a:ahLst/>
                <a:cxnLst>
                  <a:cxn ang="0">
                    <a:pos x="T0" y="T1"/>
                  </a:cxn>
                  <a:cxn ang="0">
                    <a:pos x="T2" y="T3"/>
                  </a:cxn>
                  <a:cxn ang="0">
                    <a:pos x="T4" y="T5"/>
                  </a:cxn>
                  <a:cxn ang="0">
                    <a:pos x="T6" y="T7"/>
                  </a:cxn>
                  <a:cxn ang="0">
                    <a:pos x="T8" y="T9"/>
                  </a:cxn>
                  <a:cxn ang="0">
                    <a:pos x="T10" y="T11"/>
                  </a:cxn>
                </a:cxnLst>
                <a:rect l="0" t="0" r="r" b="b"/>
                <a:pathLst>
                  <a:path w="7" h="5">
                    <a:moveTo>
                      <a:pt x="1" y="5"/>
                    </a:moveTo>
                    <a:cubicBezTo>
                      <a:pt x="0" y="4"/>
                      <a:pt x="0" y="2"/>
                      <a:pt x="0" y="1"/>
                    </a:cubicBezTo>
                    <a:cubicBezTo>
                      <a:pt x="1" y="0"/>
                      <a:pt x="3" y="1"/>
                      <a:pt x="4" y="2"/>
                    </a:cubicBezTo>
                    <a:cubicBezTo>
                      <a:pt x="4" y="2"/>
                      <a:pt x="7" y="3"/>
                      <a:pt x="7" y="4"/>
                    </a:cubicBezTo>
                    <a:cubicBezTo>
                      <a:pt x="7" y="4"/>
                      <a:pt x="2" y="5"/>
                      <a:pt x="1" y="5"/>
                    </a:cubicBezTo>
                    <a:cubicBezTo>
                      <a:pt x="0" y="4"/>
                      <a:pt x="4" y="5"/>
                      <a:pt x="1"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4" name="Freeform 590">
                <a:extLst>
                  <a:ext uri="{FF2B5EF4-FFF2-40B4-BE49-F238E27FC236}">
                    <a16:creationId xmlns:a16="http://schemas.microsoft.com/office/drawing/2014/main" id="{C8E96277-91FB-B14C-BBAC-23C1F325A3BD}"/>
                  </a:ext>
                </a:extLst>
              </p:cNvPr>
              <p:cNvSpPr>
                <a:spLocks/>
              </p:cNvSpPr>
              <p:nvPr/>
            </p:nvSpPr>
            <p:spPr bwMode="auto">
              <a:xfrm>
                <a:off x="6738407" y="4347133"/>
                <a:ext cx="111465" cy="82827"/>
              </a:xfrm>
              <a:custGeom>
                <a:avLst/>
                <a:gdLst>
                  <a:gd name="T0" fmla="*/ 8 w 12"/>
                  <a:gd name="T1" fmla="*/ 8 h 9"/>
                  <a:gd name="T2" fmla="*/ 3 w 12"/>
                  <a:gd name="T3" fmla="*/ 1 h 9"/>
                  <a:gd name="T4" fmla="*/ 8 w 12"/>
                  <a:gd name="T5" fmla="*/ 8 h 9"/>
                </a:gdLst>
                <a:ahLst/>
                <a:cxnLst>
                  <a:cxn ang="0">
                    <a:pos x="T0" y="T1"/>
                  </a:cxn>
                  <a:cxn ang="0">
                    <a:pos x="T2" y="T3"/>
                  </a:cxn>
                  <a:cxn ang="0">
                    <a:pos x="T4" y="T5"/>
                  </a:cxn>
                </a:cxnLst>
                <a:rect l="0" t="0" r="r" b="b"/>
                <a:pathLst>
                  <a:path w="12" h="9">
                    <a:moveTo>
                      <a:pt x="8" y="8"/>
                    </a:moveTo>
                    <a:cubicBezTo>
                      <a:pt x="6" y="9"/>
                      <a:pt x="0" y="0"/>
                      <a:pt x="3" y="1"/>
                    </a:cubicBezTo>
                    <a:cubicBezTo>
                      <a:pt x="6" y="3"/>
                      <a:pt x="12" y="8"/>
                      <a:pt x="8"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5" name="Freeform 591">
                <a:extLst>
                  <a:ext uri="{FF2B5EF4-FFF2-40B4-BE49-F238E27FC236}">
                    <a16:creationId xmlns:a16="http://schemas.microsoft.com/office/drawing/2014/main" id="{A19868B3-8717-A044-B3E1-32BF7D7F0AB2}"/>
                  </a:ext>
                </a:extLst>
              </p:cNvPr>
              <p:cNvSpPr>
                <a:spLocks/>
              </p:cNvSpPr>
              <p:nvPr/>
            </p:nvSpPr>
            <p:spPr bwMode="auto">
              <a:xfrm>
                <a:off x="6916751" y="4337578"/>
                <a:ext cx="82803" cy="28669"/>
              </a:xfrm>
              <a:custGeom>
                <a:avLst/>
                <a:gdLst>
                  <a:gd name="T0" fmla="*/ 2 w 9"/>
                  <a:gd name="T1" fmla="*/ 1 h 3"/>
                  <a:gd name="T2" fmla="*/ 8 w 9"/>
                  <a:gd name="T3" fmla="*/ 2 h 3"/>
                  <a:gd name="T4" fmla="*/ 2 w 9"/>
                  <a:gd name="T5" fmla="*/ 1 h 3"/>
                </a:gdLst>
                <a:ahLst/>
                <a:cxnLst>
                  <a:cxn ang="0">
                    <a:pos x="T0" y="T1"/>
                  </a:cxn>
                  <a:cxn ang="0">
                    <a:pos x="T2" y="T3"/>
                  </a:cxn>
                  <a:cxn ang="0">
                    <a:pos x="T4" y="T5"/>
                  </a:cxn>
                </a:cxnLst>
                <a:rect l="0" t="0" r="r" b="b"/>
                <a:pathLst>
                  <a:path w="9" h="3">
                    <a:moveTo>
                      <a:pt x="2" y="1"/>
                    </a:moveTo>
                    <a:cubicBezTo>
                      <a:pt x="5" y="0"/>
                      <a:pt x="9" y="2"/>
                      <a:pt x="8" y="2"/>
                    </a:cubicBezTo>
                    <a:cubicBezTo>
                      <a:pt x="3" y="3"/>
                      <a:pt x="0" y="2"/>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6" name="Freeform 592">
                <a:extLst>
                  <a:ext uri="{FF2B5EF4-FFF2-40B4-BE49-F238E27FC236}">
                    <a16:creationId xmlns:a16="http://schemas.microsoft.com/office/drawing/2014/main" id="{8171CEBB-5DB5-9440-B540-FC03023C7B10}"/>
                  </a:ext>
                </a:extLst>
              </p:cNvPr>
              <p:cNvSpPr>
                <a:spLocks/>
              </p:cNvSpPr>
              <p:nvPr/>
            </p:nvSpPr>
            <p:spPr bwMode="auto">
              <a:xfrm>
                <a:off x="6757513" y="4187857"/>
                <a:ext cx="334395" cy="178393"/>
              </a:xfrm>
              <a:custGeom>
                <a:avLst/>
                <a:gdLst>
                  <a:gd name="T0" fmla="*/ 28 w 36"/>
                  <a:gd name="T1" fmla="*/ 17 h 19"/>
                  <a:gd name="T2" fmla="*/ 27 w 36"/>
                  <a:gd name="T3" fmla="*/ 15 h 19"/>
                  <a:gd name="T4" fmla="*/ 22 w 36"/>
                  <a:gd name="T5" fmla="*/ 13 h 19"/>
                  <a:gd name="T6" fmla="*/ 14 w 36"/>
                  <a:gd name="T7" fmla="*/ 14 h 19"/>
                  <a:gd name="T8" fmla="*/ 18 w 36"/>
                  <a:gd name="T9" fmla="*/ 12 h 19"/>
                  <a:gd name="T10" fmla="*/ 8 w 36"/>
                  <a:gd name="T11" fmla="*/ 12 h 19"/>
                  <a:gd name="T12" fmla="*/ 13 w 36"/>
                  <a:gd name="T13" fmla="*/ 10 h 19"/>
                  <a:gd name="T14" fmla="*/ 12 w 36"/>
                  <a:gd name="T15" fmla="*/ 9 h 19"/>
                  <a:gd name="T16" fmla="*/ 13 w 36"/>
                  <a:gd name="T17" fmla="*/ 8 h 19"/>
                  <a:gd name="T18" fmla="*/ 11 w 36"/>
                  <a:gd name="T19" fmla="*/ 8 h 19"/>
                  <a:gd name="T20" fmla="*/ 10 w 36"/>
                  <a:gd name="T21" fmla="*/ 6 h 19"/>
                  <a:gd name="T22" fmla="*/ 6 w 36"/>
                  <a:gd name="T23" fmla="*/ 6 h 19"/>
                  <a:gd name="T24" fmla="*/ 3 w 36"/>
                  <a:gd name="T25" fmla="*/ 5 h 19"/>
                  <a:gd name="T26" fmla="*/ 9 w 36"/>
                  <a:gd name="T27" fmla="*/ 2 h 19"/>
                  <a:gd name="T28" fmla="*/ 16 w 36"/>
                  <a:gd name="T29" fmla="*/ 1 h 19"/>
                  <a:gd name="T30" fmla="*/ 18 w 36"/>
                  <a:gd name="T31" fmla="*/ 5 h 19"/>
                  <a:gd name="T32" fmla="*/ 22 w 36"/>
                  <a:gd name="T33" fmla="*/ 4 h 19"/>
                  <a:gd name="T34" fmla="*/ 25 w 36"/>
                  <a:gd name="T35" fmla="*/ 7 h 19"/>
                  <a:gd name="T36" fmla="*/ 30 w 36"/>
                  <a:gd name="T37" fmla="*/ 7 h 19"/>
                  <a:gd name="T38" fmla="*/ 33 w 36"/>
                  <a:gd name="T39" fmla="*/ 12 h 19"/>
                  <a:gd name="T40" fmla="*/ 34 w 36"/>
                  <a:gd name="T41" fmla="*/ 16 h 19"/>
                  <a:gd name="T42" fmla="*/ 28 w 36"/>
                  <a:gd name="T43" fmla="*/ 17 h 19"/>
                  <a:gd name="T44" fmla="*/ 28 w 36"/>
                  <a:gd name="T45" fmla="*/ 17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19">
                    <a:moveTo>
                      <a:pt x="28" y="17"/>
                    </a:moveTo>
                    <a:cubicBezTo>
                      <a:pt x="27" y="17"/>
                      <a:pt x="27" y="16"/>
                      <a:pt x="27" y="15"/>
                    </a:cubicBezTo>
                    <a:cubicBezTo>
                      <a:pt x="26" y="14"/>
                      <a:pt x="23" y="13"/>
                      <a:pt x="22" y="13"/>
                    </a:cubicBezTo>
                    <a:cubicBezTo>
                      <a:pt x="21" y="13"/>
                      <a:pt x="14" y="15"/>
                      <a:pt x="14" y="14"/>
                    </a:cubicBezTo>
                    <a:cubicBezTo>
                      <a:pt x="14" y="14"/>
                      <a:pt x="18" y="12"/>
                      <a:pt x="18" y="12"/>
                    </a:cubicBezTo>
                    <a:cubicBezTo>
                      <a:pt x="15" y="11"/>
                      <a:pt x="11" y="14"/>
                      <a:pt x="8" y="12"/>
                    </a:cubicBezTo>
                    <a:cubicBezTo>
                      <a:pt x="2" y="9"/>
                      <a:pt x="13" y="10"/>
                      <a:pt x="13" y="10"/>
                    </a:cubicBezTo>
                    <a:cubicBezTo>
                      <a:pt x="13" y="10"/>
                      <a:pt x="12" y="9"/>
                      <a:pt x="12" y="9"/>
                    </a:cubicBezTo>
                    <a:cubicBezTo>
                      <a:pt x="12" y="9"/>
                      <a:pt x="13" y="8"/>
                      <a:pt x="13" y="8"/>
                    </a:cubicBezTo>
                    <a:cubicBezTo>
                      <a:pt x="14" y="7"/>
                      <a:pt x="11" y="8"/>
                      <a:pt x="11" y="8"/>
                    </a:cubicBezTo>
                    <a:cubicBezTo>
                      <a:pt x="10" y="7"/>
                      <a:pt x="12" y="6"/>
                      <a:pt x="10" y="6"/>
                    </a:cubicBezTo>
                    <a:cubicBezTo>
                      <a:pt x="9" y="6"/>
                      <a:pt x="7" y="7"/>
                      <a:pt x="6" y="6"/>
                    </a:cubicBezTo>
                    <a:cubicBezTo>
                      <a:pt x="6" y="5"/>
                      <a:pt x="4" y="6"/>
                      <a:pt x="3" y="5"/>
                    </a:cubicBezTo>
                    <a:cubicBezTo>
                      <a:pt x="0" y="0"/>
                      <a:pt x="7" y="2"/>
                      <a:pt x="9" y="2"/>
                    </a:cubicBezTo>
                    <a:cubicBezTo>
                      <a:pt x="11" y="1"/>
                      <a:pt x="14" y="0"/>
                      <a:pt x="16" y="1"/>
                    </a:cubicBezTo>
                    <a:cubicBezTo>
                      <a:pt x="19" y="2"/>
                      <a:pt x="14" y="7"/>
                      <a:pt x="18" y="5"/>
                    </a:cubicBezTo>
                    <a:cubicBezTo>
                      <a:pt x="19" y="5"/>
                      <a:pt x="21" y="3"/>
                      <a:pt x="22" y="4"/>
                    </a:cubicBezTo>
                    <a:cubicBezTo>
                      <a:pt x="23" y="5"/>
                      <a:pt x="24" y="7"/>
                      <a:pt x="25" y="7"/>
                    </a:cubicBezTo>
                    <a:cubicBezTo>
                      <a:pt x="26" y="7"/>
                      <a:pt x="29" y="6"/>
                      <a:pt x="30" y="7"/>
                    </a:cubicBezTo>
                    <a:cubicBezTo>
                      <a:pt x="32" y="8"/>
                      <a:pt x="32" y="11"/>
                      <a:pt x="33" y="12"/>
                    </a:cubicBezTo>
                    <a:cubicBezTo>
                      <a:pt x="34" y="14"/>
                      <a:pt x="36" y="15"/>
                      <a:pt x="34" y="16"/>
                    </a:cubicBezTo>
                    <a:cubicBezTo>
                      <a:pt x="33" y="18"/>
                      <a:pt x="30" y="18"/>
                      <a:pt x="28" y="17"/>
                    </a:cubicBezTo>
                    <a:cubicBezTo>
                      <a:pt x="27" y="16"/>
                      <a:pt x="31" y="19"/>
                      <a:pt x="28" y="1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7" name="Freeform 593">
                <a:extLst>
                  <a:ext uri="{FF2B5EF4-FFF2-40B4-BE49-F238E27FC236}">
                    <a16:creationId xmlns:a16="http://schemas.microsoft.com/office/drawing/2014/main" id="{8F6FD7BA-6AAF-1E4E-AD82-6C63A2740135}"/>
                  </a:ext>
                </a:extLst>
              </p:cNvPr>
              <p:cNvSpPr>
                <a:spLocks/>
              </p:cNvSpPr>
              <p:nvPr/>
            </p:nvSpPr>
            <p:spPr bwMode="auto">
              <a:xfrm>
                <a:off x="7018660" y="4101847"/>
                <a:ext cx="101909" cy="47785"/>
              </a:xfrm>
              <a:custGeom>
                <a:avLst/>
                <a:gdLst>
                  <a:gd name="T0" fmla="*/ 8 w 11"/>
                  <a:gd name="T1" fmla="*/ 5 h 5"/>
                  <a:gd name="T2" fmla="*/ 4 w 11"/>
                  <a:gd name="T3" fmla="*/ 4 h 5"/>
                  <a:gd name="T4" fmla="*/ 2 w 11"/>
                  <a:gd name="T5" fmla="*/ 3 h 5"/>
                  <a:gd name="T6" fmla="*/ 7 w 11"/>
                  <a:gd name="T7" fmla="*/ 2 h 5"/>
                  <a:gd name="T8" fmla="*/ 8 w 11"/>
                  <a:gd name="T9" fmla="*/ 5 h 5"/>
                </a:gdLst>
                <a:ahLst/>
                <a:cxnLst>
                  <a:cxn ang="0">
                    <a:pos x="T0" y="T1"/>
                  </a:cxn>
                  <a:cxn ang="0">
                    <a:pos x="T2" y="T3"/>
                  </a:cxn>
                  <a:cxn ang="0">
                    <a:pos x="T4" y="T5"/>
                  </a:cxn>
                  <a:cxn ang="0">
                    <a:pos x="T6" y="T7"/>
                  </a:cxn>
                  <a:cxn ang="0">
                    <a:pos x="T8" y="T9"/>
                  </a:cxn>
                </a:cxnLst>
                <a:rect l="0" t="0" r="r" b="b"/>
                <a:pathLst>
                  <a:path w="11" h="5">
                    <a:moveTo>
                      <a:pt x="8" y="5"/>
                    </a:moveTo>
                    <a:cubicBezTo>
                      <a:pt x="6" y="5"/>
                      <a:pt x="6" y="4"/>
                      <a:pt x="4" y="4"/>
                    </a:cubicBezTo>
                    <a:cubicBezTo>
                      <a:pt x="4" y="4"/>
                      <a:pt x="0" y="4"/>
                      <a:pt x="2" y="3"/>
                    </a:cubicBezTo>
                    <a:cubicBezTo>
                      <a:pt x="3" y="1"/>
                      <a:pt x="6" y="0"/>
                      <a:pt x="7" y="2"/>
                    </a:cubicBezTo>
                    <a:cubicBezTo>
                      <a:pt x="9" y="3"/>
                      <a:pt x="11" y="5"/>
                      <a:pt x="8"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8" name="Freeform 594">
                <a:extLst>
                  <a:ext uri="{FF2B5EF4-FFF2-40B4-BE49-F238E27FC236}">
                    <a16:creationId xmlns:a16="http://schemas.microsoft.com/office/drawing/2014/main" id="{FFD904A4-BFFF-9648-A634-3367BCA81246}"/>
                  </a:ext>
                </a:extLst>
              </p:cNvPr>
              <p:cNvSpPr>
                <a:spLocks/>
              </p:cNvSpPr>
              <p:nvPr/>
            </p:nvSpPr>
            <p:spPr bwMode="auto">
              <a:xfrm>
                <a:off x="7101463" y="4251568"/>
                <a:ext cx="187897" cy="105124"/>
              </a:xfrm>
              <a:custGeom>
                <a:avLst/>
                <a:gdLst>
                  <a:gd name="T0" fmla="*/ 8 w 20"/>
                  <a:gd name="T1" fmla="*/ 7 h 11"/>
                  <a:gd name="T2" fmla="*/ 3 w 20"/>
                  <a:gd name="T3" fmla="*/ 5 h 11"/>
                  <a:gd name="T4" fmla="*/ 4 w 20"/>
                  <a:gd name="T5" fmla="*/ 3 h 11"/>
                  <a:gd name="T6" fmla="*/ 1 w 20"/>
                  <a:gd name="T7" fmla="*/ 1 h 11"/>
                  <a:gd name="T8" fmla="*/ 6 w 20"/>
                  <a:gd name="T9" fmla="*/ 1 h 11"/>
                  <a:gd name="T10" fmla="*/ 12 w 20"/>
                  <a:gd name="T11" fmla="*/ 3 h 11"/>
                  <a:gd name="T12" fmla="*/ 16 w 20"/>
                  <a:gd name="T13" fmla="*/ 3 h 11"/>
                  <a:gd name="T14" fmla="*/ 19 w 20"/>
                  <a:gd name="T15" fmla="*/ 4 h 11"/>
                  <a:gd name="T16" fmla="*/ 18 w 20"/>
                  <a:gd name="T17" fmla="*/ 8 h 11"/>
                  <a:gd name="T18" fmla="*/ 15 w 20"/>
                  <a:gd name="T19" fmla="*/ 10 h 11"/>
                  <a:gd name="T20" fmla="*/ 9 w 20"/>
                  <a:gd name="T21" fmla="*/ 11 h 11"/>
                  <a:gd name="T22" fmla="*/ 4 w 20"/>
                  <a:gd name="T23" fmla="*/ 8 h 11"/>
                  <a:gd name="T24" fmla="*/ 8 w 20"/>
                  <a:gd name="T25" fmla="*/ 7 h 11"/>
                  <a:gd name="T26" fmla="*/ 8 w 20"/>
                  <a:gd name="T2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 h="11">
                    <a:moveTo>
                      <a:pt x="8" y="7"/>
                    </a:moveTo>
                    <a:cubicBezTo>
                      <a:pt x="6" y="7"/>
                      <a:pt x="4" y="6"/>
                      <a:pt x="3" y="5"/>
                    </a:cubicBezTo>
                    <a:cubicBezTo>
                      <a:pt x="0" y="4"/>
                      <a:pt x="4" y="3"/>
                      <a:pt x="4" y="3"/>
                    </a:cubicBezTo>
                    <a:cubicBezTo>
                      <a:pt x="4" y="2"/>
                      <a:pt x="2" y="1"/>
                      <a:pt x="1" y="1"/>
                    </a:cubicBezTo>
                    <a:cubicBezTo>
                      <a:pt x="1" y="0"/>
                      <a:pt x="6" y="1"/>
                      <a:pt x="6" y="1"/>
                    </a:cubicBezTo>
                    <a:cubicBezTo>
                      <a:pt x="8" y="1"/>
                      <a:pt x="10" y="2"/>
                      <a:pt x="12" y="3"/>
                    </a:cubicBezTo>
                    <a:cubicBezTo>
                      <a:pt x="14" y="3"/>
                      <a:pt x="15" y="3"/>
                      <a:pt x="16" y="3"/>
                    </a:cubicBezTo>
                    <a:cubicBezTo>
                      <a:pt x="17" y="3"/>
                      <a:pt x="20" y="4"/>
                      <a:pt x="19" y="4"/>
                    </a:cubicBezTo>
                    <a:cubicBezTo>
                      <a:pt x="17" y="6"/>
                      <a:pt x="16" y="5"/>
                      <a:pt x="18" y="8"/>
                    </a:cubicBezTo>
                    <a:cubicBezTo>
                      <a:pt x="19" y="9"/>
                      <a:pt x="16" y="9"/>
                      <a:pt x="15" y="10"/>
                    </a:cubicBezTo>
                    <a:cubicBezTo>
                      <a:pt x="13" y="10"/>
                      <a:pt x="11" y="11"/>
                      <a:pt x="9" y="11"/>
                    </a:cubicBezTo>
                    <a:cubicBezTo>
                      <a:pt x="8" y="10"/>
                      <a:pt x="4" y="9"/>
                      <a:pt x="4" y="8"/>
                    </a:cubicBezTo>
                    <a:cubicBezTo>
                      <a:pt x="4" y="8"/>
                      <a:pt x="10" y="7"/>
                      <a:pt x="8" y="7"/>
                    </a:cubicBezTo>
                    <a:cubicBezTo>
                      <a:pt x="5" y="6"/>
                      <a:pt x="10" y="7"/>
                      <a:pt x="8"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19" name="Freeform 595">
                <a:extLst>
                  <a:ext uri="{FF2B5EF4-FFF2-40B4-BE49-F238E27FC236}">
                    <a16:creationId xmlns:a16="http://schemas.microsoft.com/office/drawing/2014/main" id="{616CC8CA-EA41-A34D-9EED-70CC43857E44}"/>
                  </a:ext>
                </a:extLst>
              </p:cNvPr>
              <p:cNvSpPr>
                <a:spLocks/>
              </p:cNvSpPr>
              <p:nvPr/>
            </p:nvSpPr>
            <p:spPr bwMode="auto">
              <a:xfrm>
                <a:off x="7206560" y="4347133"/>
                <a:ext cx="165604" cy="47785"/>
              </a:xfrm>
              <a:custGeom>
                <a:avLst/>
                <a:gdLst>
                  <a:gd name="T0" fmla="*/ 14 w 18"/>
                  <a:gd name="T1" fmla="*/ 5 h 5"/>
                  <a:gd name="T2" fmla="*/ 16 w 18"/>
                  <a:gd name="T3" fmla="*/ 2 h 5"/>
                  <a:gd name="T4" fmla="*/ 13 w 18"/>
                  <a:gd name="T5" fmla="*/ 1 h 5"/>
                  <a:gd name="T6" fmla="*/ 3 w 18"/>
                  <a:gd name="T7" fmla="*/ 1 h 5"/>
                  <a:gd name="T8" fmla="*/ 4 w 18"/>
                  <a:gd name="T9" fmla="*/ 4 h 5"/>
                  <a:gd name="T10" fmla="*/ 14 w 18"/>
                  <a:gd name="T11" fmla="*/ 5 h 5"/>
                  <a:gd name="T12" fmla="*/ 14 w 18"/>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8" h="5">
                    <a:moveTo>
                      <a:pt x="14" y="5"/>
                    </a:moveTo>
                    <a:cubicBezTo>
                      <a:pt x="14" y="4"/>
                      <a:pt x="18" y="2"/>
                      <a:pt x="16" y="2"/>
                    </a:cubicBezTo>
                    <a:cubicBezTo>
                      <a:pt x="15" y="1"/>
                      <a:pt x="14" y="1"/>
                      <a:pt x="13" y="1"/>
                    </a:cubicBezTo>
                    <a:cubicBezTo>
                      <a:pt x="10" y="1"/>
                      <a:pt x="6" y="0"/>
                      <a:pt x="3" y="1"/>
                    </a:cubicBezTo>
                    <a:cubicBezTo>
                      <a:pt x="0" y="1"/>
                      <a:pt x="1" y="4"/>
                      <a:pt x="4" y="4"/>
                    </a:cubicBezTo>
                    <a:cubicBezTo>
                      <a:pt x="7" y="4"/>
                      <a:pt x="11" y="5"/>
                      <a:pt x="14" y="5"/>
                    </a:cubicBezTo>
                    <a:cubicBezTo>
                      <a:pt x="16" y="4"/>
                      <a:pt x="12" y="5"/>
                      <a:pt x="14"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0" name="Freeform 596">
                <a:extLst>
                  <a:ext uri="{FF2B5EF4-FFF2-40B4-BE49-F238E27FC236}">
                    <a16:creationId xmlns:a16="http://schemas.microsoft.com/office/drawing/2014/main" id="{262B5446-D2E2-5F47-A90F-356CEC8F28C0}"/>
                  </a:ext>
                </a:extLst>
              </p:cNvPr>
              <p:cNvSpPr>
                <a:spLocks/>
              </p:cNvSpPr>
              <p:nvPr/>
            </p:nvSpPr>
            <p:spPr bwMode="auto">
              <a:xfrm>
                <a:off x="7197007" y="4560566"/>
                <a:ext cx="156051" cy="105124"/>
              </a:xfrm>
              <a:custGeom>
                <a:avLst/>
                <a:gdLst>
                  <a:gd name="T0" fmla="*/ 7 w 17"/>
                  <a:gd name="T1" fmla="*/ 1 h 11"/>
                  <a:gd name="T2" fmla="*/ 1 w 17"/>
                  <a:gd name="T3" fmla="*/ 6 h 11"/>
                  <a:gd name="T4" fmla="*/ 10 w 17"/>
                  <a:gd name="T5" fmla="*/ 10 h 11"/>
                  <a:gd name="T6" fmla="*/ 15 w 17"/>
                  <a:gd name="T7" fmla="*/ 10 h 11"/>
                  <a:gd name="T8" fmla="*/ 15 w 17"/>
                  <a:gd name="T9" fmla="*/ 8 h 11"/>
                  <a:gd name="T10" fmla="*/ 16 w 17"/>
                  <a:gd name="T11" fmla="*/ 6 h 11"/>
                  <a:gd name="T12" fmla="*/ 7 w 17"/>
                  <a:gd name="T13" fmla="*/ 1 h 11"/>
                  <a:gd name="T14" fmla="*/ 7 w 17"/>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1">
                    <a:moveTo>
                      <a:pt x="7" y="1"/>
                    </a:moveTo>
                    <a:cubicBezTo>
                      <a:pt x="5" y="0"/>
                      <a:pt x="2" y="4"/>
                      <a:pt x="1" y="6"/>
                    </a:cubicBezTo>
                    <a:cubicBezTo>
                      <a:pt x="0" y="8"/>
                      <a:pt x="8" y="10"/>
                      <a:pt x="10" y="10"/>
                    </a:cubicBezTo>
                    <a:cubicBezTo>
                      <a:pt x="11" y="11"/>
                      <a:pt x="14" y="11"/>
                      <a:pt x="15" y="10"/>
                    </a:cubicBezTo>
                    <a:cubicBezTo>
                      <a:pt x="16" y="10"/>
                      <a:pt x="15" y="9"/>
                      <a:pt x="15" y="8"/>
                    </a:cubicBezTo>
                    <a:cubicBezTo>
                      <a:pt x="15" y="7"/>
                      <a:pt x="15" y="6"/>
                      <a:pt x="16" y="6"/>
                    </a:cubicBezTo>
                    <a:cubicBezTo>
                      <a:pt x="17" y="4"/>
                      <a:pt x="9" y="1"/>
                      <a:pt x="7" y="1"/>
                    </a:cubicBezTo>
                    <a:cubicBezTo>
                      <a:pt x="5" y="0"/>
                      <a:pt x="8" y="1"/>
                      <a:pt x="7"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1" name="Freeform 597">
                <a:extLst>
                  <a:ext uri="{FF2B5EF4-FFF2-40B4-BE49-F238E27FC236}">
                    <a16:creationId xmlns:a16="http://schemas.microsoft.com/office/drawing/2014/main" id="{1E2250C1-5312-BF42-A210-D52FBB728F10}"/>
                  </a:ext>
                </a:extLst>
              </p:cNvPr>
              <p:cNvSpPr>
                <a:spLocks/>
              </p:cNvSpPr>
              <p:nvPr/>
            </p:nvSpPr>
            <p:spPr bwMode="auto">
              <a:xfrm>
                <a:off x="7270254" y="4535082"/>
                <a:ext cx="38217" cy="25484"/>
              </a:xfrm>
              <a:custGeom>
                <a:avLst/>
                <a:gdLst>
                  <a:gd name="T0" fmla="*/ 3 w 4"/>
                  <a:gd name="T1" fmla="*/ 2 h 3"/>
                  <a:gd name="T2" fmla="*/ 1 w 4"/>
                  <a:gd name="T3" fmla="*/ 1 h 3"/>
                  <a:gd name="T4" fmla="*/ 3 w 4"/>
                  <a:gd name="T5" fmla="*/ 2 h 3"/>
                </a:gdLst>
                <a:ahLst/>
                <a:cxnLst>
                  <a:cxn ang="0">
                    <a:pos x="T0" y="T1"/>
                  </a:cxn>
                  <a:cxn ang="0">
                    <a:pos x="T2" y="T3"/>
                  </a:cxn>
                  <a:cxn ang="0">
                    <a:pos x="T4" y="T5"/>
                  </a:cxn>
                </a:cxnLst>
                <a:rect l="0" t="0" r="r" b="b"/>
                <a:pathLst>
                  <a:path w="4" h="3">
                    <a:moveTo>
                      <a:pt x="3" y="2"/>
                    </a:moveTo>
                    <a:cubicBezTo>
                      <a:pt x="1" y="3"/>
                      <a:pt x="0" y="1"/>
                      <a:pt x="1" y="1"/>
                    </a:cubicBezTo>
                    <a:cubicBezTo>
                      <a:pt x="2" y="0"/>
                      <a:pt x="4" y="2"/>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2" name="Freeform 598">
                <a:extLst>
                  <a:ext uri="{FF2B5EF4-FFF2-40B4-BE49-F238E27FC236}">
                    <a16:creationId xmlns:a16="http://schemas.microsoft.com/office/drawing/2014/main" id="{1CDE95ED-E3F5-594D-8835-D228AFA16B81}"/>
                  </a:ext>
                </a:extLst>
              </p:cNvPr>
              <p:cNvSpPr>
                <a:spLocks/>
              </p:cNvSpPr>
              <p:nvPr/>
            </p:nvSpPr>
            <p:spPr bwMode="auto">
              <a:xfrm>
                <a:off x="7439043" y="4366247"/>
                <a:ext cx="82803" cy="54153"/>
              </a:xfrm>
              <a:custGeom>
                <a:avLst/>
                <a:gdLst>
                  <a:gd name="T0" fmla="*/ 1 w 9"/>
                  <a:gd name="T1" fmla="*/ 5 h 6"/>
                  <a:gd name="T2" fmla="*/ 1 w 9"/>
                  <a:gd name="T3" fmla="*/ 1 h 6"/>
                  <a:gd name="T4" fmla="*/ 5 w 9"/>
                  <a:gd name="T5" fmla="*/ 1 h 6"/>
                  <a:gd name="T6" fmla="*/ 9 w 9"/>
                  <a:gd name="T7" fmla="*/ 3 h 6"/>
                  <a:gd name="T8" fmla="*/ 5 w 9"/>
                  <a:gd name="T9" fmla="*/ 5 h 6"/>
                  <a:gd name="T10" fmla="*/ 1 w 9"/>
                  <a:gd name="T11" fmla="*/ 5 h 6"/>
                  <a:gd name="T12" fmla="*/ 1 w 9"/>
                  <a:gd name="T13" fmla="*/ 5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1" y="5"/>
                    </a:moveTo>
                    <a:cubicBezTo>
                      <a:pt x="1" y="5"/>
                      <a:pt x="2" y="2"/>
                      <a:pt x="1" y="1"/>
                    </a:cubicBezTo>
                    <a:cubicBezTo>
                      <a:pt x="1" y="0"/>
                      <a:pt x="4" y="1"/>
                      <a:pt x="5" y="1"/>
                    </a:cubicBezTo>
                    <a:cubicBezTo>
                      <a:pt x="6" y="1"/>
                      <a:pt x="9" y="2"/>
                      <a:pt x="9" y="3"/>
                    </a:cubicBezTo>
                    <a:cubicBezTo>
                      <a:pt x="8" y="4"/>
                      <a:pt x="6" y="5"/>
                      <a:pt x="5" y="5"/>
                    </a:cubicBezTo>
                    <a:cubicBezTo>
                      <a:pt x="3" y="6"/>
                      <a:pt x="3" y="6"/>
                      <a:pt x="1" y="5"/>
                    </a:cubicBezTo>
                    <a:cubicBezTo>
                      <a:pt x="0" y="4"/>
                      <a:pt x="2" y="6"/>
                      <a:pt x="1"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3" name="Freeform 599">
                <a:extLst>
                  <a:ext uri="{FF2B5EF4-FFF2-40B4-BE49-F238E27FC236}">
                    <a16:creationId xmlns:a16="http://schemas.microsoft.com/office/drawing/2014/main" id="{594CE1AD-150E-3340-A9A9-C72B16300377}"/>
                  </a:ext>
                </a:extLst>
              </p:cNvPr>
              <p:cNvSpPr>
                <a:spLocks/>
              </p:cNvSpPr>
              <p:nvPr/>
            </p:nvSpPr>
            <p:spPr bwMode="auto">
              <a:xfrm>
                <a:off x="7483629" y="4449069"/>
                <a:ext cx="28662" cy="38227"/>
              </a:xfrm>
              <a:custGeom>
                <a:avLst/>
                <a:gdLst>
                  <a:gd name="T0" fmla="*/ 2 w 3"/>
                  <a:gd name="T1" fmla="*/ 1 h 4"/>
                  <a:gd name="T2" fmla="*/ 1 w 3"/>
                  <a:gd name="T3" fmla="*/ 3 h 4"/>
                  <a:gd name="T4" fmla="*/ 2 w 3"/>
                  <a:gd name="T5" fmla="*/ 1 h 4"/>
                </a:gdLst>
                <a:ahLst/>
                <a:cxnLst>
                  <a:cxn ang="0">
                    <a:pos x="T0" y="T1"/>
                  </a:cxn>
                  <a:cxn ang="0">
                    <a:pos x="T2" y="T3"/>
                  </a:cxn>
                  <a:cxn ang="0">
                    <a:pos x="T4" y="T5"/>
                  </a:cxn>
                </a:cxnLst>
                <a:rect l="0" t="0" r="r" b="b"/>
                <a:pathLst>
                  <a:path w="3" h="4">
                    <a:moveTo>
                      <a:pt x="2" y="1"/>
                    </a:moveTo>
                    <a:cubicBezTo>
                      <a:pt x="0" y="0"/>
                      <a:pt x="0" y="3"/>
                      <a:pt x="1" y="3"/>
                    </a:cubicBezTo>
                    <a:cubicBezTo>
                      <a:pt x="2" y="4"/>
                      <a:pt x="3" y="2"/>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4" name="Freeform 600">
                <a:extLst>
                  <a:ext uri="{FF2B5EF4-FFF2-40B4-BE49-F238E27FC236}">
                    <a16:creationId xmlns:a16="http://schemas.microsoft.com/office/drawing/2014/main" id="{E5353346-68C6-C44D-8A87-71D96CBA0BD2}"/>
                  </a:ext>
                </a:extLst>
              </p:cNvPr>
              <p:cNvSpPr>
                <a:spLocks/>
              </p:cNvSpPr>
              <p:nvPr/>
            </p:nvSpPr>
            <p:spPr bwMode="auto">
              <a:xfrm>
                <a:off x="7177896" y="4420403"/>
                <a:ext cx="831212" cy="254845"/>
              </a:xfrm>
              <a:custGeom>
                <a:avLst/>
                <a:gdLst>
                  <a:gd name="T0" fmla="*/ 17 w 89"/>
                  <a:gd name="T1" fmla="*/ 7 h 27"/>
                  <a:gd name="T2" fmla="*/ 19 w 89"/>
                  <a:gd name="T3" fmla="*/ 4 h 27"/>
                  <a:gd name="T4" fmla="*/ 15 w 89"/>
                  <a:gd name="T5" fmla="*/ 2 h 27"/>
                  <a:gd name="T6" fmla="*/ 12 w 89"/>
                  <a:gd name="T7" fmla="*/ 2 h 27"/>
                  <a:gd name="T8" fmla="*/ 4 w 89"/>
                  <a:gd name="T9" fmla="*/ 1 h 27"/>
                  <a:gd name="T10" fmla="*/ 4 w 89"/>
                  <a:gd name="T11" fmla="*/ 3 h 27"/>
                  <a:gd name="T12" fmla="*/ 0 w 89"/>
                  <a:gd name="T13" fmla="*/ 4 h 27"/>
                  <a:gd name="T14" fmla="*/ 5 w 89"/>
                  <a:gd name="T15" fmla="*/ 5 h 27"/>
                  <a:gd name="T16" fmla="*/ 7 w 89"/>
                  <a:gd name="T17" fmla="*/ 6 h 27"/>
                  <a:gd name="T18" fmla="*/ 6 w 89"/>
                  <a:gd name="T19" fmla="*/ 7 h 27"/>
                  <a:gd name="T20" fmla="*/ 24 w 89"/>
                  <a:gd name="T21" fmla="*/ 13 h 27"/>
                  <a:gd name="T22" fmla="*/ 25 w 89"/>
                  <a:gd name="T23" fmla="*/ 16 h 27"/>
                  <a:gd name="T24" fmla="*/ 24 w 89"/>
                  <a:gd name="T25" fmla="*/ 21 h 27"/>
                  <a:gd name="T26" fmla="*/ 27 w 89"/>
                  <a:gd name="T27" fmla="*/ 25 h 27"/>
                  <a:gd name="T28" fmla="*/ 30 w 89"/>
                  <a:gd name="T29" fmla="*/ 24 h 27"/>
                  <a:gd name="T30" fmla="*/ 33 w 89"/>
                  <a:gd name="T31" fmla="*/ 26 h 27"/>
                  <a:gd name="T32" fmla="*/ 38 w 89"/>
                  <a:gd name="T33" fmla="*/ 26 h 27"/>
                  <a:gd name="T34" fmla="*/ 42 w 89"/>
                  <a:gd name="T35" fmla="*/ 23 h 27"/>
                  <a:gd name="T36" fmla="*/ 45 w 89"/>
                  <a:gd name="T37" fmla="*/ 26 h 27"/>
                  <a:gd name="T38" fmla="*/ 52 w 89"/>
                  <a:gd name="T39" fmla="*/ 27 h 27"/>
                  <a:gd name="T40" fmla="*/ 62 w 89"/>
                  <a:gd name="T41" fmla="*/ 27 h 27"/>
                  <a:gd name="T42" fmla="*/ 65 w 89"/>
                  <a:gd name="T43" fmla="*/ 27 h 27"/>
                  <a:gd name="T44" fmla="*/ 67 w 89"/>
                  <a:gd name="T45" fmla="*/ 24 h 27"/>
                  <a:gd name="T46" fmla="*/ 70 w 89"/>
                  <a:gd name="T47" fmla="*/ 25 h 27"/>
                  <a:gd name="T48" fmla="*/ 76 w 89"/>
                  <a:gd name="T49" fmla="*/ 27 h 27"/>
                  <a:gd name="T50" fmla="*/ 82 w 89"/>
                  <a:gd name="T51" fmla="*/ 26 h 27"/>
                  <a:gd name="T52" fmla="*/ 85 w 89"/>
                  <a:gd name="T53" fmla="*/ 24 h 27"/>
                  <a:gd name="T54" fmla="*/ 85 w 89"/>
                  <a:gd name="T55" fmla="*/ 22 h 27"/>
                  <a:gd name="T56" fmla="*/ 82 w 89"/>
                  <a:gd name="T57" fmla="*/ 22 h 27"/>
                  <a:gd name="T58" fmla="*/ 85 w 89"/>
                  <a:gd name="T59" fmla="*/ 17 h 27"/>
                  <a:gd name="T60" fmla="*/ 80 w 89"/>
                  <a:gd name="T61" fmla="*/ 16 h 27"/>
                  <a:gd name="T62" fmla="*/ 78 w 89"/>
                  <a:gd name="T63" fmla="*/ 14 h 27"/>
                  <a:gd name="T64" fmla="*/ 70 w 89"/>
                  <a:gd name="T65" fmla="*/ 14 h 27"/>
                  <a:gd name="T66" fmla="*/ 65 w 89"/>
                  <a:gd name="T67" fmla="*/ 14 h 27"/>
                  <a:gd name="T68" fmla="*/ 55 w 89"/>
                  <a:gd name="T69" fmla="*/ 17 h 27"/>
                  <a:gd name="T70" fmla="*/ 56 w 89"/>
                  <a:gd name="T71" fmla="*/ 18 h 27"/>
                  <a:gd name="T72" fmla="*/ 52 w 89"/>
                  <a:gd name="T73" fmla="*/ 18 h 27"/>
                  <a:gd name="T74" fmla="*/ 49 w 89"/>
                  <a:gd name="T75" fmla="*/ 16 h 27"/>
                  <a:gd name="T76" fmla="*/ 46 w 89"/>
                  <a:gd name="T77" fmla="*/ 17 h 27"/>
                  <a:gd name="T78" fmla="*/ 42 w 89"/>
                  <a:gd name="T79" fmla="*/ 16 h 27"/>
                  <a:gd name="T80" fmla="*/ 41 w 89"/>
                  <a:gd name="T81" fmla="*/ 18 h 27"/>
                  <a:gd name="T82" fmla="*/ 38 w 89"/>
                  <a:gd name="T83" fmla="*/ 16 h 27"/>
                  <a:gd name="T84" fmla="*/ 39 w 89"/>
                  <a:gd name="T85" fmla="*/ 14 h 27"/>
                  <a:gd name="T86" fmla="*/ 34 w 89"/>
                  <a:gd name="T87" fmla="*/ 12 h 27"/>
                  <a:gd name="T88" fmla="*/ 30 w 89"/>
                  <a:gd name="T89" fmla="*/ 13 h 27"/>
                  <a:gd name="T90" fmla="*/ 32 w 89"/>
                  <a:gd name="T91" fmla="*/ 12 h 27"/>
                  <a:gd name="T92" fmla="*/ 28 w 89"/>
                  <a:gd name="T93" fmla="*/ 9 h 27"/>
                  <a:gd name="T94" fmla="*/ 38 w 89"/>
                  <a:gd name="T95" fmla="*/ 10 h 27"/>
                  <a:gd name="T96" fmla="*/ 33 w 89"/>
                  <a:gd name="T97" fmla="*/ 7 h 27"/>
                  <a:gd name="T98" fmla="*/ 28 w 89"/>
                  <a:gd name="T99" fmla="*/ 7 h 27"/>
                  <a:gd name="T100" fmla="*/ 32 w 89"/>
                  <a:gd name="T101" fmla="*/ 6 h 27"/>
                  <a:gd name="T102" fmla="*/ 27 w 89"/>
                  <a:gd name="T103" fmla="*/ 5 h 27"/>
                  <a:gd name="T104" fmla="*/ 17 w 89"/>
                  <a:gd name="T105" fmla="*/ 7 h 27"/>
                  <a:gd name="T106" fmla="*/ 17 w 89"/>
                  <a:gd name="T107"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27">
                    <a:moveTo>
                      <a:pt x="17" y="7"/>
                    </a:moveTo>
                    <a:cubicBezTo>
                      <a:pt x="18" y="7"/>
                      <a:pt x="20" y="5"/>
                      <a:pt x="19" y="4"/>
                    </a:cubicBezTo>
                    <a:cubicBezTo>
                      <a:pt x="18" y="3"/>
                      <a:pt x="16" y="2"/>
                      <a:pt x="15" y="2"/>
                    </a:cubicBezTo>
                    <a:cubicBezTo>
                      <a:pt x="14" y="2"/>
                      <a:pt x="13" y="2"/>
                      <a:pt x="12" y="2"/>
                    </a:cubicBezTo>
                    <a:cubicBezTo>
                      <a:pt x="9" y="1"/>
                      <a:pt x="7" y="0"/>
                      <a:pt x="4" y="1"/>
                    </a:cubicBezTo>
                    <a:cubicBezTo>
                      <a:pt x="0" y="2"/>
                      <a:pt x="3" y="2"/>
                      <a:pt x="4" y="3"/>
                    </a:cubicBezTo>
                    <a:cubicBezTo>
                      <a:pt x="4" y="3"/>
                      <a:pt x="0" y="3"/>
                      <a:pt x="0" y="4"/>
                    </a:cubicBezTo>
                    <a:cubicBezTo>
                      <a:pt x="0" y="5"/>
                      <a:pt x="4" y="5"/>
                      <a:pt x="5" y="5"/>
                    </a:cubicBezTo>
                    <a:cubicBezTo>
                      <a:pt x="5" y="6"/>
                      <a:pt x="7" y="6"/>
                      <a:pt x="7" y="6"/>
                    </a:cubicBezTo>
                    <a:cubicBezTo>
                      <a:pt x="7" y="7"/>
                      <a:pt x="6" y="7"/>
                      <a:pt x="6" y="7"/>
                    </a:cubicBezTo>
                    <a:cubicBezTo>
                      <a:pt x="12" y="11"/>
                      <a:pt x="21" y="5"/>
                      <a:pt x="24" y="13"/>
                    </a:cubicBezTo>
                    <a:cubicBezTo>
                      <a:pt x="24" y="14"/>
                      <a:pt x="26" y="15"/>
                      <a:pt x="25" y="16"/>
                    </a:cubicBezTo>
                    <a:cubicBezTo>
                      <a:pt x="24" y="18"/>
                      <a:pt x="23" y="19"/>
                      <a:pt x="24" y="21"/>
                    </a:cubicBezTo>
                    <a:cubicBezTo>
                      <a:pt x="24" y="21"/>
                      <a:pt x="26" y="25"/>
                      <a:pt x="27" y="25"/>
                    </a:cubicBezTo>
                    <a:cubicBezTo>
                      <a:pt x="28" y="26"/>
                      <a:pt x="30" y="23"/>
                      <a:pt x="30" y="24"/>
                    </a:cubicBezTo>
                    <a:cubicBezTo>
                      <a:pt x="31" y="24"/>
                      <a:pt x="32" y="26"/>
                      <a:pt x="33" y="26"/>
                    </a:cubicBezTo>
                    <a:cubicBezTo>
                      <a:pt x="35" y="27"/>
                      <a:pt x="37" y="26"/>
                      <a:pt x="38" y="26"/>
                    </a:cubicBezTo>
                    <a:cubicBezTo>
                      <a:pt x="39" y="25"/>
                      <a:pt x="41" y="23"/>
                      <a:pt x="42" y="23"/>
                    </a:cubicBezTo>
                    <a:cubicBezTo>
                      <a:pt x="42" y="23"/>
                      <a:pt x="44" y="26"/>
                      <a:pt x="45" y="26"/>
                    </a:cubicBezTo>
                    <a:cubicBezTo>
                      <a:pt x="47" y="27"/>
                      <a:pt x="50" y="27"/>
                      <a:pt x="52" y="27"/>
                    </a:cubicBezTo>
                    <a:cubicBezTo>
                      <a:pt x="56" y="27"/>
                      <a:pt x="59" y="27"/>
                      <a:pt x="62" y="27"/>
                    </a:cubicBezTo>
                    <a:cubicBezTo>
                      <a:pt x="63" y="27"/>
                      <a:pt x="64" y="27"/>
                      <a:pt x="65" y="27"/>
                    </a:cubicBezTo>
                    <a:cubicBezTo>
                      <a:pt x="67" y="26"/>
                      <a:pt x="66" y="24"/>
                      <a:pt x="67" y="24"/>
                    </a:cubicBezTo>
                    <a:cubicBezTo>
                      <a:pt x="68" y="23"/>
                      <a:pt x="69" y="24"/>
                      <a:pt x="70" y="25"/>
                    </a:cubicBezTo>
                    <a:cubicBezTo>
                      <a:pt x="71" y="26"/>
                      <a:pt x="74" y="27"/>
                      <a:pt x="76" y="27"/>
                    </a:cubicBezTo>
                    <a:cubicBezTo>
                      <a:pt x="78" y="27"/>
                      <a:pt x="80" y="27"/>
                      <a:pt x="82" y="26"/>
                    </a:cubicBezTo>
                    <a:cubicBezTo>
                      <a:pt x="84" y="26"/>
                      <a:pt x="83" y="24"/>
                      <a:pt x="85" y="24"/>
                    </a:cubicBezTo>
                    <a:cubicBezTo>
                      <a:pt x="86" y="24"/>
                      <a:pt x="87" y="21"/>
                      <a:pt x="85" y="22"/>
                    </a:cubicBezTo>
                    <a:cubicBezTo>
                      <a:pt x="85" y="22"/>
                      <a:pt x="83" y="22"/>
                      <a:pt x="82" y="22"/>
                    </a:cubicBezTo>
                    <a:cubicBezTo>
                      <a:pt x="82" y="22"/>
                      <a:pt x="89" y="18"/>
                      <a:pt x="85" y="17"/>
                    </a:cubicBezTo>
                    <a:cubicBezTo>
                      <a:pt x="84" y="17"/>
                      <a:pt x="82" y="16"/>
                      <a:pt x="80" y="16"/>
                    </a:cubicBezTo>
                    <a:cubicBezTo>
                      <a:pt x="78" y="16"/>
                      <a:pt x="80" y="14"/>
                      <a:pt x="78" y="14"/>
                    </a:cubicBezTo>
                    <a:cubicBezTo>
                      <a:pt x="75" y="14"/>
                      <a:pt x="73" y="14"/>
                      <a:pt x="70" y="14"/>
                    </a:cubicBezTo>
                    <a:cubicBezTo>
                      <a:pt x="68" y="14"/>
                      <a:pt x="67" y="13"/>
                      <a:pt x="65" y="14"/>
                    </a:cubicBezTo>
                    <a:cubicBezTo>
                      <a:pt x="64" y="14"/>
                      <a:pt x="55" y="16"/>
                      <a:pt x="55" y="17"/>
                    </a:cubicBezTo>
                    <a:cubicBezTo>
                      <a:pt x="55" y="17"/>
                      <a:pt x="56" y="17"/>
                      <a:pt x="56" y="18"/>
                    </a:cubicBezTo>
                    <a:cubicBezTo>
                      <a:pt x="56" y="18"/>
                      <a:pt x="53" y="18"/>
                      <a:pt x="52" y="18"/>
                    </a:cubicBezTo>
                    <a:cubicBezTo>
                      <a:pt x="51" y="18"/>
                      <a:pt x="50" y="17"/>
                      <a:pt x="49" y="16"/>
                    </a:cubicBezTo>
                    <a:cubicBezTo>
                      <a:pt x="48" y="16"/>
                      <a:pt x="47" y="17"/>
                      <a:pt x="46" y="17"/>
                    </a:cubicBezTo>
                    <a:cubicBezTo>
                      <a:pt x="45" y="17"/>
                      <a:pt x="43" y="16"/>
                      <a:pt x="42" y="16"/>
                    </a:cubicBezTo>
                    <a:cubicBezTo>
                      <a:pt x="41" y="16"/>
                      <a:pt x="42" y="18"/>
                      <a:pt x="41" y="18"/>
                    </a:cubicBezTo>
                    <a:cubicBezTo>
                      <a:pt x="40" y="18"/>
                      <a:pt x="39" y="16"/>
                      <a:pt x="38" y="16"/>
                    </a:cubicBezTo>
                    <a:cubicBezTo>
                      <a:pt x="35" y="16"/>
                      <a:pt x="39" y="15"/>
                      <a:pt x="39" y="14"/>
                    </a:cubicBezTo>
                    <a:cubicBezTo>
                      <a:pt x="39" y="13"/>
                      <a:pt x="35" y="12"/>
                      <a:pt x="34" y="12"/>
                    </a:cubicBezTo>
                    <a:cubicBezTo>
                      <a:pt x="34" y="12"/>
                      <a:pt x="30" y="13"/>
                      <a:pt x="30" y="13"/>
                    </a:cubicBezTo>
                    <a:cubicBezTo>
                      <a:pt x="30" y="12"/>
                      <a:pt x="32" y="12"/>
                      <a:pt x="32" y="12"/>
                    </a:cubicBezTo>
                    <a:cubicBezTo>
                      <a:pt x="32" y="11"/>
                      <a:pt x="27" y="10"/>
                      <a:pt x="28" y="9"/>
                    </a:cubicBezTo>
                    <a:cubicBezTo>
                      <a:pt x="28" y="9"/>
                      <a:pt x="38" y="10"/>
                      <a:pt x="38" y="10"/>
                    </a:cubicBezTo>
                    <a:cubicBezTo>
                      <a:pt x="38" y="9"/>
                      <a:pt x="34" y="8"/>
                      <a:pt x="33" y="7"/>
                    </a:cubicBezTo>
                    <a:cubicBezTo>
                      <a:pt x="32" y="7"/>
                      <a:pt x="30" y="7"/>
                      <a:pt x="28" y="7"/>
                    </a:cubicBezTo>
                    <a:cubicBezTo>
                      <a:pt x="29" y="7"/>
                      <a:pt x="31" y="7"/>
                      <a:pt x="32" y="6"/>
                    </a:cubicBezTo>
                    <a:cubicBezTo>
                      <a:pt x="32" y="5"/>
                      <a:pt x="27" y="5"/>
                      <a:pt x="27" y="5"/>
                    </a:cubicBezTo>
                    <a:cubicBezTo>
                      <a:pt x="23" y="5"/>
                      <a:pt x="21" y="6"/>
                      <a:pt x="17" y="7"/>
                    </a:cubicBezTo>
                    <a:cubicBezTo>
                      <a:pt x="17" y="7"/>
                      <a:pt x="18" y="7"/>
                      <a:pt x="17"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5" name="Freeform 601">
                <a:extLst>
                  <a:ext uri="{FF2B5EF4-FFF2-40B4-BE49-F238E27FC236}">
                    <a16:creationId xmlns:a16="http://schemas.microsoft.com/office/drawing/2014/main" id="{07B57458-F2F8-F840-AEA1-F72267FC5010}"/>
                  </a:ext>
                </a:extLst>
              </p:cNvPr>
              <p:cNvSpPr>
                <a:spLocks/>
              </p:cNvSpPr>
              <p:nvPr/>
            </p:nvSpPr>
            <p:spPr bwMode="auto">
              <a:xfrm>
                <a:off x="7197007" y="3980797"/>
                <a:ext cx="550956" cy="347225"/>
              </a:xfrm>
              <a:custGeom>
                <a:avLst/>
                <a:gdLst>
                  <a:gd name="T0" fmla="*/ 55 w 59"/>
                  <a:gd name="T1" fmla="*/ 21 h 37"/>
                  <a:gd name="T2" fmla="*/ 46 w 59"/>
                  <a:gd name="T3" fmla="*/ 20 h 37"/>
                  <a:gd name="T4" fmla="*/ 46 w 59"/>
                  <a:gd name="T5" fmla="*/ 18 h 37"/>
                  <a:gd name="T6" fmla="*/ 44 w 59"/>
                  <a:gd name="T7" fmla="*/ 15 h 37"/>
                  <a:gd name="T8" fmla="*/ 44 w 59"/>
                  <a:gd name="T9" fmla="*/ 11 h 37"/>
                  <a:gd name="T10" fmla="*/ 43 w 59"/>
                  <a:gd name="T11" fmla="*/ 15 h 37"/>
                  <a:gd name="T12" fmla="*/ 35 w 59"/>
                  <a:gd name="T13" fmla="*/ 10 h 37"/>
                  <a:gd name="T14" fmla="*/ 24 w 59"/>
                  <a:gd name="T15" fmla="*/ 2 h 37"/>
                  <a:gd name="T16" fmla="*/ 12 w 59"/>
                  <a:gd name="T17" fmla="*/ 1 h 37"/>
                  <a:gd name="T18" fmla="*/ 12 w 59"/>
                  <a:gd name="T19" fmla="*/ 3 h 37"/>
                  <a:gd name="T20" fmla="*/ 6 w 59"/>
                  <a:gd name="T21" fmla="*/ 5 h 37"/>
                  <a:gd name="T22" fmla="*/ 11 w 59"/>
                  <a:gd name="T23" fmla="*/ 9 h 37"/>
                  <a:gd name="T24" fmla="*/ 6 w 59"/>
                  <a:gd name="T25" fmla="*/ 9 h 37"/>
                  <a:gd name="T26" fmla="*/ 5 w 59"/>
                  <a:gd name="T27" fmla="*/ 11 h 37"/>
                  <a:gd name="T28" fmla="*/ 6 w 59"/>
                  <a:gd name="T29" fmla="*/ 14 h 37"/>
                  <a:gd name="T30" fmla="*/ 10 w 59"/>
                  <a:gd name="T31" fmla="*/ 14 h 37"/>
                  <a:gd name="T32" fmla="*/ 0 w 59"/>
                  <a:gd name="T33" fmla="*/ 15 h 37"/>
                  <a:gd name="T34" fmla="*/ 7 w 59"/>
                  <a:gd name="T35" fmla="*/ 20 h 37"/>
                  <a:gd name="T36" fmla="*/ 8 w 59"/>
                  <a:gd name="T37" fmla="*/ 23 h 37"/>
                  <a:gd name="T38" fmla="*/ 14 w 59"/>
                  <a:gd name="T39" fmla="*/ 23 h 37"/>
                  <a:gd name="T40" fmla="*/ 26 w 59"/>
                  <a:gd name="T41" fmla="*/ 23 h 37"/>
                  <a:gd name="T42" fmla="*/ 28 w 59"/>
                  <a:gd name="T43" fmla="*/ 24 h 37"/>
                  <a:gd name="T44" fmla="*/ 16 w 59"/>
                  <a:gd name="T45" fmla="*/ 25 h 37"/>
                  <a:gd name="T46" fmla="*/ 16 w 59"/>
                  <a:gd name="T47" fmla="*/ 30 h 37"/>
                  <a:gd name="T48" fmla="*/ 19 w 59"/>
                  <a:gd name="T49" fmla="*/ 33 h 37"/>
                  <a:gd name="T50" fmla="*/ 32 w 59"/>
                  <a:gd name="T51" fmla="*/ 35 h 37"/>
                  <a:gd name="T52" fmla="*/ 34 w 59"/>
                  <a:gd name="T53" fmla="*/ 36 h 37"/>
                  <a:gd name="T54" fmla="*/ 40 w 59"/>
                  <a:gd name="T55" fmla="*/ 35 h 37"/>
                  <a:gd name="T56" fmla="*/ 41 w 59"/>
                  <a:gd name="T57" fmla="*/ 35 h 37"/>
                  <a:gd name="T58" fmla="*/ 41 w 59"/>
                  <a:gd name="T59" fmla="*/ 29 h 37"/>
                  <a:gd name="T60" fmla="*/ 46 w 59"/>
                  <a:gd name="T61" fmla="*/ 30 h 37"/>
                  <a:gd name="T62" fmla="*/ 51 w 59"/>
                  <a:gd name="T63" fmla="*/ 28 h 37"/>
                  <a:gd name="T64" fmla="*/ 54 w 59"/>
                  <a:gd name="T65" fmla="*/ 26 h 37"/>
                  <a:gd name="T66" fmla="*/ 58 w 59"/>
                  <a:gd name="T67" fmla="*/ 2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 h="37">
                    <a:moveTo>
                      <a:pt x="58" y="24"/>
                    </a:moveTo>
                    <a:cubicBezTo>
                      <a:pt x="58" y="22"/>
                      <a:pt x="56" y="22"/>
                      <a:pt x="55" y="21"/>
                    </a:cubicBezTo>
                    <a:cubicBezTo>
                      <a:pt x="54" y="20"/>
                      <a:pt x="53" y="22"/>
                      <a:pt x="52" y="21"/>
                    </a:cubicBezTo>
                    <a:cubicBezTo>
                      <a:pt x="50" y="19"/>
                      <a:pt x="48" y="21"/>
                      <a:pt x="46" y="20"/>
                    </a:cubicBezTo>
                    <a:cubicBezTo>
                      <a:pt x="46" y="20"/>
                      <a:pt x="48" y="19"/>
                      <a:pt x="48" y="18"/>
                    </a:cubicBezTo>
                    <a:cubicBezTo>
                      <a:pt x="48" y="18"/>
                      <a:pt x="46" y="18"/>
                      <a:pt x="46" y="18"/>
                    </a:cubicBezTo>
                    <a:cubicBezTo>
                      <a:pt x="46" y="17"/>
                      <a:pt x="47" y="17"/>
                      <a:pt x="47" y="16"/>
                    </a:cubicBezTo>
                    <a:cubicBezTo>
                      <a:pt x="47" y="15"/>
                      <a:pt x="44" y="16"/>
                      <a:pt x="44" y="15"/>
                    </a:cubicBezTo>
                    <a:cubicBezTo>
                      <a:pt x="43" y="15"/>
                      <a:pt x="45" y="14"/>
                      <a:pt x="45" y="14"/>
                    </a:cubicBezTo>
                    <a:cubicBezTo>
                      <a:pt x="46" y="13"/>
                      <a:pt x="44" y="12"/>
                      <a:pt x="44" y="11"/>
                    </a:cubicBezTo>
                    <a:cubicBezTo>
                      <a:pt x="43" y="10"/>
                      <a:pt x="38" y="11"/>
                      <a:pt x="38" y="11"/>
                    </a:cubicBezTo>
                    <a:cubicBezTo>
                      <a:pt x="38" y="12"/>
                      <a:pt x="43" y="14"/>
                      <a:pt x="43" y="15"/>
                    </a:cubicBezTo>
                    <a:cubicBezTo>
                      <a:pt x="42" y="16"/>
                      <a:pt x="39" y="14"/>
                      <a:pt x="38" y="13"/>
                    </a:cubicBezTo>
                    <a:cubicBezTo>
                      <a:pt x="36" y="12"/>
                      <a:pt x="39" y="10"/>
                      <a:pt x="35" y="10"/>
                    </a:cubicBezTo>
                    <a:cubicBezTo>
                      <a:pt x="33" y="10"/>
                      <a:pt x="30" y="10"/>
                      <a:pt x="29" y="8"/>
                    </a:cubicBezTo>
                    <a:cubicBezTo>
                      <a:pt x="28" y="6"/>
                      <a:pt x="26" y="3"/>
                      <a:pt x="24" y="2"/>
                    </a:cubicBezTo>
                    <a:cubicBezTo>
                      <a:pt x="21" y="1"/>
                      <a:pt x="18" y="0"/>
                      <a:pt x="16" y="0"/>
                    </a:cubicBezTo>
                    <a:cubicBezTo>
                      <a:pt x="15" y="0"/>
                      <a:pt x="10" y="0"/>
                      <a:pt x="12" y="1"/>
                    </a:cubicBezTo>
                    <a:cubicBezTo>
                      <a:pt x="13" y="1"/>
                      <a:pt x="17" y="2"/>
                      <a:pt x="17" y="2"/>
                    </a:cubicBezTo>
                    <a:cubicBezTo>
                      <a:pt x="17" y="4"/>
                      <a:pt x="13" y="3"/>
                      <a:pt x="12" y="3"/>
                    </a:cubicBezTo>
                    <a:cubicBezTo>
                      <a:pt x="12" y="3"/>
                      <a:pt x="13" y="4"/>
                      <a:pt x="13" y="4"/>
                    </a:cubicBezTo>
                    <a:cubicBezTo>
                      <a:pt x="13" y="5"/>
                      <a:pt x="7" y="2"/>
                      <a:pt x="6" y="5"/>
                    </a:cubicBezTo>
                    <a:cubicBezTo>
                      <a:pt x="6" y="5"/>
                      <a:pt x="11" y="7"/>
                      <a:pt x="12" y="7"/>
                    </a:cubicBezTo>
                    <a:cubicBezTo>
                      <a:pt x="10" y="6"/>
                      <a:pt x="11" y="9"/>
                      <a:pt x="11" y="9"/>
                    </a:cubicBezTo>
                    <a:cubicBezTo>
                      <a:pt x="11" y="10"/>
                      <a:pt x="4" y="7"/>
                      <a:pt x="3" y="8"/>
                    </a:cubicBezTo>
                    <a:cubicBezTo>
                      <a:pt x="3" y="7"/>
                      <a:pt x="6" y="8"/>
                      <a:pt x="6" y="9"/>
                    </a:cubicBezTo>
                    <a:cubicBezTo>
                      <a:pt x="6" y="8"/>
                      <a:pt x="4" y="9"/>
                      <a:pt x="4" y="9"/>
                    </a:cubicBezTo>
                    <a:cubicBezTo>
                      <a:pt x="3" y="10"/>
                      <a:pt x="5" y="11"/>
                      <a:pt x="5" y="11"/>
                    </a:cubicBezTo>
                    <a:cubicBezTo>
                      <a:pt x="6" y="12"/>
                      <a:pt x="2" y="12"/>
                      <a:pt x="1" y="12"/>
                    </a:cubicBezTo>
                    <a:cubicBezTo>
                      <a:pt x="2" y="12"/>
                      <a:pt x="4" y="13"/>
                      <a:pt x="6" y="14"/>
                    </a:cubicBezTo>
                    <a:cubicBezTo>
                      <a:pt x="8" y="14"/>
                      <a:pt x="10" y="13"/>
                      <a:pt x="12" y="13"/>
                    </a:cubicBezTo>
                    <a:cubicBezTo>
                      <a:pt x="12" y="13"/>
                      <a:pt x="10" y="14"/>
                      <a:pt x="10" y="14"/>
                    </a:cubicBezTo>
                    <a:cubicBezTo>
                      <a:pt x="10" y="15"/>
                      <a:pt x="11" y="15"/>
                      <a:pt x="11" y="15"/>
                    </a:cubicBezTo>
                    <a:cubicBezTo>
                      <a:pt x="11" y="16"/>
                      <a:pt x="0" y="15"/>
                      <a:pt x="0" y="15"/>
                    </a:cubicBezTo>
                    <a:cubicBezTo>
                      <a:pt x="0" y="15"/>
                      <a:pt x="2" y="18"/>
                      <a:pt x="2" y="18"/>
                    </a:cubicBezTo>
                    <a:cubicBezTo>
                      <a:pt x="3" y="19"/>
                      <a:pt x="7" y="21"/>
                      <a:pt x="7" y="20"/>
                    </a:cubicBezTo>
                    <a:cubicBezTo>
                      <a:pt x="7" y="21"/>
                      <a:pt x="5" y="20"/>
                      <a:pt x="6" y="22"/>
                    </a:cubicBezTo>
                    <a:cubicBezTo>
                      <a:pt x="6" y="22"/>
                      <a:pt x="7" y="23"/>
                      <a:pt x="8" y="23"/>
                    </a:cubicBezTo>
                    <a:cubicBezTo>
                      <a:pt x="9" y="24"/>
                      <a:pt x="10" y="23"/>
                      <a:pt x="11" y="23"/>
                    </a:cubicBezTo>
                    <a:cubicBezTo>
                      <a:pt x="12" y="22"/>
                      <a:pt x="13" y="24"/>
                      <a:pt x="14" y="23"/>
                    </a:cubicBezTo>
                    <a:cubicBezTo>
                      <a:pt x="17" y="22"/>
                      <a:pt x="19" y="21"/>
                      <a:pt x="21" y="22"/>
                    </a:cubicBezTo>
                    <a:cubicBezTo>
                      <a:pt x="23" y="23"/>
                      <a:pt x="24" y="23"/>
                      <a:pt x="26" y="23"/>
                    </a:cubicBezTo>
                    <a:cubicBezTo>
                      <a:pt x="25" y="23"/>
                      <a:pt x="23" y="23"/>
                      <a:pt x="21" y="23"/>
                    </a:cubicBezTo>
                    <a:cubicBezTo>
                      <a:pt x="23" y="23"/>
                      <a:pt x="27" y="23"/>
                      <a:pt x="28" y="24"/>
                    </a:cubicBezTo>
                    <a:cubicBezTo>
                      <a:pt x="28" y="24"/>
                      <a:pt x="23" y="25"/>
                      <a:pt x="23" y="25"/>
                    </a:cubicBezTo>
                    <a:cubicBezTo>
                      <a:pt x="21" y="25"/>
                      <a:pt x="18" y="25"/>
                      <a:pt x="16" y="25"/>
                    </a:cubicBezTo>
                    <a:cubicBezTo>
                      <a:pt x="16" y="26"/>
                      <a:pt x="12" y="27"/>
                      <a:pt x="13" y="27"/>
                    </a:cubicBezTo>
                    <a:cubicBezTo>
                      <a:pt x="14" y="28"/>
                      <a:pt x="15" y="28"/>
                      <a:pt x="16" y="30"/>
                    </a:cubicBezTo>
                    <a:cubicBezTo>
                      <a:pt x="16" y="32"/>
                      <a:pt x="22" y="30"/>
                      <a:pt x="23" y="32"/>
                    </a:cubicBezTo>
                    <a:cubicBezTo>
                      <a:pt x="23" y="32"/>
                      <a:pt x="19" y="32"/>
                      <a:pt x="19" y="33"/>
                    </a:cubicBezTo>
                    <a:cubicBezTo>
                      <a:pt x="20" y="34"/>
                      <a:pt x="25" y="36"/>
                      <a:pt x="26" y="36"/>
                    </a:cubicBezTo>
                    <a:cubicBezTo>
                      <a:pt x="26" y="36"/>
                      <a:pt x="32" y="36"/>
                      <a:pt x="32" y="35"/>
                    </a:cubicBezTo>
                    <a:cubicBezTo>
                      <a:pt x="32" y="35"/>
                      <a:pt x="31" y="35"/>
                      <a:pt x="31" y="35"/>
                    </a:cubicBezTo>
                    <a:cubicBezTo>
                      <a:pt x="31" y="33"/>
                      <a:pt x="35" y="36"/>
                      <a:pt x="34" y="36"/>
                    </a:cubicBezTo>
                    <a:cubicBezTo>
                      <a:pt x="35" y="36"/>
                      <a:pt x="33" y="33"/>
                      <a:pt x="33" y="32"/>
                    </a:cubicBezTo>
                    <a:cubicBezTo>
                      <a:pt x="35" y="31"/>
                      <a:pt x="37" y="37"/>
                      <a:pt x="40" y="35"/>
                    </a:cubicBezTo>
                    <a:cubicBezTo>
                      <a:pt x="41" y="34"/>
                      <a:pt x="39" y="32"/>
                      <a:pt x="40" y="32"/>
                    </a:cubicBezTo>
                    <a:cubicBezTo>
                      <a:pt x="41" y="32"/>
                      <a:pt x="41" y="34"/>
                      <a:pt x="41" y="35"/>
                    </a:cubicBezTo>
                    <a:cubicBezTo>
                      <a:pt x="42" y="35"/>
                      <a:pt x="43" y="31"/>
                      <a:pt x="42" y="31"/>
                    </a:cubicBezTo>
                    <a:cubicBezTo>
                      <a:pt x="42" y="30"/>
                      <a:pt x="42" y="29"/>
                      <a:pt x="41" y="29"/>
                    </a:cubicBezTo>
                    <a:cubicBezTo>
                      <a:pt x="41" y="28"/>
                      <a:pt x="42" y="26"/>
                      <a:pt x="43" y="27"/>
                    </a:cubicBezTo>
                    <a:cubicBezTo>
                      <a:pt x="44" y="28"/>
                      <a:pt x="43" y="32"/>
                      <a:pt x="46" y="30"/>
                    </a:cubicBezTo>
                    <a:cubicBezTo>
                      <a:pt x="47" y="29"/>
                      <a:pt x="50" y="25"/>
                      <a:pt x="52" y="27"/>
                    </a:cubicBezTo>
                    <a:cubicBezTo>
                      <a:pt x="53" y="27"/>
                      <a:pt x="51" y="28"/>
                      <a:pt x="51" y="28"/>
                    </a:cubicBezTo>
                    <a:cubicBezTo>
                      <a:pt x="51" y="28"/>
                      <a:pt x="56" y="27"/>
                      <a:pt x="56" y="27"/>
                    </a:cubicBezTo>
                    <a:cubicBezTo>
                      <a:pt x="56" y="27"/>
                      <a:pt x="54" y="27"/>
                      <a:pt x="54" y="26"/>
                    </a:cubicBezTo>
                    <a:cubicBezTo>
                      <a:pt x="54" y="25"/>
                      <a:pt x="59" y="25"/>
                      <a:pt x="58" y="24"/>
                    </a:cubicBezTo>
                    <a:cubicBezTo>
                      <a:pt x="58" y="22"/>
                      <a:pt x="58" y="25"/>
                      <a:pt x="58" y="2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6" name="Freeform 602">
                <a:extLst>
                  <a:ext uri="{FF2B5EF4-FFF2-40B4-BE49-F238E27FC236}">
                    <a16:creationId xmlns:a16="http://schemas.microsoft.com/office/drawing/2014/main" id="{92C73698-B40B-444B-8D30-5F4F5E457ECE}"/>
                  </a:ext>
                </a:extLst>
              </p:cNvPr>
              <p:cNvSpPr>
                <a:spLocks/>
              </p:cNvSpPr>
              <p:nvPr/>
            </p:nvSpPr>
            <p:spPr bwMode="auto">
              <a:xfrm>
                <a:off x="7419934" y="3767367"/>
                <a:ext cx="1455416" cy="758159"/>
              </a:xfrm>
              <a:custGeom>
                <a:avLst/>
                <a:gdLst>
                  <a:gd name="T0" fmla="*/ 15 w 156"/>
                  <a:gd name="T1" fmla="*/ 77 h 81"/>
                  <a:gd name="T2" fmla="*/ 27 w 156"/>
                  <a:gd name="T3" fmla="*/ 76 h 81"/>
                  <a:gd name="T4" fmla="*/ 37 w 156"/>
                  <a:gd name="T5" fmla="*/ 78 h 81"/>
                  <a:gd name="T6" fmla="*/ 48 w 156"/>
                  <a:gd name="T7" fmla="*/ 77 h 81"/>
                  <a:gd name="T8" fmla="*/ 65 w 156"/>
                  <a:gd name="T9" fmla="*/ 76 h 81"/>
                  <a:gd name="T10" fmla="*/ 59 w 156"/>
                  <a:gd name="T11" fmla="*/ 70 h 81"/>
                  <a:gd name="T12" fmla="*/ 50 w 156"/>
                  <a:gd name="T13" fmla="*/ 65 h 81"/>
                  <a:gd name="T14" fmla="*/ 73 w 156"/>
                  <a:gd name="T15" fmla="*/ 61 h 81"/>
                  <a:gd name="T16" fmla="*/ 76 w 156"/>
                  <a:gd name="T17" fmla="*/ 55 h 81"/>
                  <a:gd name="T18" fmla="*/ 71 w 156"/>
                  <a:gd name="T19" fmla="*/ 50 h 81"/>
                  <a:gd name="T20" fmla="*/ 72 w 156"/>
                  <a:gd name="T21" fmla="*/ 48 h 81"/>
                  <a:gd name="T22" fmla="*/ 78 w 156"/>
                  <a:gd name="T23" fmla="*/ 45 h 81"/>
                  <a:gd name="T24" fmla="*/ 90 w 156"/>
                  <a:gd name="T25" fmla="*/ 44 h 81"/>
                  <a:gd name="T26" fmla="*/ 105 w 156"/>
                  <a:gd name="T27" fmla="*/ 37 h 81"/>
                  <a:gd name="T28" fmla="*/ 105 w 156"/>
                  <a:gd name="T29" fmla="*/ 32 h 81"/>
                  <a:gd name="T30" fmla="*/ 136 w 156"/>
                  <a:gd name="T31" fmla="*/ 21 h 81"/>
                  <a:gd name="T32" fmla="*/ 115 w 156"/>
                  <a:gd name="T33" fmla="*/ 23 h 81"/>
                  <a:gd name="T34" fmla="*/ 134 w 156"/>
                  <a:gd name="T35" fmla="*/ 18 h 81"/>
                  <a:gd name="T36" fmla="*/ 146 w 156"/>
                  <a:gd name="T37" fmla="*/ 10 h 81"/>
                  <a:gd name="T38" fmla="*/ 133 w 156"/>
                  <a:gd name="T39" fmla="*/ 5 h 81"/>
                  <a:gd name="T40" fmla="*/ 121 w 156"/>
                  <a:gd name="T41" fmla="*/ 5 h 81"/>
                  <a:gd name="T42" fmla="*/ 100 w 156"/>
                  <a:gd name="T43" fmla="*/ 2 h 81"/>
                  <a:gd name="T44" fmla="*/ 91 w 156"/>
                  <a:gd name="T45" fmla="*/ 5 h 81"/>
                  <a:gd name="T46" fmla="*/ 80 w 156"/>
                  <a:gd name="T47" fmla="*/ 8 h 81"/>
                  <a:gd name="T48" fmla="*/ 58 w 156"/>
                  <a:gd name="T49" fmla="*/ 4 h 81"/>
                  <a:gd name="T50" fmla="*/ 52 w 156"/>
                  <a:gd name="T51" fmla="*/ 5 h 81"/>
                  <a:gd name="T52" fmla="*/ 46 w 156"/>
                  <a:gd name="T53" fmla="*/ 10 h 81"/>
                  <a:gd name="T54" fmla="*/ 45 w 156"/>
                  <a:gd name="T55" fmla="*/ 12 h 81"/>
                  <a:gd name="T56" fmla="*/ 31 w 156"/>
                  <a:gd name="T57" fmla="*/ 10 h 81"/>
                  <a:gd name="T58" fmla="*/ 34 w 156"/>
                  <a:gd name="T59" fmla="*/ 16 h 81"/>
                  <a:gd name="T60" fmla="*/ 23 w 156"/>
                  <a:gd name="T61" fmla="*/ 16 h 81"/>
                  <a:gd name="T62" fmla="*/ 5 w 156"/>
                  <a:gd name="T63" fmla="*/ 17 h 81"/>
                  <a:gd name="T64" fmla="*/ 11 w 156"/>
                  <a:gd name="T65" fmla="*/ 21 h 81"/>
                  <a:gd name="T66" fmla="*/ 13 w 156"/>
                  <a:gd name="T67" fmla="*/ 26 h 81"/>
                  <a:gd name="T68" fmla="*/ 23 w 156"/>
                  <a:gd name="T69" fmla="*/ 27 h 81"/>
                  <a:gd name="T70" fmla="*/ 20 w 156"/>
                  <a:gd name="T71" fmla="*/ 31 h 81"/>
                  <a:gd name="T72" fmla="*/ 26 w 156"/>
                  <a:gd name="T73" fmla="*/ 30 h 81"/>
                  <a:gd name="T74" fmla="*/ 42 w 156"/>
                  <a:gd name="T75" fmla="*/ 30 h 81"/>
                  <a:gd name="T76" fmla="*/ 52 w 156"/>
                  <a:gd name="T77" fmla="*/ 31 h 81"/>
                  <a:gd name="T78" fmla="*/ 73 w 156"/>
                  <a:gd name="T79" fmla="*/ 21 h 81"/>
                  <a:gd name="T80" fmla="*/ 60 w 156"/>
                  <a:gd name="T81" fmla="*/ 31 h 81"/>
                  <a:gd name="T82" fmla="*/ 44 w 156"/>
                  <a:gd name="T83" fmla="*/ 35 h 81"/>
                  <a:gd name="T84" fmla="*/ 58 w 156"/>
                  <a:gd name="T85" fmla="*/ 42 h 81"/>
                  <a:gd name="T86" fmla="*/ 32 w 156"/>
                  <a:gd name="T87" fmla="*/ 39 h 81"/>
                  <a:gd name="T88" fmla="*/ 42 w 156"/>
                  <a:gd name="T89" fmla="*/ 50 h 81"/>
                  <a:gd name="T90" fmla="*/ 44 w 156"/>
                  <a:gd name="T91" fmla="*/ 52 h 81"/>
                  <a:gd name="T92" fmla="*/ 30 w 156"/>
                  <a:gd name="T93" fmla="*/ 52 h 81"/>
                  <a:gd name="T94" fmla="*/ 27 w 156"/>
                  <a:gd name="T95" fmla="*/ 59 h 81"/>
                  <a:gd name="T96" fmla="*/ 36 w 156"/>
                  <a:gd name="T97" fmla="*/ 57 h 81"/>
                  <a:gd name="T98" fmla="*/ 34 w 156"/>
                  <a:gd name="T99" fmla="*/ 60 h 81"/>
                  <a:gd name="T100" fmla="*/ 37 w 156"/>
                  <a:gd name="T101" fmla="*/ 65 h 81"/>
                  <a:gd name="T102" fmla="*/ 38 w 156"/>
                  <a:gd name="T103" fmla="*/ 68 h 81"/>
                  <a:gd name="T104" fmla="*/ 19 w 156"/>
                  <a:gd name="T105" fmla="*/ 6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6" h="81">
                    <a:moveTo>
                      <a:pt x="26" y="70"/>
                    </a:moveTo>
                    <a:cubicBezTo>
                      <a:pt x="22" y="70"/>
                      <a:pt x="17" y="70"/>
                      <a:pt x="13" y="71"/>
                    </a:cubicBezTo>
                    <a:cubicBezTo>
                      <a:pt x="11" y="72"/>
                      <a:pt x="11" y="75"/>
                      <a:pt x="12" y="76"/>
                    </a:cubicBezTo>
                    <a:cubicBezTo>
                      <a:pt x="13" y="77"/>
                      <a:pt x="15" y="78"/>
                      <a:pt x="15" y="77"/>
                    </a:cubicBezTo>
                    <a:cubicBezTo>
                      <a:pt x="17" y="77"/>
                      <a:pt x="16" y="76"/>
                      <a:pt x="17" y="75"/>
                    </a:cubicBezTo>
                    <a:cubicBezTo>
                      <a:pt x="17" y="75"/>
                      <a:pt x="17" y="78"/>
                      <a:pt x="17" y="78"/>
                    </a:cubicBezTo>
                    <a:cubicBezTo>
                      <a:pt x="19" y="78"/>
                      <a:pt x="22" y="78"/>
                      <a:pt x="24" y="78"/>
                    </a:cubicBezTo>
                    <a:cubicBezTo>
                      <a:pt x="26" y="78"/>
                      <a:pt x="26" y="76"/>
                      <a:pt x="27" y="76"/>
                    </a:cubicBezTo>
                    <a:cubicBezTo>
                      <a:pt x="29" y="76"/>
                      <a:pt x="27" y="78"/>
                      <a:pt x="27" y="78"/>
                    </a:cubicBezTo>
                    <a:cubicBezTo>
                      <a:pt x="27" y="78"/>
                      <a:pt x="37" y="79"/>
                      <a:pt x="37" y="78"/>
                    </a:cubicBezTo>
                    <a:cubicBezTo>
                      <a:pt x="37" y="78"/>
                      <a:pt x="35" y="77"/>
                      <a:pt x="34" y="76"/>
                    </a:cubicBezTo>
                    <a:cubicBezTo>
                      <a:pt x="34" y="76"/>
                      <a:pt x="38" y="77"/>
                      <a:pt x="37" y="78"/>
                    </a:cubicBezTo>
                    <a:cubicBezTo>
                      <a:pt x="38" y="77"/>
                      <a:pt x="37" y="76"/>
                      <a:pt x="38" y="76"/>
                    </a:cubicBezTo>
                    <a:cubicBezTo>
                      <a:pt x="38" y="76"/>
                      <a:pt x="40" y="77"/>
                      <a:pt x="41" y="77"/>
                    </a:cubicBezTo>
                    <a:cubicBezTo>
                      <a:pt x="43" y="79"/>
                      <a:pt x="41" y="76"/>
                      <a:pt x="42" y="75"/>
                    </a:cubicBezTo>
                    <a:cubicBezTo>
                      <a:pt x="42" y="75"/>
                      <a:pt x="48" y="78"/>
                      <a:pt x="48" y="77"/>
                    </a:cubicBezTo>
                    <a:cubicBezTo>
                      <a:pt x="48" y="76"/>
                      <a:pt x="46" y="76"/>
                      <a:pt x="46" y="75"/>
                    </a:cubicBezTo>
                    <a:cubicBezTo>
                      <a:pt x="46" y="75"/>
                      <a:pt x="53" y="76"/>
                      <a:pt x="53" y="76"/>
                    </a:cubicBezTo>
                    <a:cubicBezTo>
                      <a:pt x="57" y="76"/>
                      <a:pt x="52" y="79"/>
                      <a:pt x="52" y="80"/>
                    </a:cubicBezTo>
                    <a:cubicBezTo>
                      <a:pt x="52" y="81"/>
                      <a:pt x="64" y="76"/>
                      <a:pt x="65" y="76"/>
                    </a:cubicBezTo>
                    <a:cubicBezTo>
                      <a:pt x="67" y="76"/>
                      <a:pt x="72" y="73"/>
                      <a:pt x="68" y="72"/>
                    </a:cubicBezTo>
                    <a:cubicBezTo>
                      <a:pt x="66" y="71"/>
                      <a:pt x="63" y="73"/>
                      <a:pt x="61" y="72"/>
                    </a:cubicBezTo>
                    <a:cubicBezTo>
                      <a:pt x="61" y="72"/>
                      <a:pt x="63" y="70"/>
                      <a:pt x="63" y="70"/>
                    </a:cubicBezTo>
                    <a:cubicBezTo>
                      <a:pt x="63" y="69"/>
                      <a:pt x="60" y="70"/>
                      <a:pt x="59" y="70"/>
                    </a:cubicBezTo>
                    <a:cubicBezTo>
                      <a:pt x="57" y="70"/>
                      <a:pt x="56" y="68"/>
                      <a:pt x="54" y="68"/>
                    </a:cubicBezTo>
                    <a:cubicBezTo>
                      <a:pt x="53" y="69"/>
                      <a:pt x="50" y="70"/>
                      <a:pt x="48" y="69"/>
                    </a:cubicBezTo>
                    <a:cubicBezTo>
                      <a:pt x="49" y="69"/>
                      <a:pt x="50" y="69"/>
                      <a:pt x="51" y="69"/>
                    </a:cubicBezTo>
                    <a:cubicBezTo>
                      <a:pt x="52" y="68"/>
                      <a:pt x="50" y="66"/>
                      <a:pt x="50" y="65"/>
                    </a:cubicBezTo>
                    <a:cubicBezTo>
                      <a:pt x="50" y="67"/>
                      <a:pt x="59" y="68"/>
                      <a:pt x="60" y="68"/>
                    </a:cubicBezTo>
                    <a:cubicBezTo>
                      <a:pt x="61" y="68"/>
                      <a:pt x="63" y="68"/>
                      <a:pt x="65" y="68"/>
                    </a:cubicBezTo>
                    <a:cubicBezTo>
                      <a:pt x="67" y="68"/>
                      <a:pt x="69" y="65"/>
                      <a:pt x="68" y="64"/>
                    </a:cubicBezTo>
                    <a:cubicBezTo>
                      <a:pt x="65" y="61"/>
                      <a:pt x="71" y="61"/>
                      <a:pt x="73" y="61"/>
                    </a:cubicBezTo>
                    <a:cubicBezTo>
                      <a:pt x="74" y="61"/>
                      <a:pt x="79" y="61"/>
                      <a:pt x="80" y="60"/>
                    </a:cubicBezTo>
                    <a:cubicBezTo>
                      <a:pt x="80" y="60"/>
                      <a:pt x="75" y="58"/>
                      <a:pt x="75" y="58"/>
                    </a:cubicBezTo>
                    <a:cubicBezTo>
                      <a:pt x="77" y="57"/>
                      <a:pt x="81" y="59"/>
                      <a:pt x="82" y="57"/>
                    </a:cubicBezTo>
                    <a:cubicBezTo>
                      <a:pt x="83" y="56"/>
                      <a:pt x="77" y="55"/>
                      <a:pt x="76" y="55"/>
                    </a:cubicBezTo>
                    <a:cubicBezTo>
                      <a:pt x="77" y="55"/>
                      <a:pt x="84" y="54"/>
                      <a:pt x="85" y="53"/>
                    </a:cubicBezTo>
                    <a:cubicBezTo>
                      <a:pt x="87" y="52"/>
                      <a:pt x="77" y="50"/>
                      <a:pt x="77" y="51"/>
                    </a:cubicBezTo>
                    <a:cubicBezTo>
                      <a:pt x="77" y="50"/>
                      <a:pt x="79" y="50"/>
                      <a:pt x="79" y="50"/>
                    </a:cubicBezTo>
                    <a:cubicBezTo>
                      <a:pt x="79" y="49"/>
                      <a:pt x="72" y="50"/>
                      <a:pt x="71" y="50"/>
                    </a:cubicBezTo>
                    <a:cubicBezTo>
                      <a:pt x="69" y="50"/>
                      <a:pt x="68" y="51"/>
                      <a:pt x="66" y="52"/>
                    </a:cubicBezTo>
                    <a:cubicBezTo>
                      <a:pt x="67" y="52"/>
                      <a:pt x="70" y="49"/>
                      <a:pt x="68" y="49"/>
                    </a:cubicBezTo>
                    <a:cubicBezTo>
                      <a:pt x="68" y="49"/>
                      <a:pt x="64" y="49"/>
                      <a:pt x="64" y="48"/>
                    </a:cubicBezTo>
                    <a:cubicBezTo>
                      <a:pt x="64" y="48"/>
                      <a:pt x="71" y="48"/>
                      <a:pt x="72" y="48"/>
                    </a:cubicBezTo>
                    <a:cubicBezTo>
                      <a:pt x="71" y="48"/>
                      <a:pt x="68" y="47"/>
                      <a:pt x="68" y="47"/>
                    </a:cubicBezTo>
                    <a:cubicBezTo>
                      <a:pt x="69" y="46"/>
                      <a:pt x="72" y="48"/>
                      <a:pt x="74" y="47"/>
                    </a:cubicBezTo>
                    <a:cubicBezTo>
                      <a:pt x="73" y="47"/>
                      <a:pt x="69" y="46"/>
                      <a:pt x="69" y="46"/>
                    </a:cubicBezTo>
                    <a:cubicBezTo>
                      <a:pt x="69" y="45"/>
                      <a:pt x="77" y="46"/>
                      <a:pt x="78" y="45"/>
                    </a:cubicBezTo>
                    <a:cubicBezTo>
                      <a:pt x="78" y="45"/>
                      <a:pt x="75" y="44"/>
                      <a:pt x="75" y="44"/>
                    </a:cubicBezTo>
                    <a:cubicBezTo>
                      <a:pt x="74" y="44"/>
                      <a:pt x="77" y="44"/>
                      <a:pt x="77" y="44"/>
                    </a:cubicBezTo>
                    <a:cubicBezTo>
                      <a:pt x="79" y="45"/>
                      <a:pt x="80" y="46"/>
                      <a:pt x="82" y="46"/>
                    </a:cubicBezTo>
                    <a:cubicBezTo>
                      <a:pt x="84" y="46"/>
                      <a:pt x="87" y="45"/>
                      <a:pt x="90" y="44"/>
                    </a:cubicBezTo>
                    <a:cubicBezTo>
                      <a:pt x="98" y="43"/>
                      <a:pt x="85" y="42"/>
                      <a:pt x="84" y="40"/>
                    </a:cubicBezTo>
                    <a:cubicBezTo>
                      <a:pt x="84" y="39"/>
                      <a:pt x="93" y="40"/>
                      <a:pt x="94" y="41"/>
                    </a:cubicBezTo>
                    <a:cubicBezTo>
                      <a:pt x="96" y="42"/>
                      <a:pt x="97" y="42"/>
                      <a:pt x="100" y="41"/>
                    </a:cubicBezTo>
                    <a:cubicBezTo>
                      <a:pt x="101" y="41"/>
                      <a:pt x="106" y="39"/>
                      <a:pt x="105" y="37"/>
                    </a:cubicBezTo>
                    <a:cubicBezTo>
                      <a:pt x="105" y="36"/>
                      <a:pt x="94" y="41"/>
                      <a:pt x="97" y="36"/>
                    </a:cubicBezTo>
                    <a:cubicBezTo>
                      <a:pt x="96" y="37"/>
                      <a:pt x="101" y="37"/>
                      <a:pt x="101" y="37"/>
                    </a:cubicBezTo>
                    <a:cubicBezTo>
                      <a:pt x="104" y="37"/>
                      <a:pt x="106" y="36"/>
                      <a:pt x="108" y="36"/>
                    </a:cubicBezTo>
                    <a:cubicBezTo>
                      <a:pt x="108" y="35"/>
                      <a:pt x="105" y="32"/>
                      <a:pt x="105" y="32"/>
                    </a:cubicBezTo>
                    <a:cubicBezTo>
                      <a:pt x="106" y="32"/>
                      <a:pt x="107" y="33"/>
                      <a:pt x="107" y="34"/>
                    </a:cubicBezTo>
                    <a:cubicBezTo>
                      <a:pt x="108" y="35"/>
                      <a:pt x="110" y="34"/>
                      <a:pt x="111" y="34"/>
                    </a:cubicBezTo>
                    <a:cubicBezTo>
                      <a:pt x="114" y="32"/>
                      <a:pt x="116" y="30"/>
                      <a:pt x="119" y="29"/>
                    </a:cubicBezTo>
                    <a:cubicBezTo>
                      <a:pt x="121" y="28"/>
                      <a:pt x="136" y="22"/>
                      <a:pt x="136" y="21"/>
                    </a:cubicBezTo>
                    <a:cubicBezTo>
                      <a:pt x="136" y="20"/>
                      <a:pt x="123" y="23"/>
                      <a:pt x="122" y="23"/>
                    </a:cubicBezTo>
                    <a:cubicBezTo>
                      <a:pt x="119" y="24"/>
                      <a:pt x="116" y="24"/>
                      <a:pt x="112" y="25"/>
                    </a:cubicBezTo>
                    <a:cubicBezTo>
                      <a:pt x="112" y="25"/>
                      <a:pt x="108" y="25"/>
                      <a:pt x="108" y="25"/>
                    </a:cubicBezTo>
                    <a:cubicBezTo>
                      <a:pt x="108" y="24"/>
                      <a:pt x="114" y="24"/>
                      <a:pt x="115" y="23"/>
                    </a:cubicBezTo>
                    <a:cubicBezTo>
                      <a:pt x="116" y="23"/>
                      <a:pt x="123" y="22"/>
                      <a:pt x="123" y="21"/>
                    </a:cubicBezTo>
                    <a:cubicBezTo>
                      <a:pt x="123" y="22"/>
                      <a:pt x="113" y="20"/>
                      <a:pt x="114" y="19"/>
                    </a:cubicBezTo>
                    <a:cubicBezTo>
                      <a:pt x="114" y="19"/>
                      <a:pt x="126" y="20"/>
                      <a:pt x="127" y="19"/>
                    </a:cubicBezTo>
                    <a:cubicBezTo>
                      <a:pt x="129" y="19"/>
                      <a:pt x="132" y="18"/>
                      <a:pt x="134" y="18"/>
                    </a:cubicBezTo>
                    <a:cubicBezTo>
                      <a:pt x="135" y="18"/>
                      <a:pt x="137" y="18"/>
                      <a:pt x="138" y="18"/>
                    </a:cubicBezTo>
                    <a:cubicBezTo>
                      <a:pt x="142" y="17"/>
                      <a:pt x="146" y="16"/>
                      <a:pt x="149" y="15"/>
                    </a:cubicBezTo>
                    <a:cubicBezTo>
                      <a:pt x="149" y="15"/>
                      <a:pt x="156" y="11"/>
                      <a:pt x="153" y="10"/>
                    </a:cubicBezTo>
                    <a:cubicBezTo>
                      <a:pt x="151" y="10"/>
                      <a:pt x="148" y="10"/>
                      <a:pt x="146" y="10"/>
                    </a:cubicBezTo>
                    <a:cubicBezTo>
                      <a:pt x="145" y="9"/>
                      <a:pt x="143" y="10"/>
                      <a:pt x="143" y="9"/>
                    </a:cubicBezTo>
                    <a:cubicBezTo>
                      <a:pt x="143" y="7"/>
                      <a:pt x="141" y="7"/>
                      <a:pt x="141" y="5"/>
                    </a:cubicBezTo>
                    <a:cubicBezTo>
                      <a:pt x="141" y="5"/>
                      <a:pt x="137" y="6"/>
                      <a:pt x="136" y="6"/>
                    </a:cubicBezTo>
                    <a:cubicBezTo>
                      <a:pt x="135" y="5"/>
                      <a:pt x="134" y="3"/>
                      <a:pt x="133" y="5"/>
                    </a:cubicBezTo>
                    <a:cubicBezTo>
                      <a:pt x="133" y="5"/>
                      <a:pt x="127" y="6"/>
                      <a:pt x="126" y="6"/>
                    </a:cubicBezTo>
                    <a:cubicBezTo>
                      <a:pt x="124" y="7"/>
                      <a:pt x="122" y="7"/>
                      <a:pt x="120" y="7"/>
                    </a:cubicBezTo>
                    <a:cubicBezTo>
                      <a:pt x="120" y="7"/>
                      <a:pt x="116" y="7"/>
                      <a:pt x="116" y="7"/>
                    </a:cubicBezTo>
                    <a:cubicBezTo>
                      <a:pt x="116" y="6"/>
                      <a:pt x="120" y="6"/>
                      <a:pt x="121" y="5"/>
                    </a:cubicBezTo>
                    <a:cubicBezTo>
                      <a:pt x="123" y="5"/>
                      <a:pt x="125" y="4"/>
                      <a:pt x="126" y="3"/>
                    </a:cubicBezTo>
                    <a:cubicBezTo>
                      <a:pt x="124" y="6"/>
                      <a:pt x="103" y="0"/>
                      <a:pt x="102" y="2"/>
                    </a:cubicBezTo>
                    <a:cubicBezTo>
                      <a:pt x="102" y="3"/>
                      <a:pt x="104" y="3"/>
                      <a:pt x="105" y="4"/>
                    </a:cubicBezTo>
                    <a:cubicBezTo>
                      <a:pt x="105" y="5"/>
                      <a:pt x="100" y="2"/>
                      <a:pt x="100" y="2"/>
                    </a:cubicBezTo>
                    <a:cubicBezTo>
                      <a:pt x="98" y="1"/>
                      <a:pt x="95" y="2"/>
                      <a:pt x="94" y="2"/>
                    </a:cubicBezTo>
                    <a:cubicBezTo>
                      <a:pt x="93" y="2"/>
                      <a:pt x="90" y="2"/>
                      <a:pt x="91" y="3"/>
                    </a:cubicBezTo>
                    <a:cubicBezTo>
                      <a:pt x="92" y="4"/>
                      <a:pt x="94" y="7"/>
                      <a:pt x="95" y="6"/>
                    </a:cubicBezTo>
                    <a:cubicBezTo>
                      <a:pt x="95" y="7"/>
                      <a:pt x="91" y="6"/>
                      <a:pt x="91" y="5"/>
                    </a:cubicBezTo>
                    <a:cubicBezTo>
                      <a:pt x="88" y="5"/>
                      <a:pt x="87" y="2"/>
                      <a:pt x="85" y="2"/>
                    </a:cubicBezTo>
                    <a:cubicBezTo>
                      <a:pt x="81" y="2"/>
                      <a:pt x="78" y="2"/>
                      <a:pt x="75" y="2"/>
                    </a:cubicBezTo>
                    <a:cubicBezTo>
                      <a:pt x="70" y="3"/>
                      <a:pt x="73" y="4"/>
                      <a:pt x="76" y="5"/>
                    </a:cubicBezTo>
                    <a:cubicBezTo>
                      <a:pt x="77" y="6"/>
                      <a:pt x="79" y="7"/>
                      <a:pt x="80" y="8"/>
                    </a:cubicBezTo>
                    <a:cubicBezTo>
                      <a:pt x="80" y="8"/>
                      <a:pt x="77" y="10"/>
                      <a:pt x="77" y="10"/>
                    </a:cubicBezTo>
                    <a:cubicBezTo>
                      <a:pt x="76" y="10"/>
                      <a:pt x="78" y="9"/>
                      <a:pt x="78" y="9"/>
                    </a:cubicBezTo>
                    <a:cubicBezTo>
                      <a:pt x="78" y="8"/>
                      <a:pt x="71" y="4"/>
                      <a:pt x="70" y="4"/>
                    </a:cubicBezTo>
                    <a:cubicBezTo>
                      <a:pt x="66" y="4"/>
                      <a:pt x="62" y="3"/>
                      <a:pt x="58" y="4"/>
                    </a:cubicBezTo>
                    <a:cubicBezTo>
                      <a:pt x="58" y="4"/>
                      <a:pt x="60" y="6"/>
                      <a:pt x="61" y="6"/>
                    </a:cubicBezTo>
                    <a:cubicBezTo>
                      <a:pt x="62" y="6"/>
                      <a:pt x="64" y="7"/>
                      <a:pt x="66" y="6"/>
                    </a:cubicBezTo>
                    <a:cubicBezTo>
                      <a:pt x="64" y="7"/>
                      <a:pt x="61" y="8"/>
                      <a:pt x="59" y="7"/>
                    </a:cubicBezTo>
                    <a:cubicBezTo>
                      <a:pt x="58" y="7"/>
                      <a:pt x="51" y="4"/>
                      <a:pt x="52" y="5"/>
                    </a:cubicBezTo>
                    <a:cubicBezTo>
                      <a:pt x="52" y="4"/>
                      <a:pt x="57" y="10"/>
                      <a:pt x="53" y="9"/>
                    </a:cubicBezTo>
                    <a:cubicBezTo>
                      <a:pt x="52" y="8"/>
                      <a:pt x="49" y="7"/>
                      <a:pt x="47" y="8"/>
                    </a:cubicBezTo>
                    <a:cubicBezTo>
                      <a:pt x="48" y="8"/>
                      <a:pt x="51" y="9"/>
                      <a:pt x="51" y="9"/>
                    </a:cubicBezTo>
                    <a:cubicBezTo>
                      <a:pt x="50" y="10"/>
                      <a:pt x="46" y="8"/>
                      <a:pt x="46" y="10"/>
                    </a:cubicBezTo>
                    <a:cubicBezTo>
                      <a:pt x="46" y="11"/>
                      <a:pt x="50" y="12"/>
                      <a:pt x="51" y="13"/>
                    </a:cubicBezTo>
                    <a:cubicBezTo>
                      <a:pt x="54" y="13"/>
                      <a:pt x="61" y="14"/>
                      <a:pt x="61" y="17"/>
                    </a:cubicBezTo>
                    <a:cubicBezTo>
                      <a:pt x="61" y="16"/>
                      <a:pt x="54" y="15"/>
                      <a:pt x="52" y="14"/>
                    </a:cubicBezTo>
                    <a:cubicBezTo>
                      <a:pt x="50" y="14"/>
                      <a:pt x="47" y="11"/>
                      <a:pt x="45" y="12"/>
                    </a:cubicBezTo>
                    <a:cubicBezTo>
                      <a:pt x="45" y="12"/>
                      <a:pt x="48" y="14"/>
                      <a:pt x="48" y="14"/>
                    </a:cubicBezTo>
                    <a:cubicBezTo>
                      <a:pt x="48" y="14"/>
                      <a:pt x="45" y="15"/>
                      <a:pt x="45" y="14"/>
                    </a:cubicBezTo>
                    <a:cubicBezTo>
                      <a:pt x="43" y="13"/>
                      <a:pt x="42" y="12"/>
                      <a:pt x="40" y="11"/>
                    </a:cubicBezTo>
                    <a:cubicBezTo>
                      <a:pt x="39" y="10"/>
                      <a:pt x="31" y="10"/>
                      <a:pt x="31" y="10"/>
                    </a:cubicBezTo>
                    <a:cubicBezTo>
                      <a:pt x="31" y="11"/>
                      <a:pt x="34" y="11"/>
                      <a:pt x="31" y="12"/>
                    </a:cubicBezTo>
                    <a:cubicBezTo>
                      <a:pt x="30" y="12"/>
                      <a:pt x="25" y="14"/>
                      <a:pt x="25" y="14"/>
                    </a:cubicBezTo>
                    <a:cubicBezTo>
                      <a:pt x="26" y="14"/>
                      <a:pt x="29" y="13"/>
                      <a:pt x="29" y="13"/>
                    </a:cubicBezTo>
                    <a:cubicBezTo>
                      <a:pt x="30" y="14"/>
                      <a:pt x="34" y="16"/>
                      <a:pt x="34" y="16"/>
                    </a:cubicBezTo>
                    <a:cubicBezTo>
                      <a:pt x="34" y="16"/>
                      <a:pt x="31" y="15"/>
                      <a:pt x="31" y="16"/>
                    </a:cubicBezTo>
                    <a:cubicBezTo>
                      <a:pt x="31" y="16"/>
                      <a:pt x="32" y="19"/>
                      <a:pt x="30" y="17"/>
                    </a:cubicBezTo>
                    <a:cubicBezTo>
                      <a:pt x="29" y="16"/>
                      <a:pt x="28" y="14"/>
                      <a:pt x="26" y="15"/>
                    </a:cubicBezTo>
                    <a:cubicBezTo>
                      <a:pt x="25" y="15"/>
                      <a:pt x="24" y="17"/>
                      <a:pt x="23" y="16"/>
                    </a:cubicBezTo>
                    <a:cubicBezTo>
                      <a:pt x="22" y="15"/>
                      <a:pt x="21" y="14"/>
                      <a:pt x="19" y="14"/>
                    </a:cubicBezTo>
                    <a:cubicBezTo>
                      <a:pt x="18" y="14"/>
                      <a:pt x="15" y="15"/>
                      <a:pt x="14" y="16"/>
                    </a:cubicBezTo>
                    <a:cubicBezTo>
                      <a:pt x="12" y="17"/>
                      <a:pt x="13" y="18"/>
                      <a:pt x="10" y="17"/>
                    </a:cubicBezTo>
                    <a:cubicBezTo>
                      <a:pt x="8" y="16"/>
                      <a:pt x="7" y="17"/>
                      <a:pt x="5" y="17"/>
                    </a:cubicBezTo>
                    <a:cubicBezTo>
                      <a:pt x="4" y="18"/>
                      <a:pt x="0" y="18"/>
                      <a:pt x="0" y="19"/>
                    </a:cubicBezTo>
                    <a:cubicBezTo>
                      <a:pt x="0" y="21"/>
                      <a:pt x="9" y="19"/>
                      <a:pt x="9" y="20"/>
                    </a:cubicBezTo>
                    <a:cubicBezTo>
                      <a:pt x="9" y="21"/>
                      <a:pt x="6" y="21"/>
                      <a:pt x="5" y="22"/>
                    </a:cubicBezTo>
                    <a:cubicBezTo>
                      <a:pt x="5" y="21"/>
                      <a:pt x="10" y="21"/>
                      <a:pt x="11" y="21"/>
                    </a:cubicBezTo>
                    <a:cubicBezTo>
                      <a:pt x="12" y="21"/>
                      <a:pt x="17" y="21"/>
                      <a:pt x="17" y="21"/>
                    </a:cubicBezTo>
                    <a:cubicBezTo>
                      <a:pt x="17" y="21"/>
                      <a:pt x="15" y="22"/>
                      <a:pt x="14" y="22"/>
                    </a:cubicBezTo>
                    <a:cubicBezTo>
                      <a:pt x="12" y="22"/>
                      <a:pt x="11" y="22"/>
                      <a:pt x="9" y="24"/>
                    </a:cubicBezTo>
                    <a:cubicBezTo>
                      <a:pt x="5" y="26"/>
                      <a:pt x="12" y="26"/>
                      <a:pt x="13" y="26"/>
                    </a:cubicBezTo>
                    <a:cubicBezTo>
                      <a:pt x="17" y="27"/>
                      <a:pt x="20" y="27"/>
                      <a:pt x="24" y="26"/>
                    </a:cubicBezTo>
                    <a:cubicBezTo>
                      <a:pt x="26" y="25"/>
                      <a:pt x="31" y="22"/>
                      <a:pt x="34" y="24"/>
                    </a:cubicBezTo>
                    <a:cubicBezTo>
                      <a:pt x="34" y="24"/>
                      <a:pt x="29" y="26"/>
                      <a:pt x="29" y="26"/>
                    </a:cubicBezTo>
                    <a:cubicBezTo>
                      <a:pt x="27" y="26"/>
                      <a:pt x="25" y="26"/>
                      <a:pt x="23" y="27"/>
                    </a:cubicBezTo>
                    <a:cubicBezTo>
                      <a:pt x="22" y="27"/>
                      <a:pt x="20" y="27"/>
                      <a:pt x="18" y="27"/>
                    </a:cubicBezTo>
                    <a:cubicBezTo>
                      <a:pt x="16" y="28"/>
                      <a:pt x="14" y="27"/>
                      <a:pt x="12" y="28"/>
                    </a:cubicBezTo>
                    <a:cubicBezTo>
                      <a:pt x="13" y="28"/>
                      <a:pt x="16" y="29"/>
                      <a:pt x="16" y="29"/>
                    </a:cubicBezTo>
                    <a:cubicBezTo>
                      <a:pt x="17" y="30"/>
                      <a:pt x="18" y="31"/>
                      <a:pt x="20" y="31"/>
                    </a:cubicBezTo>
                    <a:cubicBezTo>
                      <a:pt x="24" y="31"/>
                      <a:pt x="26" y="28"/>
                      <a:pt x="30" y="27"/>
                    </a:cubicBezTo>
                    <a:cubicBezTo>
                      <a:pt x="31" y="27"/>
                      <a:pt x="44" y="26"/>
                      <a:pt x="44" y="25"/>
                    </a:cubicBezTo>
                    <a:cubicBezTo>
                      <a:pt x="44" y="26"/>
                      <a:pt x="38" y="26"/>
                      <a:pt x="37" y="26"/>
                    </a:cubicBezTo>
                    <a:cubicBezTo>
                      <a:pt x="34" y="27"/>
                      <a:pt x="29" y="28"/>
                      <a:pt x="26" y="30"/>
                    </a:cubicBezTo>
                    <a:cubicBezTo>
                      <a:pt x="23" y="33"/>
                      <a:pt x="32" y="32"/>
                      <a:pt x="33" y="32"/>
                    </a:cubicBezTo>
                    <a:cubicBezTo>
                      <a:pt x="35" y="32"/>
                      <a:pt x="37" y="33"/>
                      <a:pt x="39" y="31"/>
                    </a:cubicBezTo>
                    <a:cubicBezTo>
                      <a:pt x="40" y="31"/>
                      <a:pt x="40" y="30"/>
                      <a:pt x="40" y="29"/>
                    </a:cubicBezTo>
                    <a:cubicBezTo>
                      <a:pt x="41" y="29"/>
                      <a:pt x="42" y="29"/>
                      <a:pt x="42" y="30"/>
                    </a:cubicBezTo>
                    <a:cubicBezTo>
                      <a:pt x="42" y="30"/>
                      <a:pt x="42" y="30"/>
                      <a:pt x="41" y="30"/>
                    </a:cubicBezTo>
                    <a:cubicBezTo>
                      <a:pt x="43" y="30"/>
                      <a:pt x="48" y="28"/>
                      <a:pt x="50" y="29"/>
                    </a:cubicBezTo>
                    <a:cubicBezTo>
                      <a:pt x="49" y="28"/>
                      <a:pt x="44" y="32"/>
                      <a:pt x="43" y="32"/>
                    </a:cubicBezTo>
                    <a:cubicBezTo>
                      <a:pt x="44" y="33"/>
                      <a:pt x="50" y="31"/>
                      <a:pt x="52" y="31"/>
                    </a:cubicBezTo>
                    <a:cubicBezTo>
                      <a:pt x="55" y="31"/>
                      <a:pt x="58" y="30"/>
                      <a:pt x="61" y="28"/>
                    </a:cubicBezTo>
                    <a:cubicBezTo>
                      <a:pt x="62" y="27"/>
                      <a:pt x="62" y="25"/>
                      <a:pt x="62" y="25"/>
                    </a:cubicBezTo>
                    <a:cubicBezTo>
                      <a:pt x="64" y="25"/>
                      <a:pt x="64" y="25"/>
                      <a:pt x="65" y="24"/>
                    </a:cubicBezTo>
                    <a:cubicBezTo>
                      <a:pt x="66" y="24"/>
                      <a:pt x="73" y="20"/>
                      <a:pt x="73" y="21"/>
                    </a:cubicBezTo>
                    <a:cubicBezTo>
                      <a:pt x="73" y="21"/>
                      <a:pt x="69" y="24"/>
                      <a:pt x="69" y="24"/>
                    </a:cubicBezTo>
                    <a:cubicBezTo>
                      <a:pt x="68" y="25"/>
                      <a:pt x="64" y="27"/>
                      <a:pt x="64" y="28"/>
                    </a:cubicBezTo>
                    <a:cubicBezTo>
                      <a:pt x="64" y="29"/>
                      <a:pt x="75" y="28"/>
                      <a:pt x="75" y="29"/>
                    </a:cubicBezTo>
                    <a:cubicBezTo>
                      <a:pt x="75" y="28"/>
                      <a:pt x="60" y="32"/>
                      <a:pt x="60" y="31"/>
                    </a:cubicBezTo>
                    <a:cubicBezTo>
                      <a:pt x="60" y="31"/>
                      <a:pt x="69" y="32"/>
                      <a:pt x="68" y="32"/>
                    </a:cubicBezTo>
                    <a:cubicBezTo>
                      <a:pt x="68" y="33"/>
                      <a:pt x="64" y="33"/>
                      <a:pt x="63" y="33"/>
                    </a:cubicBezTo>
                    <a:cubicBezTo>
                      <a:pt x="61" y="33"/>
                      <a:pt x="58" y="33"/>
                      <a:pt x="56" y="34"/>
                    </a:cubicBezTo>
                    <a:cubicBezTo>
                      <a:pt x="52" y="34"/>
                      <a:pt x="48" y="34"/>
                      <a:pt x="44" y="35"/>
                    </a:cubicBezTo>
                    <a:cubicBezTo>
                      <a:pt x="43" y="35"/>
                      <a:pt x="43" y="36"/>
                      <a:pt x="45" y="36"/>
                    </a:cubicBezTo>
                    <a:cubicBezTo>
                      <a:pt x="46" y="37"/>
                      <a:pt x="49" y="38"/>
                      <a:pt x="50" y="39"/>
                    </a:cubicBezTo>
                    <a:cubicBezTo>
                      <a:pt x="52" y="41"/>
                      <a:pt x="50" y="43"/>
                      <a:pt x="53" y="43"/>
                    </a:cubicBezTo>
                    <a:cubicBezTo>
                      <a:pt x="54" y="42"/>
                      <a:pt x="57" y="43"/>
                      <a:pt x="58" y="42"/>
                    </a:cubicBezTo>
                    <a:cubicBezTo>
                      <a:pt x="49" y="47"/>
                      <a:pt x="44" y="36"/>
                      <a:pt x="37" y="36"/>
                    </a:cubicBezTo>
                    <a:cubicBezTo>
                      <a:pt x="35" y="36"/>
                      <a:pt x="26" y="34"/>
                      <a:pt x="26" y="36"/>
                    </a:cubicBezTo>
                    <a:cubicBezTo>
                      <a:pt x="26" y="36"/>
                      <a:pt x="25" y="38"/>
                      <a:pt x="25" y="38"/>
                    </a:cubicBezTo>
                    <a:cubicBezTo>
                      <a:pt x="26" y="38"/>
                      <a:pt x="32" y="38"/>
                      <a:pt x="32" y="39"/>
                    </a:cubicBezTo>
                    <a:cubicBezTo>
                      <a:pt x="32" y="39"/>
                      <a:pt x="26" y="39"/>
                      <a:pt x="26" y="41"/>
                    </a:cubicBezTo>
                    <a:cubicBezTo>
                      <a:pt x="26" y="42"/>
                      <a:pt x="32" y="42"/>
                      <a:pt x="34" y="43"/>
                    </a:cubicBezTo>
                    <a:cubicBezTo>
                      <a:pt x="35" y="44"/>
                      <a:pt x="36" y="45"/>
                      <a:pt x="37" y="46"/>
                    </a:cubicBezTo>
                    <a:cubicBezTo>
                      <a:pt x="38" y="48"/>
                      <a:pt x="40" y="49"/>
                      <a:pt x="42" y="50"/>
                    </a:cubicBezTo>
                    <a:cubicBezTo>
                      <a:pt x="44" y="51"/>
                      <a:pt x="45" y="51"/>
                      <a:pt x="47" y="50"/>
                    </a:cubicBezTo>
                    <a:cubicBezTo>
                      <a:pt x="48" y="50"/>
                      <a:pt x="50" y="49"/>
                      <a:pt x="51" y="50"/>
                    </a:cubicBezTo>
                    <a:cubicBezTo>
                      <a:pt x="51" y="50"/>
                      <a:pt x="50" y="52"/>
                      <a:pt x="50" y="52"/>
                    </a:cubicBezTo>
                    <a:cubicBezTo>
                      <a:pt x="48" y="52"/>
                      <a:pt x="45" y="51"/>
                      <a:pt x="44" y="52"/>
                    </a:cubicBezTo>
                    <a:cubicBezTo>
                      <a:pt x="44" y="51"/>
                      <a:pt x="48" y="54"/>
                      <a:pt x="48" y="54"/>
                    </a:cubicBezTo>
                    <a:cubicBezTo>
                      <a:pt x="48" y="55"/>
                      <a:pt x="43" y="53"/>
                      <a:pt x="43" y="53"/>
                    </a:cubicBezTo>
                    <a:cubicBezTo>
                      <a:pt x="40" y="51"/>
                      <a:pt x="38" y="51"/>
                      <a:pt x="35" y="51"/>
                    </a:cubicBezTo>
                    <a:cubicBezTo>
                      <a:pt x="33" y="51"/>
                      <a:pt x="32" y="51"/>
                      <a:pt x="30" y="52"/>
                    </a:cubicBezTo>
                    <a:cubicBezTo>
                      <a:pt x="28" y="53"/>
                      <a:pt x="27" y="52"/>
                      <a:pt x="26" y="53"/>
                    </a:cubicBezTo>
                    <a:cubicBezTo>
                      <a:pt x="25" y="54"/>
                      <a:pt x="25" y="55"/>
                      <a:pt x="23" y="55"/>
                    </a:cubicBezTo>
                    <a:cubicBezTo>
                      <a:pt x="22" y="56"/>
                      <a:pt x="21" y="59"/>
                      <a:pt x="23" y="59"/>
                    </a:cubicBezTo>
                    <a:cubicBezTo>
                      <a:pt x="25" y="59"/>
                      <a:pt x="27" y="58"/>
                      <a:pt x="27" y="59"/>
                    </a:cubicBezTo>
                    <a:cubicBezTo>
                      <a:pt x="28" y="61"/>
                      <a:pt x="32" y="60"/>
                      <a:pt x="32" y="59"/>
                    </a:cubicBezTo>
                    <a:cubicBezTo>
                      <a:pt x="33" y="59"/>
                      <a:pt x="35" y="56"/>
                      <a:pt x="35" y="55"/>
                    </a:cubicBezTo>
                    <a:cubicBezTo>
                      <a:pt x="35" y="56"/>
                      <a:pt x="35" y="56"/>
                      <a:pt x="35" y="57"/>
                    </a:cubicBezTo>
                    <a:cubicBezTo>
                      <a:pt x="35" y="57"/>
                      <a:pt x="36" y="57"/>
                      <a:pt x="36" y="57"/>
                    </a:cubicBezTo>
                    <a:cubicBezTo>
                      <a:pt x="36" y="57"/>
                      <a:pt x="35" y="58"/>
                      <a:pt x="35" y="59"/>
                    </a:cubicBezTo>
                    <a:cubicBezTo>
                      <a:pt x="35" y="59"/>
                      <a:pt x="35" y="59"/>
                      <a:pt x="36" y="59"/>
                    </a:cubicBezTo>
                    <a:cubicBezTo>
                      <a:pt x="36" y="59"/>
                      <a:pt x="33" y="60"/>
                      <a:pt x="34" y="60"/>
                    </a:cubicBezTo>
                    <a:cubicBezTo>
                      <a:pt x="34" y="60"/>
                      <a:pt x="34" y="60"/>
                      <a:pt x="34" y="60"/>
                    </a:cubicBezTo>
                    <a:cubicBezTo>
                      <a:pt x="34" y="61"/>
                      <a:pt x="31" y="60"/>
                      <a:pt x="30" y="61"/>
                    </a:cubicBezTo>
                    <a:cubicBezTo>
                      <a:pt x="31" y="61"/>
                      <a:pt x="35" y="61"/>
                      <a:pt x="36" y="62"/>
                    </a:cubicBezTo>
                    <a:cubicBezTo>
                      <a:pt x="36" y="62"/>
                      <a:pt x="31" y="65"/>
                      <a:pt x="32" y="65"/>
                    </a:cubicBezTo>
                    <a:cubicBezTo>
                      <a:pt x="32" y="66"/>
                      <a:pt x="37" y="65"/>
                      <a:pt x="37" y="65"/>
                    </a:cubicBezTo>
                    <a:cubicBezTo>
                      <a:pt x="37" y="65"/>
                      <a:pt x="36" y="65"/>
                      <a:pt x="36" y="65"/>
                    </a:cubicBezTo>
                    <a:cubicBezTo>
                      <a:pt x="36" y="66"/>
                      <a:pt x="41" y="65"/>
                      <a:pt x="42" y="64"/>
                    </a:cubicBezTo>
                    <a:cubicBezTo>
                      <a:pt x="42" y="64"/>
                      <a:pt x="46" y="59"/>
                      <a:pt x="47" y="60"/>
                    </a:cubicBezTo>
                    <a:cubicBezTo>
                      <a:pt x="48" y="61"/>
                      <a:pt x="40" y="67"/>
                      <a:pt x="38" y="68"/>
                    </a:cubicBezTo>
                    <a:cubicBezTo>
                      <a:pt x="35" y="68"/>
                      <a:pt x="33" y="68"/>
                      <a:pt x="30" y="66"/>
                    </a:cubicBezTo>
                    <a:cubicBezTo>
                      <a:pt x="28" y="65"/>
                      <a:pt x="28" y="63"/>
                      <a:pt x="26" y="63"/>
                    </a:cubicBezTo>
                    <a:cubicBezTo>
                      <a:pt x="24" y="62"/>
                      <a:pt x="22" y="62"/>
                      <a:pt x="20" y="62"/>
                    </a:cubicBezTo>
                    <a:cubicBezTo>
                      <a:pt x="17" y="62"/>
                      <a:pt x="17" y="63"/>
                      <a:pt x="19" y="65"/>
                    </a:cubicBezTo>
                    <a:cubicBezTo>
                      <a:pt x="20" y="66"/>
                      <a:pt x="20" y="67"/>
                      <a:pt x="22" y="67"/>
                    </a:cubicBezTo>
                    <a:cubicBezTo>
                      <a:pt x="25" y="67"/>
                      <a:pt x="22" y="67"/>
                      <a:pt x="22" y="68"/>
                    </a:cubicBezTo>
                    <a:cubicBezTo>
                      <a:pt x="22" y="68"/>
                      <a:pt x="26" y="70"/>
                      <a:pt x="26" y="7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7" name="Freeform 604">
                <a:extLst>
                  <a:ext uri="{FF2B5EF4-FFF2-40B4-BE49-F238E27FC236}">
                    <a16:creationId xmlns:a16="http://schemas.microsoft.com/office/drawing/2014/main" id="{857C1313-94AE-1643-A46D-264787C2F9CB}"/>
                  </a:ext>
                </a:extLst>
              </p:cNvPr>
              <p:cNvSpPr>
                <a:spLocks/>
              </p:cNvSpPr>
              <p:nvPr/>
            </p:nvSpPr>
            <p:spPr bwMode="auto">
              <a:xfrm>
                <a:off x="8101466" y="4187857"/>
                <a:ext cx="130574" cy="47785"/>
              </a:xfrm>
              <a:custGeom>
                <a:avLst/>
                <a:gdLst>
                  <a:gd name="T0" fmla="*/ 13 w 14"/>
                  <a:gd name="T1" fmla="*/ 4 h 5"/>
                  <a:gd name="T2" fmla="*/ 11 w 14"/>
                  <a:gd name="T3" fmla="*/ 2 h 5"/>
                  <a:gd name="T4" fmla="*/ 8 w 14"/>
                  <a:gd name="T5" fmla="*/ 2 h 5"/>
                  <a:gd name="T6" fmla="*/ 1 w 14"/>
                  <a:gd name="T7" fmla="*/ 1 h 5"/>
                  <a:gd name="T8" fmla="*/ 2 w 14"/>
                  <a:gd name="T9" fmla="*/ 2 h 5"/>
                  <a:gd name="T10" fmla="*/ 0 w 14"/>
                  <a:gd name="T11" fmla="*/ 3 h 5"/>
                  <a:gd name="T12" fmla="*/ 3 w 14"/>
                  <a:gd name="T13" fmla="*/ 3 h 5"/>
                  <a:gd name="T14" fmla="*/ 8 w 14"/>
                  <a:gd name="T15" fmla="*/ 4 h 5"/>
                  <a:gd name="T16" fmla="*/ 13 w 14"/>
                  <a:gd name="T17" fmla="*/ 4 h 5"/>
                  <a:gd name="T18" fmla="*/ 13 w 14"/>
                  <a:gd name="T19"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5">
                    <a:moveTo>
                      <a:pt x="13" y="4"/>
                    </a:moveTo>
                    <a:cubicBezTo>
                      <a:pt x="12" y="3"/>
                      <a:pt x="13" y="3"/>
                      <a:pt x="11" y="2"/>
                    </a:cubicBezTo>
                    <a:cubicBezTo>
                      <a:pt x="10" y="2"/>
                      <a:pt x="9" y="2"/>
                      <a:pt x="8" y="2"/>
                    </a:cubicBezTo>
                    <a:cubicBezTo>
                      <a:pt x="7" y="2"/>
                      <a:pt x="2" y="0"/>
                      <a:pt x="1" y="1"/>
                    </a:cubicBezTo>
                    <a:cubicBezTo>
                      <a:pt x="1" y="1"/>
                      <a:pt x="3" y="2"/>
                      <a:pt x="2" y="2"/>
                    </a:cubicBezTo>
                    <a:cubicBezTo>
                      <a:pt x="2" y="3"/>
                      <a:pt x="0" y="4"/>
                      <a:pt x="0" y="3"/>
                    </a:cubicBezTo>
                    <a:cubicBezTo>
                      <a:pt x="0" y="4"/>
                      <a:pt x="2" y="3"/>
                      <a:pt x="3" y="3"/>
                    </a:cubicBezTo>
                    <a:cubicBezTo>
                      <a:pt x="4" y="3"/>
                      <a:pt x="6" y="4"/>
                      <a:pt x="8" y="4"/>
                    </a:cubicBezTo>
                    <a:cubicBezTo>
                      <a:pt x="9" y="4"/>
                      <a:pt x="13" y="4"/>
                      <a:pt x="13" y="4"/>
                    </a:cubicBezTo>
                    <a:cubicBezTo>
                      <a:pt x="12" y="3"/>
                      <a:pt x="14" y="5"/>
                      <a:pt x="13"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8" name="Freeform 605">
                <a:extLst>
                  <a:ext uri="{FF2B5EF4-FFF2-40B4-BE49-F238E27FC236}">
                    <a16:creationId xmlns:a16="http://schemas.microsoft.com/office/drawing/2014/main" id="{9D157FE7-AD70-D245-BBAB-D44482F5CC4C}"/>
                  </a:ext>
                </a:extLst>
              </p:cNvPr>
              <p:cNvSpPr>
                <a:spLocks/>
              </p:cNvSpPr>
              <p:nvPr/>
            </p:nvSpPr>
            <p:spPr bwMode="auto">
              <a:xfrm>
                <a:off x="7738407" y="4226081"/>
                <a:ext cx="54142" cy="19114"/>
              </a:xfrm>
              <a:custGeom>
                <a:avLst/>
                <a:gdLst>
                  <a:gd name="T0" fmla="*/ 5 w 6"/>
                  <a:gd name="T1" fmla="*/ 1 h 2"/>
                  <a:gd name="T2" fmla="*/ 2 w 6"/>
                  <a:gd name="T3" fmla="*/ 0 h 2"/>
                  <a:gd name="T4" fmla="*/ 5 w 6"/>
                  <a:gd name="T5" fmla="*/ 1 h 2"/>
                </a:gdLst>
                <a:ahLst/>
                <a:cxnLst>
                  <a:cxn ang="0">
                    <a:pos x="T0" y="T1"/>
                  </a:cxn>
                  <a:cxn ang="0">
                    <a:pos x="T2" y="T3"/>
                  </a:cxn>
                  <a:cxn ang="0">
                    <a:pos x="T4" y="T5"/>
                  </a:cxn>
                </a:cxnLst>
                <a:rect l="0" t="0" r="r" b="b"/>
                <a:pathLst>
                  <a:path w="6" h="2">
                    <a:moveTo>
                      <a:pt x="5" y="1"/>
                    </a:moveTo>
                    <a:cubicBezTo>
                      <a:pt x="4" y="2"/>
                      <a:pt x="0" y="0"/>
                      <a:pt x="2" y="0"/>
                    </a:cubicBezTo>
                    <a:cubicBezTo>
                      <a:pt x="3" y="0"/>
                      <a:pt x="6" y="1"/>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29" name="Freeform 606">
                <a:extLst>
                  <a:ext uri="{FF2B5EF4-FFF2-40B4-BE49-F238E27FC236}">
                    <a16:creationId xmlns:a16="http://schemas.microsoft.com/office/drawing/2014/main" id="{D69151CA-0CDB-A440-935E-C65652B48338}"/>
                  </a:ext>
                </a:extLst>
              </p:cNvPr>
              <p:cNvSpPr>
                <a:spLocks/>
              </p:cNvSpPr>
              <p:nvPr/>
            </p:nvSpPr>
            <p:spPr bwMode="auto">
              <a:xfrm>
                <a:off x="7980446" y="4515968"/>
                <a:ext cx="54142" cy="28672"/>
              </a:xfrm>
              <a:custGeom>
                <a:avLst/>
                <a:gdLst>
                  <a:gd name="T0" fmla="*/ 4 w 6"/>
                  <a:gd name="T1" fmla="*/ 1 h 3"/>
                  <a:gd name="T2" fmla="*/ 1 w 6"/>
                  <a:gd name="T3" fmla="*/ 2 h 3"/>
                  <a:gd name="T4" fmla="*/ 4 w 6"/>
                  <a:gd name="T5" fmla="*/ 1 h 3"/>
                </a:gdLst>
                <a:ahLst/>
                <a:cxnLst>
                  <a:cxn ang="0">
                    <a:pos x="T0" y="T1"/>
                  </a:cxn>
                  <a:cxn ang="0">
                    <a:pos x="T2" y="T3"/>
                  </a:cxn>
                  <a:cxn ang="0">
                    <a:pos x="T4" y="T5"/>
                  </a:cxn>
                </a:cxnLst>
                <a:rect l="0" t="0" r="r" b="b"/>
                <a:pathLst>
                  <a:path w="6" h="3">
                    <a:moveTo>
                      <a:pt x="4" y="1"/>
                    </a:moveTo>
                    <a:cubicBezTo>
                      <a:pt x="3" y="0"/>
                      <a:pt x="0" y="2"/>
                      <a:pt x="1" y="2"/>
                    </a:cubicBezTo>
                    <a:cubicBezTo>
                      <a:pt x="2" y="3"/>
                      <a:pt x="6" y="1"/>
                      <a:pt x="4"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0" name="Freeform 607">
                <a:extLst>
                  <a:ext uri="{FF2B5EF4-FFF2-40B4-BE49-F238E27FC236}">
                    <a16:creationId xmlns:a16="http://schemas.microsoft.com/office/drawing/2014/main" id="{5B77CAB5-8B79-A44B-A7DC-1FB23EBABF05}"/>
                  </a:ext>
                </a:extLst>
              </p:cNvPr>
              <p:cNvSpPr>
                <a:spLocks/>
              </p:cNvSpPr>
              <p:nvPr/>
            </p:nvSpPr>
            <p:spPr bwMode="auto">
              <a:xfrm>
                <a:off x="4805282" y="5815671"/>
                <a:ext cx="47770" cy="38227"/>
              </a:xfrm>
              <a:custGeom>
                <a:avLst/>
                <a:gdLst>
                  <a:gd name="T0" fmla="*/ 4 w 5"/>
                  <a:gd name="T1" fmla="*/ 1 h 4"/>
                  <a:gd name="T2" fmla="*/ 1 w 5"/>
                  <a:gd name="T3" fmla="*/ 4 h 4"/>
                  <a:gd name="T4" fmla="*/ 4 w 5"/>
                  <a:gd name="T5" fmla="*/ 1 h 4"/>
                </a:gdLst>
                <a:ahLst/>
                <a:cxnLst>
                  <a:cxn ang="0">
                    <a:pos x="T0" y="T1"/>
                  </a:cxn>
                  <a:cxn ang="0">
                    <a:pos x="T2" y="T3"/>
                  </a:cxn>
                  <a:cxn ang="0">
                    <a:pos x="T4" y="T5"/>
                  </a:cxn>
                </a:cxnLst>
                <a:rect l="0" t="0" r="r" b="b"/>
                <a:pathLst>
                  <a:path w="5" h="4">
                    <a:moveTo>
                      <a:pt x="4" y="1"/>
                    </a:moveTo>
                    <a:cubicBezTo>
                      <a:pt x="3" y="0"/>
                      <a:pt x="0" y="4"/>
                      <a:pt x="1" y="4"/>
                    </a:cubicBezTo>
                    <a:cubicBezTo>
                      <a:pt x="1" y="4"/>
                      <a:pt x="5" y="1"/>
                      <a:pt x="4"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1" name="Freeform 608">
                <a:extLst>
                  <a:ext uri="{FF2B5EF4-FFF2-40B4-BE49-F238E27FC236}">
                    <a16:creationId xmlns:a16="http://schemas.microsoft.com/office/drawing/2014/main" id="{4F9BF6EB-094B-7049-AF0E-F01E081671D8}"/>
                  </a:ext>
                </a:extLst>
              </p:cNvPr>
              <p:cNvSpPr>
                <a:spLocks/>
              </p:cNvSpPr>
              <p:nvPr/>
            </p:nvSpPr>
            <p:spPr bwMode="auto">
              <a:xfrm>
                <a:off x="4872164" y="5806113"/>
                <a:ext cx="9556" cy="9558"/>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1" y="1"/>
                    </a:cubicBezTo>
                    <a:cubicBezTo>
                      <a:pt x="1" y="0"/>
                      <a:pt x="0" y="0"/>
                      <a:pt x="0"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2" name="Freeform 609">
                <a:extLst>
                  <a:ext uri="{FF2B5EF4-FFF2-40B4-BE49-F238E27FC236}">
                    <a16:creationId xmlns:a16="http://schemas.microsoft.com/office/drawing/2014/main" id="{726F5D26-F3BD-0B47-AC1B-0CC9482A1918}"/>
                  </a:ext>
                </a:extLst>
              </p:cNvPr>
              <p:cNvSpPr>
                <a:spLocks/>
              </p:cNvSpPr>
              <p:nvPr/>
            </p:nvSpPr>
            <p:spPr bwMode="auto">
              <a:xfrm>
                <a:off x="3919931" y="5815671"/>
                <a:ext cx="63695" cy="57338"/>
              </a:xfrm>
              <a:custGeom>
                <a:avLst/>
                <a:gdLst>
                  <a:gd name="T0" fmla="*/ 5 w 7"/>
                  <a:gd name="T1" fmla="*/ 2 h 6"/>
                  <a:gd name="T2" fmla="*/ 1 w 7"/>
                  <a:gd name="T3" fmla="*/ 2 h 6"/>
                  <a:gd name="T4" fmla="*/ 5 w 7"/>
                  <a:gd name="T5" fmla="*/ 2 h 6"/>
                  <a:gd name="T6" fmla="*/ 5 w 7"/>
                  <a:gd name="T7" fmla="*/ 2 h 6"/>
                </a:gdLst>
                <a:ahLst/>
                <a:cxnLst>
                  <a:cxn ang="0">
                    <a:pos x="T0" y="T1"/>
                  </a:cxn>
                  <a:cxn ang="0">
                    <a:pos x="T2" y="T3"/>
                  </a:cxn>
                  <a:cxn ang="0">
                    <a:pos x="T4" y="T5"/>
                  </a:cxn>
                  <a:cxn ang="0">
                    <a:pos x="T6" y="T7"/>
                  </a:cxn>
                </a:cxnLst>
                <a:rect l="0" t="0" r="r" b="b"/>
                <a:pathLst>
                  <a:path w="7" h="6">
                    <a:moveTo>
                      <a:pt x="5" y="2"/>
                    </a:moveTo>
                    <a:cubicBezTo>
                      <a:pt x="7" y="0"/>
                      <a:pt x="2" y="0"/>
                      <a:pt x="1" y="2"/>
                    </a:cubicBezTo>
                    <a:cubicBezTo>
                      <a:pt x="0" y="3"/>
                      <a:pt x="4" y="5"/>
                      <a:pt x="5" y="2"/>
                    </a:cubicBezTo>
                    <a:cubicBezTo>
                      <a:pt x="6" y="1"/>
                      <a:pt x="3" y="6"/>
                      <a:pt x="5"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3" name="Freeform 610">
                <a:extLst>
                  <a:ext uri="{FF2B5EF4-FFF2-40B4-BE49-F238E27FC236}">
                    <a16:creationId xmlns:a16="http://schemas.microsoft.com/office/drawing/2014/main" id="{7DCA656D-7181-B34D-8B49-9DAA88B9184E}"/>
                  </a:ext>
                </a:extLst>
              </p:cNvPr>
              <p:cNvSpPr>
                <a:spLocks/>
              </p:cNvSpPr>
              <p:nvPr/>
            </p:nvSpPr>
            <p:spPr bwMode="auto">
              <a:xfrm>
                <a:off x="17661981" y="9138193"/>
                <a:ext cx="19109" cy="9558"/>
              </a:xfrm>
              <a:custGeom>
                <a:avLst/>
                <a:gdLst>
                  <a:gd name="T0" fmla="*/ 2 w 2"/>
                  <a:gd name="T1" fmla="*/ 0 h 1"/>
                  <a:gd name="T2" fmla="*/ 0 w 2"/>
                  <a:gd name="T3" fmla="*/ 0 h 1"/>
                  <a:gd name="T4" fmla="*/ 2 w 2"/>
                  <a:gd name="T5" fmla="*/ 0 h 1"/>
                </a:gdLst>
                <a:ahLst/>
                <a:cxnLst>
                  <a:cxn ang="0">
                    <a:pos x="T0" y="T1"/>
                  </a:cxn>
                  <a:cxn ang="0">
                    <a:pos x="T2" y="T3"/>
                  </a:cxn>
                  <a:cxn ang="0">
                    <a:pos x="T4" y="T5"/>
                  </a:cxn>
                </a:cxnLst>
                <a:rect l="0" t="0" r="r" b="b"/>
                <a:pathLst>
                  <a:path w="2" h="1">
                    <a:moveTo>
                      <a:pt x="2" y="0"/>
                    </a:moveTo>
                    <a:cubicBezTo>
                      <a:pt x="2" y="1"/>
                      <a:pt x="0" y="0"/>
                      <a:pt x="0" y="0"/>
                    </a:cubicBezTo>
                    <a:cubicBezTo>
                      <a:pt x="1" y="0"/>
                      <a:pt x="2"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4" name="Freeform 611">
                <a:extLst>
                  <a:ext uri="{FF2B5EF4-FFF2-40B4-BE49-F238E27FC236}">
                    <a16:creationId xmlns:a16="http://schemas.microsoft.com/office/drawing/2014/main" id="{7A774192-1556-CF4C-B43D-C821F260EF1B}"/>
                  </a:ext>
                </a:extLst>
              </p:cNvPr>
              <p:cNvSpPr>
                <a:spLocks/>
              </p:cNvSpPr>
              <p:nvPr/>
            </p:nvSpPr>
            <p:spPr bwMode="auto">
              <a:xfrm>
                <a:off x="17540962" y="9119079"/>
                <a:ext cx="19109" cy="19114"/>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2" y="1"/>
                      <a:pt x="0" y="2"/>
                      <a:pt x="0" y="1"/>
                    </a:cubicBezTo>
                    <a:cubicBezTo>
                      <a:pt x="0" y="0"/>
                      <a:pt x="2"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5" name="Freeform 612">
                <a:extLst>
                  <a:ext uri="{FF2B5EF4-FFF2-40B4-BE49-F238E27FC236}">
                    <a16:creationId xmlns:a16="http://schemas.microsoft.com/office/drawing/2014/main" id="{F6BEAFAA-575E-E846-AFFC-EA7E3BEF7F21}"/>
                  </a:ext>
                </a:extLst>
              </p:cNvPr>
              <p:cNvSpPr>
                <a:spLocks/>
              </p:cNvSpPr>
              <p:nvPr/>
            </p:nvSpPr>
            <p:spPr bwMode="auto">
              <a:xfrm>
                <a:off x="17961345" y="10785121"/>
                <a:ext cx="63695" cy="47785"/>
              </a:xfrm>
              <a:custGeom>
                <a:avLst/>
                <a:gdLst>
                  <a:gd name="T0" fmla="*/ 6 w 7"/>
                  <a:gd name="T1" fmla="*/ 2 h 5"/>
                  <a:gd name="T2" fmla="*/ 1 w 7"/>
                  <a:gd name="T3" fmla="*/ 2 h 5"/>
                  <a:gd name="T4" fmla="*/ 6 w 7"/>
                  <a:gd name="T5" fmla="*/ 2 h 5"/>
                </a:gdLst>
                <a:ahLst/>
                <a:cxnLst>
                  <a:cxn ang="0">
                    <a:pos x="T0" y="T1"/>
                  </a:cxn>
                  <a:cxn ang="0">
                    <a:pos x="T2" y="T3"/>
                  </a:cxn>
                  <a:cxn ang="0">
                    <a:pos x="T4" y="T5"/>
                  </a:cxn>
                </a:cxnLst>
                <a:rect l="0" t="0" r="r" b="b"/>
                <a:pathLst>
                  <a:path w="7" h="5">
                    <a:moveTo>
                      <a:pt x="6" y="2"/>
                    </a:moveTo>
                    <a:cubicBezTo>
                      <a:pt x="7" y="0"/>
                      <a:pt x="0" y="1"/>
                      <a:pt x="1" y="2"/>
                    </a:cubicBezTo>
                    <a:cubicBezTo>
                      <a:pt x="1" y="3"/>
                      <a:pt x="5" y="5"/>
                      <a:pt x="6"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6" name="Rectangle 613">
                <a:extLst>
                  <a:ext uri="{FF2B5EF4-FFF2-40B4-BE49-F238E27FC236}">
                    <a16:creationId xmlns:a16="http://schemas.microsoft.com/office/drawing/2014/main" id="{570F7D0E-B615-0D4B-B7D8-3FD2C7643E6F}"/>
                  </a:ext>
                </a:extLst>
              </p:cNvPr>
              <p:cNvSpPr>
                <a:spLocks noChangeArrowheads="1"/>
              </p:cNvSpPr>
              <p:nvPr/>
            </p:nvSpPr>
            <p:spPr bwMode="auto">
              <a:xfrm>
                <a:off x="12451788" y="5197675"/>
                <a:ext cx="3187" cy="3188"/>
              </a:xfrm>
              <a:prstGeom prst="rect">
                <a:avLst/>
              </a:pr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7" name="Freeform 614">
                <a:extLst>
                  <a:ext uri="{FF2B5EF4-FFF2-40B4-BE49-F238E27FC236}">
                    <a16:creationId xmlns:a16="http://schemas.microsoft.com/office/drawing/2014/main" id="{06730383-E34B-9B42-A028-DEFBCDAC14FD}"/>
                  </a:ext>
                </a:extLst>
              </p:cNvPr>
              <p:cNvSpPr>
                <a:spLocks/>
              </p:cNvSpPr>
              <p:nvPr/>
            </p:nvSpPr>
            <p:spPr bwMode="auto">
              <a:xfrm>
                <a:off x="9257516" y="10504795"/>
                <a:ext cx="95541" cy="82827"/>
              </a:xfrm>
              <a:custGeom>
                <a:avLst/>
                <a:gdLst>
                  <a:gd name="T0" fmla="*/ 4 w 10"/>
                  <a:gd name="T1" fmla="*/ 4 h 9"/>
                  <a:gd name="T2" fmla="*/ 0 w 10"/>
                  <a:gd name="T3" fmla="*/ 8 h 9"/>
                  <a:gd name="T4" fmla="*/ 2 w 10"/>
                  <a:gd name="T5" fmla="*/ 8 h 9"/>
                  <a:gd name="T6" fmla="*/ 5 w 10"/>
                  <a:gd name="T7" fmla="*/ 5 h 9"/>
                  <a:gd name="T8" fmla="*/ 8 w 10"/>
                  <a:gd name="T9" fmla="*/ 0 h 9"/>
                  <a:gd name="T10" fmla="*/ 4 w 10"/>
                  <a:gd name="T11" fmla="*/ 4 h 9"/>
                  <a:gd name="T12" fmla="*/ 4 w 10"/>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10" h="9">
                    <a:moveTo>
                      <a:pt x="4" y="4"/>
                    </a:moveTo>
                    <a:cubicBezTo>
                      <a:pt x="4" y="5"/>
                      <a:pt x="1" y="7"/>
                      <a:pt x="0" y="8"/>
                    </a:cubicBezTo>
                    <a:cubicBezTo>
                      <a:pt x="0" y="9"/>
                      <a:pt x="2" y="8"/>
                      <a:pt x="2" y="8"/>
                    </a:cubicBezTo>
                    <a:cubicBezTo>
                      <a:pt x="3" y="7"/>
                      <a:pt x="4" y="6"/>
                      <a:pt x="5" y="5"/>
                    </a:cubicBezTo>
                    <a:cubicBezTo>
                      <a:pt x="6" y="4"/>
                      <a:pt x="10" y="0"/>
                      <a:pt x="8" y="0"/>
                    </a:cubicBezTo>
                    <a:cubicBezTo>
                      <a:pt x="7" y="0"/>
                      <a:pt x="4" y="3"/>
                      <a:pt x="4" y="4"/>
                    </a:cubicBezTo>
                    <a:cubicBezTo>
                      <a:pt x="4" y="5"/>
                      <a:pt x="4" y="3"/>
                      <a:pt x="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8" name="Freeform 615">
                <a:extLst>
                  <a:ext uri="{FF2B5EF4-FFF2-40B4-BE49-F238E27FC236}">
                    <a16:creationId xmlns:a16="http://schemas.microsoft.com/office/drawing/2014/main" id="{1A7048B1-C3F7-9F4B-8D88-2EB0BAFC2D03}"/>
                  </a:ext>
                </a:extLst>
              </p:cNvPr>
              <p:cNvSpPr>
                <a:spLocks/>
              </p:cNvSpPr>
              <p:nvPr/>
            </p:nvSpPr>
            <p:spPr bwMode="auto">
              <a:xfrm>
                <a:off x="7821211" y="6733109"/>
                <a:ext cx="66879" cy="28672"/>
              </a:xfrm>
              <a:custGeom>
                <a:avLst/>
                <a:gdLst>
                  <a:gd name="T0" fmla="*/ 7 w 7"/>
                  <a:gd name="T1" fmla="*/ 1 h 3"/>
                  <a:gd name="T2" fmla="*/ 1 w 7"/>
                  <a:gd name="T3" fmla="*/ 0 h 3"/>
                  <a:gd name="T4" fmla="*/ 7 w 7"/>
                  <a:gd name="T5" fmla="*/ 1 h 3"/>
                </a:gdLst>
                <a:ahLst/>
                <a:cxnLst>
                  <a:cxn ang="0">
                    <a:pos x="T0" y="T1"/>
                  </a:cxn>
                  <a:cxn ang="0">
                    <a:pos x="T2" y="T3"/>
                  </a:cxn>
                  <a:cxn ang="0">
                    <a:pos x="T4" y="T5"/>
                  </a:cxn>
                </a:cxnLst>
                <a:rect l="0" t="0" r="r" b="b"/>
                <a:pathLst>
                  <a:path w="7" h="3">
                    <a:moveTo>
                      <a:pt x="7" y="1"/>
                    </a:moveTo>
                    <a:cubicBezTo>
                      <a:pt x="7" y="0"/>
                      <a:pt x="0" y="0"/>
                      <a:pt x="1" y="0"/>
                    </a:cubicBezTo>
                    <a:cubicBezTo>
                      <a:pt x="2" y="0"/>
                      <a:pt x="6" y="3"/>
                      <a:pt x="7"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39" name="Freeform 616">
                <a:extLst>
                  <a:ext uri="{FF2B5EF4-FFF2-40B4-BE49-F238E27FC236}">
                    <a16:creationId xmlns:a16="http://schemas.microsoft.com/office/drawing/2014/main" id="{F80E96BC-6452-404C-AECA-8A128BFEEE1E}"/>
                  </a:ext>
                </a:extLst>
              </p:cNvPr>
              <p:cNvSpPr>
                <a:spLocks/>
              </p:cNvSpPr>
              <p:nvPr/>
            </p:nvSpPr>
            <p:spPr bwMode="auto">
              <a:xfrm>
                <a:off x="8483629" y="11766268"/>
                <a:ext cx="168791" cy="149721"/>
              </a:xfrm>
              <a:custGeom>
                <a:avLst/>
                <a:gdLst>
                  <a:gd name="T0" fmla="*/ 17 w 18"/>
                  <a:gd name="T1" fmla="*/ 14 h 16"/>
                  <a:gd name="T2" fmla="*/ 8 w 18"/>
                  <a:gd name="T3" fmla="*/ 9 h 16"/>
                  <a:gd name="T4" fmla="*/ 4 w 18"/>
                  <a:gd name="T5" fmla="*/ 5 h 16"/>
                  <a:gd name="T6" fmla="*/ 1 w 18"/>
                  <a:gd name="T7" fmla="*/ 3 h 16"/>
                  <a:gd name="T8" fmla="*/ 2 w 18"/>
                  <a:gd name="T9" fmla="*/ 2 h 16"/>
                  <a:gd name="T10" fmla="*/ 0 w 18"/>
                  <a:gd name="T11" fmla="*/ 0 h 16"/>
                  <a:gd name="T12" fmla="*/ 0 w 18"/>
                  <a:gd name="T13" fmla="*/ 14 h 16"/>
                  <a:gd name="T14" fmla="*/ 7 w 18"/>
                  <a:gd name="T15" fmla="*/ 15 h 16"/>
                  <a:gd name="T16" fmla="*/ 10 w 18"/>
                  <a:gd name="T17" fmla="*/ 16 h 16"/>
                  <a:gd name="T18" fmla="*/ 13 w 18"/>
                  <a:gd name="T19" fmla="*/ 15 h 16"/>
                  <a:gd name="T20" fmla="*/ 18 w 18"/>
                  <a:gd name="T21" fmla="*/ 14 h 16"/>
                  <a:gd name="T22" fmla="*/ 17 w 18"/>
                  <a:gd name="T23"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6">
                    <a:moveTo>
                      <a:pt x="17" y="14"/>
                    </a:moveTo>
                    <a:cubicBezTo>
                      <a:pt x="13" y="14"/>
                      <a:pt x="11" y="11"/>
                      <a:pt x="8" y="9"/>
                    </a:cubicBezTo>
                    <a:cubicBezTo>
                      <a:pt x="7" y="7"/>
                      <a:pt x="5" y="6"/>
                      <a:pt x="4" y="5"/>
                    </a:cubicBezTo>
                    <a:cubicBezTo>
                      <a:pt x="3" y="5"/>
                      <a:pt x="1" y="4"/>
                      <a:pt x="1" y="3"/>
                    </a:cubicBezTo>
                    <a:cubicBezTo>
                      <a:pt x="1" y="3"/>
                      <a:pt x="2" y="3"/>
                      <a:pt x="2" y="2"/>
                    </a:cubicBezTo>
                    <a:cubicBezTo>
                      <a:pt x="3" y="2"/>
                      <a:pt x="1" y="0"/>
                      <a:pt x="0" y="0"/>
                    </a:cubicBezTo>
                    <a:cubicBezTo>
                      <a:pt x="0" y="5"/>
                      <a:pt x="0" y="10"/>
                      <a:pt x="0" y="14"/>
                    </a:cubicBezTo>
                    <a:cubicBezTo>
                      <a:pt x="0" y="15"/>
                      <a:pt x="6" y="15"/>
                      <a:pt x="7" y="15"/>
                    </a:cubicBezTo>
                    <a:cubicBezTo>
                      <a:pt x="8" y="15"/>
                      <a:pt x="9" y="15"/>
                      <a:pt x="10" y="16"/>
                    </a:cubicBezTo>
                    <a:cubicBezTo>
                      <a:pt x="12" y="16"/>
                      <a:pt x="12" y="16"/>
                      <a:pt x="13" y="15"/>
                    </a:cubicBezTo>
                    <a:cubicBezTo>
                      <a:pt x="14" y="15"/>
                      <a:pt x="18" y="15"/>
                      <a:pt x="18" y="14"/>
                    </a:cubicBezTo>
                    <a:cubicBezTo>
                      <a:pt x="18" y="14"/>
                      <a:pt x="18" y="13"/>
                      <a:pt x="17" y="1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0" name="Freeform 617">
                <a:extLst>
                  <a:ext uri="{FF2B5EF4-FFF2-40B4-BE49-F238E27FC236}">
                    <a16:creationId xmlns:a16="http://schemas.microsoft.com/office/drawing/2014/main" id="{A7682532-4B84-8146-BFAA-58C7EC92811E}"/>
                  </a:ext>
                </a:extLst>
              </p:cNvPr>
              <p:cNvSpPr>
                <a:spLocks/>
              </p:cNvSpPr>
              <p:nvPr/>
            </p:nvSpPr>
            <p:spPr bwMode="auto">
              <a:xfrm>
                <a:off x="8305288" y="11747159"/>
                <a:ext cx="280256" cy="216615"/>
              </a:xfrm>
              <a:custGeom>
                <a:avLst/>
                <a:gdLst>
                  <a:gd name="T0" fmla="*/ 19 w 30"/>
                  <a:gd name="T1" fmla="*/ 17 h 23"/>
                  <a:gd name="T2" fmla="*/ 19 w 30"/>
                  <a:gd name="T3" fmla="*/ 7 h 23"/>
                  <a:gd name="T4" fmla="*/ 19 w 30"/>
                  <a:gd name="T5" fmla="*/ 3 h 23"/>
                  <a:gd name="T6" fmla="*/ 15 w 30"/>
                  <a:gd name="T7" fmla="*/ 1 h 23"/>
                  <a:gd name="T8" fmla="*/ 12 w 30"/>
                  <a:gd name="T9" fmla="*/ 3 h 23"/>
                  <a:gd name="T10" fmla="*/ 13 w 30"/>
                  <a:gd name="T11" fmla="*/ 6 h 23"/>
                  <a:gd name="T12" fmla="*/ 15 w 30"/>
                  <a:gd name="T13" fmla="*/ 6 h 23"/>
                  <a:gd name="T14" fmla="*/ 14 w 30"/>
                  <a:gd name="T15" fmla="*/ 8 h 23"/>
                  <a:gd name="T16" fmla="*/ 13 w 30"/>
                  <a:gd name="T17" fmla="*/ 11 h 23"/>
                  <a:gd name="T18" fmla="*/ 16 w 30"/>
                  <a:gd name="T19" fmla="*/ 13 h 23"/>
                  <a:gd name="T20" fmla="*/ 12 w 30"/>
                  <a:gd name="T21" fmla="*/ 13 h 23"/>
                  <a:gd name="T22" fmla="*/ 9 w 30"/>
                  <a:gd name="T23" fmla="*/ 12 h 23"/>
                  <a:gd name="T24" fmla="*/ 10 w 30"/>
                  <a:gd name="T25" fmla="*/ 12 h 23"/>
                  <a:gd name="T26" fmla="*/ 10 w 30"/>
                  <a:gd name="T27" fmla="*/ 9 h 23"/>
                  <a:gd name="T28" fmla="*/ 8 w 30"/>
                  <a:gd name="T29" fmla="*/ 11 h 23"/>
                  <a:gd name="T30" fmla="*/ 5 w 30"/>
                  <a:gd name="T31" fmla="*/ 11 h 23"/>
                  <a:gd name="T32" fmla="*/ 0 w 30"/>
                  <a:gd name="T33" fmla="*/ 12 h 23"/>
                  <a:gd name="T34" fmla="*/ 2 w 30"/>
                  <a:gd name="T35" fmla="*/ 12 h 23"/>
                  <a:gd name="T36" fmla="*/ 3 w 30"/>
                  <a:gd name="T37" fmla="*/ 12 h 23"/>
                  <a:gd name="T38" fmla="*/ 5 w 30"/>
                  <a:gd name="T39" fmla="*/ 12 h 23"/>
                  <a:gd name="T40" fmla="*/ 6 w 30"/>
                  <a:gd name="T41" fmla="*/ 13 h 23"/>
                  <a:gd name="T42" fmla="*/ 4 w 30"/>
                  <a:gd name="T43" fmla="*/ 15 h 23"/>
                  <a:gd name="T44" fmla="*/ 6 w 30"/>
                  <a:gd name="T45" fmla="*/ 15 h 23"/>
                  <a:gd name="T46" fmla="*/ 8 w 30"/>
                  <a:gd name="T47" fmla="*/ 16 h 23"/>
                  <a:gd name="T48" fmla="*/ 7 w 30"/>
                  <a:gd name="T49" fmla="*/ 16 h 23"/>
                  <a:gd name="T50" fmla="*/ 10 w 30"/>
                  <a:gd name="T51" fmla="*/ 17 h 23"/>
                  <a:gd name="T52" fmla="*/ 12 w 30"/>
                  <a:gd name="T53" fmla="*/ 17 h 23"/>
                  <a:gd name="T54" fmla="*/ 17 w 30"/>
                  <a:gd name="T55" fmla="*/ 21 h 23"/>
                  <a:gd name="T56" fmla="*/ 16 w 30"/>
                  <a:gd name="T57" fmla="*/ 20 h 23"/>
                  <a:gd name="T58" fmla="*/ 23 w 30"/>
                  <a:gd name="T59" fmla="*/ 23 h 23"/>
                  <a:gd name="T60" fmla="*/ 19 w 30"/>
                  <a:gd name="T61" fmla="*/ 18 h 23"/>
                  <a:gd name="T62" fmla="*/ 24 w 30"/>
                  <a:gd name="T63" fmla="*/ 19 h 23"/>
                  <a:gd name="T64" fmla="*/ 30 w 30"/>
                  <a:gd name="T65" fmla="*/ 18 h 23"/>
                  <a:gd name="T66" fmla="*/ 19 w 30"/>
                  <a:gd name="T67" fmla="*/ 1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 h="23">
                    <a:moveTo>
                      <a:pt x="19" y="17"/>
                    </a:moveTo>
                    <a:cubicBezTo>
                      <a:pt x="19" y="13"/>
                      <a:pt x="19" y="10"/>
                      <a:pt x="19" y="7"/>
                    </a:cubicBezTo>
                    <a:cubicBezTo>
                      <a:pt x="19" y="6"/>
                      <a:pt x="19" y="4"/>
                      <a:pt x="19" y="3"/>
                    </a:cubicBezTo>
                    <a:cubicBezTo>
                      <a:pt x="19" y="2"/>
                      <a:pt x="16" y="0"/>
                      <a:pt x="15" y="1"/>
                    </a:cubicBezTo>
                    <a:cubicBezTo>
                      <a:pt x="14" y="2"/>
                      <a:pt x="12" y="1"/>
                      <a:pt x="12" y="3"/>
                    </a:cubicBezTo>
                    <a:cubicBezTo>
                      <a:pt x="11" y="5"/>
                      <a:pt x="9" y="7"/>
                      <a:pt x="13" y="6"/>
                    </a:cubicBezTo>
                    <a:cubicBezTo>
                      <a:pt x="13" y="6"/>
                      <a:pt x="15" y="6"/>
                      <a:pt x="15" y="6"/>
                    </a:cubicBezTo>
                    <a:cubicBezTo>
                      <a:pt x="16" y="6"/>
                      <a:pt x="14" y="8"/>
                      <a:pt x="14" y="8"/>
                    </a:cubicBezTo>
                    <a:cubicBezTo>
                      <a:pt x="13" y="8"/>
                      <a:pt x="11" y="10"/>
                      <a:pt x="13" y="11"/>
                    </a:cubicBezTo>
                    <a:cubicBezTo>
                      <a:pt x="13" y="12"/>
                      <a:pt x="16" y="12"/>
                      <a:pt x="16" y="13"/>
                    </a:cubicBezTo>
                    <a:cubicBezTo>
                      <a:pt x="16" y="13"/>
                      <a:pt x="12" y="13"/>
                      <a:pt x="12" y="13"/>
                    </a:cubicBezTo>
                    <a:cubicBezTo>
                      <a:pt x="11" y="13"/>
                      <a:pt x="9" y="12"/>
                      <a:pt x="9" y="12"/>
                    </a:cubicBezTo>
                    <a:cubicBezTo>
                      <a:pt x="9" y="12"/>
                      <a:pt x="10" y="13"/>
                      <a:pt x="10" y="12"/>
                    </a:cubicBezTo>
                    <a:cubicBezTo>
                      <a:pt x="10" y="11"/>
                      <a:pt x="11" y="10"/>
                      <a:pt x="10" y="9"/>
                    </a:cubicBezTo>
                    <a:cubicBezTo>
                      <a:pt x="10" y="9"/>
                      <a:pt x="8" y="11"/>
                      <a:pt x="8" y="11"/>
                    </a:cubicBezTo>
                    <a:cubicBezTo>
                      <a:pt x="7" y="12"/>
                      <a:pt x="6" y="11"/>
                      <a:pt x="5" y="11"/>
                    </a:cubicBezTo>
                    <a:cubicBezTo>
                      <a:pt x="4" y="11"/>
                      <a:pt x="0" y="10"/>
                      <a:pt x="0" y="12"/>
                    </a:cubicBezTo>
                    <a:cubicBezTo>
                      <a:pt x="0" y="13"/>
                      <a:pt x="2" y="12"/>
                      <a:pt x="2" y="12"/>
                    </a:cubicBezTo>
                    <a:cubicBezTo>
                      <a:pt x="3" y="11"/>
                      <a:pt x="2" y="12"/>
                      <a:pt x="3" y="12"/>
                    </a:cubicBezTo>
                    <a:cubicBezTo>
                      <a:pt x="4" y="13"/>
                      <a:pt x="4" y="11"/>
                      <a:pt x="5" y="12"/>
                    </a:cubicBezTo>
                    <a:cubicBezTo>
                      <a:pt x="5" y="12"/>
                      <a:pt x="6" y="13"/>
                      <a:pt x="6" y="13"/>
                    </a:cubicBezTo>
                    <a:cubicBezTo>
                      <a:pt x="6" y="13"/>
                      <a:pt x="2" y="14"/>
                      <a:pt x="4" y="15"/>
                    </a:cubicBezTo>
                    <a:cubicBezTo>
                      <a:pt x="5" y="16"/>
                      <a:pt x="6" y="14"/>
                      <a:pt x="6" y="15"/>
                    </a:cubicBezTo>
                    <a:cubicBezTo>
                      <a:pt x="7" y="15"/>
                      <a:pt x="8" y="16"/>
                      <a:pt x="8" y="16"/>
                    </a:cubicBezTo>
                    <a:cubicBezTo>
                      <a:pt x="8" y="16"/>
                      <a:pt x="8" y="16"/>
                      <a:pt x="7" y="16"/>
                    </a:cubicBezTo>
                    <a:cubicBezTo>
                      <a:pt x="7" y="17"/>
                      <a:pt x="9" y="17"/>
                      <a:pt x="10" y="17"/>
                    </a:cubicBezTo>
                    <a:cubicBezTo>
                      <a:pt x="11" y="17"/>
                      <a:pt x="11" y="15"/>
                      <a:pt x="12" y="17"/>
                    </a:cubicBezTo>
                    <a:cubicBezTo>
                      <a:pt x="12" y="17"/>
                      <a:pt x="16" y="22"/>
                      <a:pt x="17" y="21"/>
                    </a:cubicBezTo>
                    <a:cubicBezTo>
                      <a:pt x="17" y="21"/>
                      <a:pt x="16" y="20"/>
                      <a:pt x="16" y="20"/>
                    </a:cubicBezTo>
                    <a:cubicBezTo>
                      <a:pt x="16" y="19"/>
                      <a:pt x="22" y="23"/>
                      <a:pt x="23" y="23"/>
                    </a:cubicBezTo>
                    <a:cubicBezTo>
                      <a:pt x="23" y="22"/>
                      <a:pt x="19" y="19"/>
                      <a:pt x="19" y="18"/>
                    </a:cubicBezTo>
                    <a:cubicBezTo>
                      <a:pt x="20" y="18"/>
                      <a:pt x="24" y="19"/>
                      <a:pt x="24" y="19"/>
                    </a:cubicBezTo>
                    <a:cubicBezTo>
                      <a:pt x="26" y="19"/>
                      <a:pt x="28" y="19"/>
                      <a:pt x="30" y="18"/>
                    </a:cubicBezTo>
                    <a:cubicBezTo>
                      <a:pt x="27" y="16"/>
                      <a:pt x="23" y="17"/>
                      <a:pt x="19" y="1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1" name="Freeform 618">
                <a:extLst>
                  <a:ext uri="{FF2B5EF4-FFF2-40B4-BE49-F238E27FC236}">
                    <a16:creationId xmlns:a16="http://schemas.microsoft.com/office/drawing/2014/main" id="{B1C7959D-C58D-DA43-8FA0-A3B80C0E6017}"/>
                  </a:ext>
                </a:extLst>
              </p:cNvPr>
              <p:cNvSpPr>
                <a:spLocks/>
              </p:cNvSpPr>
              <p:nvPr/>
            </p:nvSpPr>
            <p:spPr bwMode="auto">
              <a:xfrm>
                <a:off x="8260699" y="8501084"/>
                <a:ext cx="710194" cy="516057"/>
              </a:xfrm>
              <a:custGeom>
                <a:avLst/>
                <a:gdLst>
                  <a:gd name="T0" fmla="*/ 63 w 76"/>
                  <a:gd name="T1" fmla="*/ 28 h 55"/>
                  <a:gd name="T2" fmla="*/ 66 w 76"/>
                  <a:gd name="T3" fmla="*/ 24 h 55"/>
                  <a:gd name="T4" fmla="*/ 67 w 76"/>
                  <a:gd name="T5" fmla="*/ 22 h 55"/>
                  <a:gd name="T6" fmla="*/ 67 w 76"/>
                  <a:gd name="T7" fmla="*/ 18 h 55"/>
                  <a:gd name="T8" fmla="*/ 61 w 76"/>
                  <a:gd name="T9" fmla="*/ 15 h 55"/>
                  <a:gd name="T10" fmla="*/ 63 w 76"/>
                  <a:gd name="T11" fmla="*/ 14 h 55"/>
                  <a:gd name="T12" fmla="*/ 64 w 76"/>
                  <a:gd name="T13" fmla="*/ 11 h 55"/>
                  <a:gd name="T14" fmla="*/ 60 w 76"/>
                  <a:gd name="T15" fmla="*/ 9 h 55"/>
                  <a:gd name="T16" fmla="*/ 59 w 76"/>
                  <a:gd name="T17" fmla="*/ 8 h 55"/>
                  <a:gd name="T18" fmla="*/ 57 w 76"/>
                  <a:gd name="T19" fmla="*/ 9 h 55"/>
                  <a:gd name="T20" fmla="*/ 57 w 76"/>
                  <a:gd name="T21" fmla="*/ 7 h 55"/>
                  <a:gd name="T22" fmla="*/ 54 w 76"/>
                  <a:gd name="T23" fmla="*/ 8 h 55"/>
                  <a:gd name="T24" fmla="*/ 54 w 76"/>
                  <a:gd name="T25" fmla="*/ 6 h 55"/>
                  <a:gd name="T26" fmla="*/ 58 w 76"/>
                  <a:gd name="T27" fmla="*/ 5 h 55"/>
                  <a:gd name="T28" fmla="*/ 55 w 76"/>
                  <a:gd name="T29" fmla="*/ 4 h 55"/>
                  <a:gd name="T30" fmla="*/ 49 w 76"/>
                  <a:gd name="T31" fmla="*/ 4 h 55"/>
                  <a:gd name="T32" fmla="*/ 44 w 76"/>
                  <a:gd name="T33" fmla="*/ 7 h 55"/>
                  <a:gd name="T34" fmla="*/ 38 w 76"/>
                  <a:gd name="T35" fmla="*/ 5 h 55"/>
                  <a:gd name="T36" fmla="*/ 29 w 76"/>
                  <a:gd name="T37" fmla="*/ 5 h 55"/>
                  <a:gd name="T38" fmla="*/ 26 w 76"/>
                  <a:gd name="T39" fmla="*/ 2 h 55"/>
                  <a:gd name="T40" fmla="*/ 20 w 76"/>
                  <a:gd name="T41" fmla="*/ 0 h 55"/>
                  <a:gd name="T42" fmla="*/ 11 w 76"/>
                  <a:gd name="T43" fmla="*/ 4 h 55"/>
                  <a:gd name="T44" fmla="*/ 13 w 76"/>
                  <a:gd name="T45" fmla="*/ 12 h 55"/>
                  <a:gd name="T46" fmla="*/ 8 w 76"/>
                  <a:gd name="T47" fmla="*/ 8 h 55"/>
                  <a:gd name="T48" fmla="*/ 10 w 76"/>
                  <a:gd name="T49" fmla="*/ 5 h 55"/>
                  <a:gd name="T50" fmla="*/ 8 w 76"/>
                  <a:gd name="T51" fmla="*/ 1 h 55"/>
                  <a:gd name="T52" fmla="*/ 4 w 76"/>
                  <a:gd name="T53" fmla="*/ 7 h 55"/>
                  <a:gd name="T54" fmla="*/ 3 w 76"/>
                  <a:gd name="T55" fmla="*/ 12 h 55"/>
                  <a:gd name="T56" fmla="*/ 5 w 76"/>
                  <a:gd name="T57" fmla="*/ 13 h 55"/>
                  <a:gd name="T58" fmla="*/ 7 w 76"/>
                  <a:gd name="T59" fmla="*/ 16 h 55"/>
                  <a:gd name="T60" fmla="*/ 10 w 76"/>
                  <a:gd name="T61" fmla="*/ 23 h 55"/>
                  <a:gd name="T62" fmla="*/ 13 w 76"/>
                  <a:gd name="T63" fmla="*/ 23 h 55"/>
                  <a:gd name="T64" fmla="*/ 15 w 76"/>
                  <a:gd name="T65" fmla="*/ 22 h 55"/>
                  <a:gd name="T66" fmla="*/ 21 w 76"/>
                  <a:gd name="T67" fmla="*/ 27 h 55"/>
                  <a:gd name="T68" fmla="*/ 23 w 76"/>
                  <a:gd name="T69" fmla="*/ 27 h 55"/>
                  <a:gd name="T70" fmla="*/ 26 w 76"/>
                  <a:gd name="T71" fmla="*/ 27 h 55"/>
                  <a:gd name="T72" fmla="*/ 31 w 76"/>
                  <a:gd name="T73" fmla="*/ 29 h 55"/>
                  <a:gd name="T74" fmla="*/ 31 w 76"/>
                  <a:gd name="T75" fmla="*/ 38 h 55"/>
                  <a:gd name="T76" fmla="*/ 32 w 76"/>
                  <a:gd name="T77" fmla="*/ 41 h 55"/>
                  <a:gd name="T78" fmla="*/ 30 w 76"/>
                  <a:gd name="T79" fmla="*/ 44 h 55"/>
                  <a:gd name="T80" fmla="*/ 40 w 76"/>
                  <a:gd name="T81" fmla="*/ 53 h 55"/>
                  <a:gd name="T82" fmla="*/ 42 w 76"/>
                  <a:gd name="T83" fmla="*/ 54 h 55"/>
                  <a:gd name="T84" fmla="*/ 45 w 76"/>
                  <a:gd name="T85" fmla="*/ 52 h 55"/>
                  <a:gd name="T86" fmla="*/ 51 w 76"/>
                  <a:gd name="T87" fmla="*/ 47 h 55"/>
                  <a:gd name="T88" fmla="*/ 49 w 76"/>
                  <a:gd name="T89" fmla="*/ 44 h 55"/>
                  <a:gd name="T90" fmla="*/ 48 w 76"/>
                  <a:gd name="T91" fmla="*/ 41 h 55"/>
                  <a:gd name="T92" fmla="*/ 45 w 76"/>
                  <a:gd name="T93" fmla="*/ 38 h 55"/>
                  <a:gd name="T94" fmla="*/ 52 w 76"/>
                  <a:gd name="T95" fmla="*/ 38 h 55"/>
                  <a:gd name="T96" fmla="*/ 54 w 76"/>
                  <a:gd name="T97" fmla="*/ 40 h 55"/>
                  <a:gd name="T98" fmla="*/ 56 w 76"/>
                  <a:gd name="T99" fmla="*/ 38 h 55"/>
                  <a:gd name="T100" fmla="*/ 62 w 76"/>
                  <a:gd name="T101" fmla="*/ 36 h 55"/>
                  <a:gd name="T102" fmla="*/ 67 w 76"/>
                  <a:gd name="T103" fmla="*/ 33 h 55"/>
                  <a:gd name="T104" fmla="*/ 63 w 76"/>
                  <a:gd name="T105" fmla="*/ 2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6" h="55">
                    <a:moveTo>
                      <a:pt x="63" y="28"/>
                    </a:moveTo>
                    <a:cubicBezTo>
                      <a:pt x="63" y="26"/>
                      <a:pt x="63" y="25"/>
                      <a:pt x="66" y="24"/>
                    </a:cubicBezTo>
                    <a:cubicBezTo>
                      <a:pt x="66" y="23"/>
                      <a:pt x="68" y="23"/>
                      <a:pt x="67" y="22"/>
                    </a:cubicBezTo>
                    <a:cubicBezTo>
                      <a:pt x="66" y="21"/>
                      <a:pt x="65" y="19"/>
                      <a:pt x="67" y="18"/>
                    </a:cubicBezTo>
                    <a:cubicBezTo>
                      <a:pt x="76" y="14"/>
                      <a:pt x="61" y="15"/>
                      <a:pt x="61" y="15"/>
                    </a:cubicBezTo>
                    <a:cubicBezTo>
                      <a:pt x="61" y="14"/>
                      <a:pt x="62" y="14"/>
                      <a:pt x="63" y="14"/>
                    </a:cubicBezTo>
                    <a:cubicBezTo>
                      <a:pt x="64" y="14"/>
                      <a:pt x="64" y="12"/>
                      <a:pt x="64" y="11"/>
                    </a:cubicBezTo>
                    <a:cubicBezTo>
                      <a:pt x="64" y="10"/>
                      <a:pt x="60" y="8"/>
                      <a:pt x="60" y="9"/>
                    </a:cubicBezTo>
                    <a:cubicBezTo>
                      <a:pt x="60" y="10"/>
                      <a:pt x="59" y="8"/>
                      <a:pt x="59" y="8"/>
                    </a:cubicBezTo>
                    <a:cubicBezTo>
                      <a:pt x="58" y="8"/>
                      <a:pt x="58" y="10"/>
                      <a:pt x="57" y="9"/>
                    </a:cubicBezTo>
                    <a:cubicBezTo>
                      <a:pt x="57" y="9"/>
                      <a:pt x="57" y="8"/>
                      <a:pt x="57" y="7"/>
                    </a:cubicBezTo>
                    <a:cubicBezTo>
                      <a:pt x="56" y="6"/>
                      <a:pt x="55" y="8"/>
                      <a:pt x="54" y="8"/>
                    </a:cubicBezTo>
                    <a:cubicBezTo>
                      <a:pt x="54" y="8"/>
                      <a:pt x="54" y="6"/>
                      <a:pt x="54" y="6"/>
                    </a:cubicBezTo>
                    <a:cubicBezTo>
                      <a:pt x="54" y="4"/>
                      <a:pt x="57" y="5"/>
                      <a:pt x="58" y="5"/>
                    </a:cubicBezTo>
                    <a:cubicBezTo>
                      <a:pt x="59" y="4"/>
                      <a:pt x="55" y="4"/>
                      <a:pt x="55" y="4"/>
                    </a:cubicBezTo>
                    <a:cubicBezTo>
                      <a:pt x="53" y="4"/>
                      <a:pt x="51" y="3"/>
                      <a:pt x="49" y="4"/>
                    </a:cubicBezTo>
                    <a:cubicBezTo>
                      <a:pt x="47" y="5"/>
                      <a:pt x="46" y="8"/>
                      <a:pt x="44" y="7"/>
                    </a:cubicBezTo>
                    <a:cubicBezTo>
                      <a:pt x="41" y="7"/>
                      <a:pt x="40" y="7"/>
                      <a:pt x="38" y="5"/>
                    </a:cubicBezTo>
                    <a:cubicBezTo>
                      <a:pt x="36" y="3"/>
                      <a:pt x="32" y="5"/>
                      <a:pt x="29" y="5"/>
                    </a:cubicBezTo>
                    <a:cubicBezTo>
                      <a:pt x="27" y="5"/>
                      <a:pt x="27" y="4"/>
                      <a:pt x="26" y="2"/>
                    </a:cubicBezTo>
                    <a:cubicBezTo>
                      <a:pt x="25" y="0"/>
                      <a:pt x="23" y="0"/>
                      <a:pt x="20" y="0"/>
                    </a:cubicBezTo>
                    <a:cubicBezTo>
                      <a:pt x="19" y="0"/>
                      <a:pt x="11" y="1"/>
                      <a:pt x="11" y="4"/>
                    </a:cubicBezTo>
                    <a:cubicBezTo>
                      <a:pt x="11" y="7"/>
                      <a:pt x="15" y="8"/>
                      <a:pt x="13" y="12"/>
                    </a:cubicBezTo>
                    <a:cubicBezTo>
                      <a:pt x="11" y="14"/>
                      <a:pt x="7" y="10"/>
                      <a:pt x="8" y="8"/>
                    </a:cubicBezTo>
                    <a:cubicBezTo>
                      <a:pt x="8" y="7"/>
                      <a:pt x="10" y="6"/>
                      <a:pt x="10" y="5"/>
                    </a:cubicBezTo>
                    <a:cubicBezTo>
                      <a:pt x="11" y="3"/>
                      <a:pt x="8" y="2"/>
                      <a:pt x="8" y="1"/>
                    </a:cubicBezTo>
                    <a:cubicBezTo>
                      <a:pt x="5" y="3"/>
                      <a:pt x="4" y="4"/>
                      <a:pt x="4" y="7"/>
                    </a:cubicBezTo>
                    <a:cubicBezTo>
                      <a:pt x="3" y="8"/>
                      <a:pt x="0" y="12"/>
                      <a:pt x="3" y="12"/>
                    </a:cubicBezTo>
                    <a:cubicBezTo>
                      <a:pt x="3" y="12"/>
                      <a:pt x="4" y="12"/>
                      <a:pt x="5" y="13"/>
                    </a:cubicBezTo>
                    <a:cubicBezTo>
                      <a:pt x="5" y="14"/>
                      <a:pt x="6" y="15"/>
                      <a:pt x="7" y="16"/>
                    </a:cubicBezTo>
                    <a:cubicBezTo>
                      <a:pt x="9" y="18"/>
                      <a:pt x="5" y="22"/>
                      <a:pt x="10" y="23"/>
                    </a:cubicBezTo>
                    <a:cubicBezTo>
                      <a:pt x="10" y="23"/>
                      <a:pt x="12" y="23"/>
                      <a:pt x="13" y="23"/>
                    </a:cubicBezTo>
                    <a:cubicBezTo>
                      <a:pt x="14" y="23"/>
                      <a:pt x="14" y="22"/>
                      <a:pt x="15" y="22"/>
                    </a:cubicBezTo>
                    <a:cubicBezTo>
                      <a:pt x="18" y="22"/>
                      <a:pt x="19" y="25"/>
                      <a:pt x="21" y="27"/>
                    </a:cubicBezTo>
                    <a:cubicBezTo>
                      <a:pt x="21" y="27"/>
                      <a:pt x="22" y="28"/>
                      <a:pt x="23" y="27"/>
                    </a:cubicBezTo>
                    <a:cubicBezTo>
                      <a:pt x="23" y="26"/>
                      <a:pt x="24" y="27"/>
                      <a:pt x="26" y="27"/>
                    </a:cubicBezTo>
                    <a:cubicBezTo>
                      <a:pt x="28" y="28"/>
                      <a:pt x="33" y="25"/>
                      <a:pt x="31" y="29"/>
                    </a:cubicBezTo>
                    <a:cubicBezTo>
                      <a:pt x="29" y="32"/>
                      <a:pt x="29" y="35"/>
                      <a:pt x="31" y="38"/>
                    </a:cubicBezTo>
                    <a:cubicBezTo>
                      <a:pt x="31" y="39"/>
                      <a:pt x="32" y="40"/>
                      <a:pt x="32" y="41"/>
                    </a:cubicBezTo>
                    <a:cubicBezTo>
                      <a:pt x="32" y="42"/>
                      <a:pt x="29" y="43"/>
                      <a:pt x="30" y="44"/>
                    </a:cubicBezTo>
                    <a:cubicBezTo>
                      <a:pt x="33" y="47"/>
                      <a:pt x="34" y="55"/>
                      <a:pt x="40" y="53"/>
                    </a:cubicBezTo>
                    <a:cubicBezTo>
                      <a:pt x="41" y="53"/>
                      <a:pt x="41" y="54"/>
                      <a:pt x="42" y="54"/>
                    </a:cubicBezTo>
                    <a:cubicBezTo>
                      <a:pt x="43" y="54"/>
                      <a:pt x="44" y="53"/>
                      <a:pt x="45" y="52"/>
                    </a:cubicBezTo>
                    <a:cubicBezTo>
                      <a:pt x="47" y="51"/>
                      <a:pt x="48" y="49"/>
                      <a:pt x="51" y="47"/>
                    </a:cubicBezTo>
                    <a:cubicBezTo>
                      <a:pt x="53" y="46"/>
                      <a:pt x="49" y="46"/>
                      <a:pt x="49" y="44"/>
                    </a:cubicBezTo>
                    <a:cubicBezTo>
                      <a:pt x="49" y="43"/>
                      <a:pt x="48" y="42"/>
                      <a:pt x="48" y="41"/>
                    </a:cubicBezTo>
                    <a:cubicBezTo>
                      <a:pt x="48" y="40"/>
                      <a:pt x="45" y="39"/>
                      <a:pt x="45" y="38"/>
                    </a:cubicBezTo>
                    <a:cubicBezTo>
                      <a:pt x="45" y="37"/>
                      <a:pt x="51" y="38"/>
                      <a:pt x="52" y="38"/>
                    </a:cubicBezTo>
                    <a:cubicBezTo>
                      <a:pt x="54" y="38"/>
                      <a:pt x="53" y="39"/>
                      <a:pt x="54" y="40"/>
                    </a:cubicBezTo>
                    <a:cubicBezTo>
                      <a:pt x="55" y="40"/>
                      <a:pt x="55" y="38"/>
                      <a:pt x="56" y="38"/>
                    </a:cubicBezTo>
                    <a:cubicBezTo>
                      <a:pt x="57" y="37"/>
                      <a:pt x="60" y="37"/>
                      <a:pt x="62" y="36"/>
                    </a:cubicBezTo>
                    <a:cubicBezTo>
                      <a:pt x="63" y="35"/>
                      <a:pt x="65" y="34"/>
                      <a:pt x="67" y="33"/>
                    </a:cubicBezTo>
                    <a:cubicBezTo>
                      <a:pt x="66" y="31"/>
                      <a:pt x="63" y="30"/>
                      <a:pt x="63" y="2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2" name="Freeform 619">
                <a:extLst>
                  <a:ext uri="{FF2B5EF4-FFF2-40B4-BE49-F238E27FC236}">
                    <a16:creationId xmlns:a16="http://schemas.microsoft.com/office/drawing/2014/main" id="{B0983EEE-73CF-6C45-8EE8-B1A5668C2DFF}"/>
                  </a:ext>
                </a:extLst>
              </p:cNvPr>
              <p:cNvSpPr>
                <a:spLocks/>
              </p:cNvSpPr>
              <p:nvPr/>
            </p:nvSpPr>
            <p:spPr bwMode="auto">
              <a:xfrm>
                <a:off x="8830764" y="8641249"/>
                <a:ext cx="242036" cy="356781"/>
              </a:xfrm>
              <a:custGeom>
                <a:avLst/>
                <a:gdLst>
                  <a:gd name="T0" fmla="*/ 22 w 26"/>
                  <a:gd name="T1" fmla="*/ 29 h 38"/>
                  <a:gd name="T2" fmla="*/ 18 w 26"/>
                  <a:gd name="T3" fmla="*/ 21 h 38"/>
                  <a:gd name="T4" fmla="*/ 20 w 26"/>
                  <a:gd name="T5" fmla="*/ 18 h 38"/>
                  <a:gd name="T6" fmla="*/ 22 w 26"/>
                  <a:gd name="T7" fmla="*/ 15 h 38"/>
                  <a:gd name="T8" fmla="*/ 22 w 26"/>
                  <a:gd name="T9" fmla="*/ 13 h 38"/>
                  <a:gd name="T10" fmla="*/ 20 w 26"/>
                  <a:gd name="T11" fmla="*/ 11 h 38"/>
                  <a:gd name="T12" fmla="*/ 16 w 26"/>
                  <a:gd name="T13" fmla="*/ 7 h 38"/>
                  <a:gd name="T14" fmla="*/ 9 w 26"/>
                  <a:gd name="T15" fmla="*/ 0 h 38"/>
                  <a:gd name="T16" fmla="*/ 5 w 26"/>
                  <a:gd name="T17" fmla="*/ 5 h 38"/>
                  <a:gd name="T18" fmla="*/ 6 w 26"/>
                  <a:gd name="T19" fmla="*/ 8 h 38"/>
                  <a:gd name="T20" fmla="*/ 3 w 26"/>
                  <a:gd name="T21" fmla="*/ 10 h 38"/>
                  <a:gd name="T22" fmla="*/ 4 w 26"/>
                  <a:gd name="T23" fmla="*/ 16 h 38"/>
                  <a:gd name="T24" fmla="*/ 7 w 26"/>
                  <a:gd name="T25" fmla="*/ 18 h 38"/>
                  <a:gd name="T26" fmla="*/ 8 w 26"/>
                  <a:gd name="T27" fmla="*/ 20 h 38"/>
                  <a:gd name="T28" fmla="*/ 8 w 26"/>
                  <a:gd name="T29" fmla="*/ 27 h 38"/>
                  <a:gd name="T30" fmla="*/ 11 w 26"/>
                  <a:gd name="T31" fmla="*/ 35 h 38"/>
                  <a:gd name="T32" fmla="*/ 17 w 26"/>
                  <a:gd name="T33" fmla="*/ 35 h 38"/>
                  <a:gd name="T34" fmla="*/ 21 w 26"/>
                  <a:gd name="T35" fmla="*/ 34 h 38"/>
                  <a:gd name="T36" fmla="*/ 26 w 26"/>
                  <a:gd name="T37" fmla="*/ 34 h 38"/>
                  <a:gd name="T38" fmla="*/ 22 w 26"/>
                  <a:gd name="T39" fmla="*/ 29 h 38"/>
                  <a:gd name="T40" fmla="*/ 22 w 26"/>
                  <a:gd name="T41"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8">
                    <a:moveTo>
                      <a:pt x="22" y="29"/>
                    </a:moveTo>
                    <a:cubicBezTo>
                      <a:pt x="22" y="28"/>
                      <a:pt x="17" y="22"/>
                      <a:pt x="18" y="21"/>
                    </a:cubicBezTo>
                    <a:cubicBezTo>
                      <a:pt x="19" y="20"/>
                      <a:pt x="18" y="19"/>
                      <a:pt x="20" y="18"/>
                    </a:cubicBezTo>
                    <a:cubicBezTo>
                      <a:pt x="23" y="18"/>
                      <a:pt x="22" y="16"/>
                      <a:pt x="22" y="15"/>
                    </a:cubicBezTo>
                    <a:cubicBezTo>
                      <a:pt x="22" y="14"/>
                      <a:pt x="22" y="13"/>
                      <a:pt x="22" y="13"/>
                    </a:cubicBezTo>
                    <a:cubicBezTo>
                      <a:pt x="22" y="12"/>
                      <a:pt x="21" y="12"/>
                      <a:pt x="20" y="11"/>
                    </a:cubicBezTo>
                    <a:cubicBezTo>
                      <a:pt x="19" y="9"/>
                      <a:pt x="16" y="9"/>
                      <a:pt x="16" y="7"/>
                    </a:cubicBezTo>
                    <a:cubicBezTo>
                      <a:pt x="15" y="4"/>
                      <a:pt x="11" y="1"/>
                      <a:pt x="9" y="0"/>
                    </a:cubicBezTo>
                    <a:cubicBezTo>
                      <a:pt x="9" y="3"/>
                      <a:pt x="4" y="3"/>
                      <a:pt x="5" y="5"/>
                    </a:cubicBezTo>
                    <a:cubicBezTo>
                      <a:pt x="5" y="6"/>
                      <a:pt x="7" y="7"/>
                      <a:pt x="6" y="8"/>
                    </a:cubicBezTo>
                    <a:cubicBezTo>
                      <a:pt x="5" y="8"/>
                      <a:pt x="3" y="9"/>
                      <a:pt x="3" y="10"/>
                    </a:cubicBezTo>
                    <a:cubicBezTo>
                      <a:pt x="0" y="11"/>
                      <a:pt x="2" y="14"/>
                      <a:pt x="4" y="16"/>
                    </a:cubicBezTo>
                    <a:cubicBezTo>
                      <a:pt x="5" y="17"/>
                      <a:pt x="5" y="18"/>
                      <a:pt x="7" y="18"/>
                    </a:cubicBezTo>
                    <a:cubicBezTo>
                      <a:pt x="8" y="18"/>
                      <a:pt x="7" y="19"/>
                      <a:pt x="8" y="20"/>
                    </a:cubicBezTo>
                    <a:cubicBezTo>
                      <a:pt x="10" y="23"/>
                      <a:pt x="9" y="24"/>
                      <a:pt x="8" y="27"/>
                    </a:cubicBezTo>
                    <a:cubicBezTo>
                      <a:pt x="8" y="30"/>
                      <a:pt x="10" y="33"/>
                      <a:pt x="11" y="35"/>
                    </a:cubicBezTo>
                    <a:cubicBezTo>
                      <a:pt x="14" y="38"/>
                      <a:pt x="15" y="35"/>
                      <a:pt x="17" y="35"/>
                    </a:cubicBezTo>
                    <a:cubicBezTo>
                      <a:pt x="19" y="35"/>
                      <a:pt x="20" y="34"/>
                      <a:pt x="21" y="34"/>
                    </a:cubicBezTo>
                    <a:cubicBezTo>
                      <a:pt x="23" y="33"/>
                      <a:pt x="24" y="33"/>
                      <a:pt x="26" y="34"/>
                    </a:cubicBezTo>
                    <a:cubicBezTo>
                      <a:pt x="25" y="32"/>
                      <a:pt x="24" y="30"/>
                      <a:pt x="22" y="29"/>
                    </a:cubicBezTo>
                    <a:cubicBezTo>
                      <a:pt x="21" y="27"/>
                      <a:pt x="23" y="29"/>
                      <a:pt x="22" y="2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3" name="Freeform 620">
                <a:extLst>
                  <a:ext uri="{FF2B5EF4-FFF2-40B4-BE49-F238E27FC236}">
                    <a16:creationId xmlns:a16="http://schemas.microsoft.com/office/drawing/2014/main" id="{104D832D-B8E6-8940-AC93-17465029159E}"/>
                  </a:ext>
                </a:extLst>
              </p:cNvPr>
              <p:cNvSpPr>
                <a:spLocks/>
              </p:cNvSpPr>
              <p:nvPr/>
            </p:nvSpPr>
            <p:spPr bwMode="auto">
              <a:xfrm>
                <a:off x="8986815" y="8752743"/>
                <a:ext cx="207006" cy="216615"/>
              </a:xfrm>
              <a:custGeom>
                <a:avLst/>
                <a:gdLst>
                  <a:gd name="T0" fmla="*/ 19 w 22"/>
                  <a:gd name="T1" fmla="*/ 7 h 23"/>
                  <a:gd name="T2" fmla="*/ 22 w 22"/>
                  <a:gd name="T3" fmla="*/ 2 h 23"/>
                  <a:gd name="T4" fmla="*/ 12 w 22"/>
                  <a:gd name="T5" fmla="*/ 2 h 23"/>
                  <a:gd name="T6" fmla="*/ 9 w 22"/>
                  <a:gd name="T7" fmla="*/ 0 h 23"/>
                  <a:gd name="T8" fmla="*/ 5 w 22"/>
                  <a:gd name="T9" fmla="*/ 1 h 23"/>
                  <a:gd name="T10" fmla="*/ 4 w 22"/>
                  <a:gd name="T11" fmla="*/ 6 h 23"/>
                  <a:gd name="T12" fmla="*/ 1 w 22"/>
                  <a:gd name="T13" fmla="*/ 10 h 23"/>
                  <a:gd name="T14" fmla="*/ 4 w 22"/>
                  <a:gd name="T15" fmla="*/ 15 h 23"/>
                  <a:gd name="T16" fmla="*/ 9 w 22"/>
                  <a:gd name="T17" fmla="*/ 22 h 23"/>
                  <a:gd name="T18" fmla="*/ 12 w 22"/>
                  <a:gd name="T19" fmla="*/ 19 h 23"/>
                  <a:gd name="T20" fmla="*/ 16 w 22"/>
                  <a:gd name="T21" fmla="*/ 18 h 23"/>
                  <a:gd name="T22" fmla="*/ 19 w 22"/>
                  <a:gd name="T23" fmla="*/ 19 h 23"/>
                  <a:gd name="T24" fmla="*/ 20 w 22"/>
                  <a:gd name="T25" fmla="*/ 14 h 23"/>
                  <a:gd name="T26" fmla="*/ 19 w 22"/>
                  <a:gd name="T27"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3">
                    <a:moveTo>
                      <a:pt x="19" y="7"/>
                    </a:moveTo>
                    <a:cubicBezTo>
                      <a:pt x="19" y="5"/>
                      <a:pt x="21" y="3"/>
                      <a:pt x="22" y="2"/>
                    </a:cubicBezTo>
                    <a:cubicBezTo>
                      <a:pt x="19" y="1"/>
                      <a:pt x="14" y="0"/>
                      <a:pt x="12" y="2"/>
                    </a:cubicBezTo>
                    <a:cubicBezTo>
                      <a:pt x="10" y="3"/>
                      <a:pt x="9" y="1"/>
                      <a:pt x="9" y="0"/>
                    </a:cubicBezTo>
                    <a:cubicBezTo>
                      <a:pt x="8" y="0"/>
                      <a:pt x="7" y="2"/>
                      <a:pt x="5" y="1"/>
                    </a:cubicBezTo>
                    <a:cubicBezTo>
                      <a:pt x="5" y="2"/>
                      <a:pt x="7" y="6"/>
                      <a:pt x="4" y="6"/>
                    </a:cubicBezTo>
                    <a:cubicBezTo>
                      <a:pt x="2" y="7"/>
                      <a:pt x="0" y="8"/>
                      <a:pt x="1" y="10"/>
                    </a:cubicBezTo>
                    <a:cubicBezTo>
                      <a:pt x="2" y="12"/>
                      <a:pt x="3" y="13"/>
                      <a:pt x="4" y="15"/>
                    </a:cubicBezTo>
                    <a:cubicBezTo>
                      <a:pt x="5" y="17"/>
                      <a:pt x="7" y="19"/>
                      <a:pt x="9" y="22"/>
                    </a:cubicBezTo>
                    <a:cubicBezTo>
                      <a:pt x="12" y="23"/>
                      <a:pt x="10" y="19"/>
                      <a:pt x="12" y="19"/>
                    </a:cubicBezTo>
                    <a:cubicBezTo>
                      <a:pt x="14" y="19"/>
                      <a:pt x="15" y="19"/>
                      <a:pt x="16" y="18"/>
                    </a:cubicBezTo>
                    <a:cubicBezTo>
                      <a:pt x="17" y="18"/>
                      <a:pt x="17" y="20"/>
                      <a:pt x="19" y="19"/>
                    </a:cubicBezTo>
                    <a:cubicBezTo>
                      <a:pt x="20" y="17"/>
                      <a:pt x="21" y="16"/>
                      <a:pt x="20" y="14"/>
                    </a:cubicBezTo>
                    <a:cubicBezTo>
                      <a:pt x="20" y="12"/>
                      <a:pt x="19" y="9"/>
                      <a:pt x="19"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4" name="Freeform 621">
                <a:extLst>
                  <a:ext uri="{FF2B5EF4-FFF2-40B4-BE49-F238E27FC236}">
                    <a16:creationId xmlns:a16="http://schemas.microsoft.com/office/drawing/2014/main" id="{8266007A-31AC-354C-819C-CC1DB38BB8B6}"/>
                  </a:ext>
                </a:extLst>
              </p:cNvPr>
              <p:cNvSpPr>
                <a:spLocks/>
              </p:cNvSpPr>
              <p:nvPr/>
            </p:nvSpPr>
            <p:spPr bwMode="auto">
              <a:xfrm>
                <a:off x="9155606" y="8771859"/>
                <a:ext cx="149682" cy="168837"/>
              </a:xfrm>
              <a:custGeom>
                <a:avLst/>
                <a:gdLst>
                  <a:gd name="T0" fmla="*/ 12 w 16"/>
                  <a:gd name="T1" fmla="*/ 5 h 18"/>
                  <a:gd name="T2" fmla="*/ 5 w 16"/>
                  <a:gd name="T3" fmla="*/ 1 h 18"/>
                  <a:gd name="T4" fmla="*/ 1 w 16"/>
                  <a:gd name="T5" fmla="*/ 6 h 18"/>
                  <a:gd name="T6" fmla="*/ 2 w 16"/>
                  <a:gd name="T7" fmla="*/ 12 h 18"/>
                  <a:gd name="T8" fmla="*/ 0 w 16"/>
                  <a:gd name="T9" fmla="*/ 17 h 18"/>
                  <a:gd name="T10" fmla="*/ 4 w 16"/>
                  <a:gd name="T11" fmla="*/ 17 h 18"/>
                  <a:gd name="T12" fmla="*/ 9 w 16"/>
                  <a:gd name="T13" fmla="*/ 17 h 18"/>
                  <a:gd name="T14" fmla="*/ 16 w 16"/>
                  <a:gd name="T15" fmla="*/ 8 h 18"/>
                  <a:gd name="T16" fmla="*/ 12 w 16"/>
                  <a:gd name="T17" fmla="*/ 5 h 18"/>
                  <a:gd name="T18" fmla="*/ 12 w 16"/>
                  <a:gd name="T19"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8">
                    <a:moveTo>
                      <a:pt x="12" y="5"/>
                    </a:moveTo>
                    <a:cubicBezTo>
                      <a:pt x="10" y="3"/>
                      <a:pt x="8" y="1"/>
                      <a:pt x="5" y="1"/>
                    </a:cubicBezTo>
                    <a:cubicBezTo>
                      <a:pt x="3" y="0"/>
                      <a:pt x="0" y="4"/>
                      <a:pt x="1" y="6"/>
                    </a:cubicBezTo>
                    <a:cubicBezTo>
                      <a:pt x="1" y="8"/>
                      <a:pt x="2" y="10"/>
                      <a:pt x="2" y="12"/>
                    </a:cubicBezTo>
                    <a:cubicBezTo>
                      <a:pt x="3" y="14"/>
                      <a:pt x="1" y="16"/>
                      <a:pt x="0" y="17"/>
                    </a:cubicBezTo>
                    <a:cubicBezTo>
                      <a:pt x="1" y="18"/>
                      <a:pt x="3" y="17"/>
                      <a:pt x="4" y="17"/>
                    </a:cubicBezTo>
                    <a:cubicBezTo>
                      <a:pt x="6" y="17"/>
                      <a:pt x="7" y="18"/>
                      <a:pt x="9" y="17"/>
                    </a:cubicBezTo>
                    <a:cubicBezTo>
                      <a:pt x="12" y="16"/>
                      <a:pt x="13" y="10"/>
                      <a:pt x="16" y="8"/>
                    </a:cubicBezTo>
                    <a:cubicBezTo>
                      <a:pt x="14" y="7"/>
                      <a:pt x="13" y="6"/>
                      <a:pt x="12" y="5"/>
                    </a:cubicBezTo>
                    <a:cubicBezTo>
                      <a:pt x="10" y="4"/>
                      <a:pt x="13" y="6"/>
                      <a:pt x="12"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5" name="Freeform 622">
                <a:extLst>
                  <a:ext uri="{FF2B5EF4-FFF2-40B4-BE49-F238E27FC236}">
                    <a16:creationId xmlns:a16="http://schemas.microsoft.com/office/drawing/2014/main" id="{4A080474-4C8B-494A-8431-0F076134C984}"/>
                  </a:ext>
                </a:extLst>
              </p:cNvPr>
              <p:cNvSpPr>
                <a:spLocks/>
              </p:cNvSpPr>
              <p:nvPr/>
            </p:nvSpPr>
            <p:spPr bwMode="auto">
              <a:xfrm>
                <a:off x="7821211" y="8453303"/>
                <a:ext cx="754780" cy="786831"/>
              </a:xfrm>
              <a:custGeom>
                <a:avLst/>
                <a:gdLst>
                  <a:gd name="T0" fmla="*/ 76 w 81"/>
                  <a:gd name="T1" fmla="*/ 39 h 84"/>
                  <a:gd name="T2" fmla="*/ 74 w 81"/>
                  <a:gd name="T3" fmla="*/ 32 h 84"/>
                  <a:gd name="T4" fmla="*/ 69 w 81"/>
                  <a:gd name="T5" fmla="*/ 33 h 84"/>
                  <a:gd name="T6" fmla="*/ 58 w 81"/>
                  <a:gd name="T7" fmla="*/ 28 h 84"/>
                  <a:gd name="T8" fmla="*/ 53 w 81"/>
                  <a:gd name="T9" fmla="*/ 20 h 84"/>
                  <a:gd name="T10" fmla="*/ 50 w 81"/>
                  <a:gd name="T11" fmla="*/ 15 h 84"/>
                  <a:gd name="T12" fmla="*/ 56 w 81"/>
                  <a:gd name="T13" fmla="*/ 5 h 84"/>
                  <a:gd name="T14" fmla="*/ 56 w 81"/>
                  <a:gd name="T15" fmla="*/ 1 h 84"/>
                  <a:gd name="T16" fmla="*/ 44 w 81"/>
                  <a:gd name="T17" fmla="*/ 8 h 84"/>
                  <a:gd name="T18" fmla="*/ 36 w 81"/>
                  <a:gd name="T19" fmla="*/ 16 h 84"/>
                  <a:gd name="T20" fmla="*/ 31 w 81"/>
                  <a:gd name="T21" fmla="*/ 23 h 84"/>
                  <a:gd name="T22" fmla="*/ 25 w 81"/>
                  <a:gd name="T23" fmla="*/ 17 h 84"/>
                  <a:gd name="T24" fmla="*/ 7 w 81"/>
                  <a:gd name="T25" fmla="*/ 18 h 84"/>
                  <a:gd name="T26" fmla="*/ 1 w 81"/>
                  <a:gd name="T27" fmla="*/ 16 h 84"/>
                  <a:gd name="T28" fmla="*/ 1 w 81"/>
                  <a:gd name="T29" fmla="*/ 21 h 84"/>
                  <a:gd name="T30" fmla="*/ 8 w 81"/>
                  <a:gd name="T31" fmla="*/ 24 h 84"/>
                  <a:gd name="T32" fmla="*/ 11 w 81"/>
                  <a:gd name="T33" fmla="*/ 26 h 84"/>
                  <a:gd name="T34" fmla="*/ 13 w 81"/>
                  <a:gd name="T35" fmla="*/ 23 h 84"/>
                  <a:gd name="T36" fmla="*/ 20 w 81"/>
                  <a:gd name="T37" fmla="*/ 18 h 84"/>
                  <a:gd name="T38" fmla="*/ 24 w 81"/>
                  <a:gd name="T39" fmla="*/ 20 h 84"/>
                  <a:gd name="T40" fmla="*/ 25 w 81"/>
                  <a:gd name="T41" fmla="*/ 26 h 84"/>
                  <a:gd name="T42" fmla="*/ 28 w 81"/>
                  <a:gd name="T43" fmla="*/ 42 h 84"/>
                  <a:gd name="T44" fmla="*/ 28 w 81"/>
                  <a:gd name="T45" fmla="*/ 47 h 84"/>
                  <a:gd name="T46" fmla="*/ 22 w 81"/>
                  <a:gd name="T47" fmla="*/ 53 h 84"/>
                  <a:gd name="T48" fmla="*/ 26 w 81"/>
                  <a:gd name="T49" fmla="*/ 58 h 84"/>
                  <a:gd name="T50" fmla="*/ 34 w 81"/>
                  <a:gd name="T51" fmla="*/ 61 h 84"/>
                  <a:gd name="T52" fmla="*/ 41 w 81"/>
                  <a:gd name="T53" fmla="*/ 64 h 84"/>
                  <a:gd name="T54" fmla="*/ 54 w 81"/>
                  <a:gd name="T55" fmla="*/ 76 h 84"/>
                  <a:gd name="T56" fmla="*/ 60 w 81"/>
                  <a:gd name="T57" fmla="*/ 75 h 84"/>
                  <a:gd name="T58" fmla="*/ 64 w 81"/>
                  <a:gd name="T59" fmla="*/ 80 h 84"/>
                  <a:gd name="T60" fmla="*/ 65 w 81"/>
                  <a:gd name="T61" fmla="*/ 84 h 84"/>
                  <a:gd name="T62" fmla="*/ 65 w 81"/>
                  <a:gd name="T63" fmla="*/ 63 h 84"/>
                  <a:gd name="T64" fmla="*/ 70 w 81"/>
                  <a:gd name="T65" fmla="*/ 58 h 84"/>
                  <a:gd name="T66" fmla="*/ 66 w 81"/>
                  <a:gd name="T67" fmla="*/ 55 h 84"/>
                  <a:gd name="T68" fmla="*/ 79 w 81"/>
                  <a:gd name="T69" fmla="*/ 53 h 84"/>
                  <a:gd name="T70" fmla="*/ 77 w 81"/>
                  <a:gd name="T71" fmla="*/ 4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84">
                    <a:moveTo>
                      <a:pt x="77" y="48"/>
                    </a:moveTo>
                    <a:cubicBezTo>
                      <a:pt x="81" y="45"/>
                      <a:pt x="76" y="42"/>
                      <a:pt x="76" y="39"/>
                    </a:cubicBezTo>
                    <a:cubicBezTo>
                      <a:pt x="76" y="37"/>
                      <a:pt x="78" y="35"/>
                      <a:pt x="78" y="33"/>
                    </a:cubicBezTo>
                    <a:cubicBezTo>
                      <a:pt x="79" y="30"/>
                      <a:pt x="75" y="32"/>
                      <a:pt x="74" y="32"/>
                    </a:cubicBezTo>
                    <a:cubicBezTo>
                      <a:pt x="73" y="32"/>
                      <a:pt x="72" y="32"/>
                      <a:pt x="71" y="32"/>
                    </a:cubicBezTo>
                    <a:cubicBezTo>
                      <a:pt x="70" y="32"/>
                      <a:pt x="70" y="33"/>
                      <a:pt x="69" y="33"/>
                    </a:cubicBezTo>
                    <a:cubicBezTo>
                      <a:pt x="68" y="33"/>
                      <a:pt x="67" y="30"/>
                      <a:pt x="66" y="30"/>
                    </a:cubicBezTo>
                    <a:cubicBezTo>
                      <a:pt x="64" y="26"/>
                      <a:pt x="62" y="28"/>
                      <a:pt x="58" y="28"/>
                    </a:cubicBezTo>
                    <a:cubicBezTo>
                      <a:pt x="56" y="28"/>
                      <a:pt x="55" y="28"/>
                      <a:pt x="54" y="26"/>
                    </a:cubicBezTo>
                    <a:cubicBezTo>
                      <a:pt x="53" y="24"/>
                      <a:pt x="56" y="22"/>
                      <a:pt x="53" y="20"/>
                    </a:cubicBezTo>
                    <a:cubicBezTo>
                      <a:pt x="52" y="19"/>
                      <a:pt x="52" y="17"/>
                      <a:pt x="50" y="17"/>
                    </a:cubicBezTo>
                    <a:cubicBezTo>
                      <a:pt x="48" y="17"/>
                      <a:pt x="49" y="17"/>
                      <a:pt x="50" y="15"/>
                    </a:cubicBezTo>
                    <a:cubicBezTo>
                      <a:pt x="51" y="13"/>
                      <a:pt x="50" y="11"/>
                      <a:pt x="51" y="9"/>
                    </a:cubicBezTo>
                    <a:cubicBezTo>
                      <a:pt x="52" y="7"/>
                      <a:pt x="54" y="6"/>
                      <a:pt x="56" y="5"/>
                    </a:cubicBezTo>
                    <a:cubicBezTo>
                      <a:pt x="57" y="4"/>
                      <a:pt x="59" y="4"/>
                      <a:pt x="60" y="2"/>
                    </a:cubicBezTo>
                    <a:cubicBezTo>
                      <a:pt x="60" y="0"/>
                      <a:pt x="56" y="0"/>
                      <a:pt x="56" y="1"/>
                    </a:cubicBezTo>
                    <a:cubicBezTo>
                      <a:pt x="54" y="3"/>
                      <a:pt x="51" y="6"/>
                      <a:pt x="48" y="6"/>
                    </a:cubicBezTo>
                    <a:cubicBezTo>
                      <a:pt x="45" y="6"/>
                      <a:pt x="45" y="6"/>
                      <a:pt x="44" y="8"/>
                    </a:cubicBezTo>
                    <a:cubicBezTo>
                      <a:pt x="43" y="10"/>
                      <a:pt x="43" y="7"/>
                      <a:pt x="41" y="7"/>
                    </a:cubicBezTo>
                    <a:cubicBezTo>
                      <a:pt x="37" y="8"/>
                      <a:pt x="39" y="14"/>
                      <a:pt x="36" y="16"/>
                    </a:cubicBezTo>
                    <a:cubicBezTo>
                      <a:pt x="35" y="17"/>
                      <a:pt x="33" y="18"/>
                      <a:pt x="32" y="20"/>
                    </a:cubicBezTo>
                    <a:cubicBezTo>
                      <a:pt x="32" y="20"/>
                      <a:pt x="32" y="23"/>
                      <a:pt x="31" y="23"/>
                    </a:cubicBezTo>
                    <a:cubicBezTo>
                      <a:pt x="30" y="21"/>
                      <a:pt x="29" y="20"/>
                      <a:pt x="28" y="19"/>
                    </a:cubicBezTo>
                    <a:cubicBezTo>
                      <a:pt x="27" y="17"/>
                      <a:pt x="26" y="17"/>
                      <a:pt x="25" y="17"/>
                    </a:cubicBezTo>
                    <a:cubicBezTo>
                      <a:pt x="21" y="16"/>
                      <a:pt x="19" y="13"/>
                      <a:pt x="15" y="16"/>
                    </a:cubicBezTo>
                    <a:cubicBezTo>
                      <a:pt x="13" y="17"/>
                      <a:pt x="9" y="20"/>
                      <a:pt x="7" y="18"/>
                    </a:cubicBezTo>
                    <a:cubicBezTo>
                      <a:pt x="6" y="17"/>
                      <a:pt x="5" y="17"/>
                      <a:pt x="4" y="16"/>
                    </a:cubicBezTo>
                    <a:cubicBezTo>
                      <a:pt x="2" y="16"/>
                      <a:pt x="3" y="14"/>
                      <a:pt x="1" y="16"/>
                    </a:cubicBezTo>
                    <a:cubicBezTo>
                      <a:pt x="0" y="17"/>
                      <a:pt x="1" y="17"/>
                      <a:pt x="2" y="18"/>
                    </a:cubicBezTo>
                    <a:cubicBezTo>
                      <a:pt x="2" y="19"/>
                      <a:pt x="1" y="20"/>
                      <a:pt x="1" y="21"/>
                    </a:cubicBezTo>
                    <a:cubicBezTo>
                      <a:pt x="3" y="21"/>
                      <a:pt x="5" y="22"/>
                      <a:pt x="6" y="22"/>
                    </a:cubicBezTo>
                    <a:cubicBezTo>
                      <a:pt x="7" y="23"/>
                      <a:pt x="8" y="23"/>
                      <a:pt x="8" y="24"/>
                    </a:cubicBezTo>
                    <a:cubicBezTo>
                      <a:pt x="9" y="25"/>
                      <a:pt x="9" y="24"/>
                      <a:pt x="10" y="24"/>
                    </a:cubicBezTo>
                    <a:cubicBezTo>
                      <a:pt x="10" y="23"/>
                      <a:pt x="10" y="26"/>
                      <a:pt x="11" y="26"/>
                    </a:cubicBezTo>
                    <a:cubicBezTo>
                      <a:pt x="12" y="27"/>
                      <a:pt x="13" y="26"/>
                      <a:pt x="15" y="25"/>
                    </a:cubicBezTo>
                    <a:cubicBezTo>
                      <a:pt x="16" y="25"/>
                      <a:pt x="13" y="23"/>
                      <a:pt x="13" y="23"/>
                    </a:cubicBezTo>
                    <a:cubicBezTo>
                      <a:pt x="13" y="22"/>
                      <a:pt x="16" y="20"/>
                      <a:pt x="16" y="19"/>
                    </a:cubicBezTo>
                    <a:cubicBezTo>
                      <a:pt x="17" y="18"/>
                      <a:pt x="19" y="17"/>
                      <a:pt x="20" y="18"/>
                    </a:cubicBezTo>
                    <a:cubicBezTo>
                      <a:pt x="21" y="18"/>
                      <a:pt x="23" y="19"/>
                      <a:pt x="23" y="19"/>
                    </a:cubicBezTo>
                    <a:cubicBezTo>
                      <a:pt x="23" y="20"/>
                      <a:pt x="23" y="20"/>
                      <a:pt x="24" y="20"/>
                    </a:cubicBezTo>
                    <a:cubicBezTo>
                      <a:pt x="24" y="21"/>
                      <a:pt x="23" y="22"/>
                      <a:pt x="23" y="22"/>
                    </a:cubicBezTo>
                    <a:cubicBezTo>
                      <a:pt x="23" y="23"/>
                      <a:pt x="25" y="25"/>
                      <a:pt x="25" y="26"/>
                    </a:cubicBezTo>
                    <a:cubicBezTo>
                      <a:pt x="27" y="29"/>
                      <a:pt x="29" y="29"/>
                      <a:pt x="29" y="33"/>
                    </a:cubicBezTo>
                    <a:cubicBezTo>
                      <a:pt x="29" y="36"/>
                      <a:pt x="29" y="39"/>
                      <a:pt x="28" y="42"/>
                    </a:cubicBezTo>
                    <a:cubicBezTo>
                      <a:pt x="28" y="43"/>
                      <a:pt x="30" y="43"/>
                      <a:pt x="30" y="44"/>
                    </a:cubicBezTo>
                    <a:cubicBezTo>
                      <a:pt x="29" y="45"/>
                      <a:pt x="28" y="46"/>
                      <a:pt x="28" y="47"/>
                    </a:cubicBezTo>
                    <a:cubicBezTo>
                      <a:pt x="27" y="48"/>
                      <a:pt x="27" y="50"/>
                      <a:pt x="26" y="50"/>
                    </a:cubicBezTo>
                    <a:cubicBezTo>
                      <a:pt x="24" y="51"/>
                      <a:pt x="22" y="50"/>
                      <a:pt x="22" y="53"/>
                    </a:cubicBezTo>
                    <a:cubicBezTo>
                      <a:pt x="22" y="55"/>
                      <a:pt x="19" y="55"/>
                      <a:pt x="22" y="56"/>
                    </a:cubicBezTo>
                    <a:cubicBezTo>
                      <a:pt x="23" y="57"/>
                      <a:pt x="24" y="57"/>
                      <a:pt x="26" y="58"/>
                    </a:cubicBezTo>
                    <a:cubicBezTo>
                      <a:pt x="27" y="59"/>
                      <a:pt x="28" y="60"/>
                      <a:pt x="29" y="61"/>
                    </a:cubicBezTo>
                    <a:cubicBezTo>
                      <a:pt x="31" y="62"/>
                      <a:pt x="32" y="61"/>
                      <a:pt x="34" y="61"/>
                    </a:cubicBezTo>
                    <a:cubicBezTo>
                      <a:pt x="35" y="61"/>
                      <a:pt x="36" y="62"/>
                      <a:pt x="38" y="63"/>
                    </a:cubicBezTo>
                    <a:cubicBezTo>
                      <a:pt x="39" y="63"/>
                      <a:pt x="40" y="63"/>
                      <a:pt x="41" y="64"/>
                    </a:cubicBezTo>
                    <a:cubicBezTo>
                      <a:pt x="44" y="66"/>
                      <a:pt x="46" y="68"/>
                      <a:pt x="48" y="71"/>
                    </a:cubicBezTo>
                    <a:cubicBezTo>
                      <a:pt x="49" y="74"/>
                      <a:pt x="50" y="75"/>
                      <a:pt x="54" y="76"/>
                    </a:cubicBezTo>
                    <a:cubicBezTo>
                      <a:pt x="55" y="76"/>
                      <a:pt x="56" y="75"/>
                      <a:pt x="57" y="74"/>
                    </a:cubicBezTo>
                    <a:cubicBezTo>
                      <a:pt x="58" y="74"/>
                      <a:pt x="59" y="76"/>
                      <a:pt x="60" y="75"/>
                    </a:cubicBezTo>
                    <a:cubicBezTo>
                      <a:pt x="62" y="74"/>
                      <a:pt x="64" y="75"/>
                      <a:pt x="65" y="76"/>
                    </a:cubicBezTo>
                    <a:cubicBezTo>
                      <a:pt x="65" y="77"/>
                      <a:pt x="64" y="79"/>
                      <a:pt x="64" y="80"/>
                    </a:cubicBezTo>
                    <a:cubicBezTo>
                      <a:pt x="63" y="81"/>
                      <a:pt x="62" y="81"/>
                      <a:pt x="64" y="82"/>
                    </a:cubicBezTo>
                    <a:cubicBezTo>
                      <a:pt x="64" y="82"/>
                      <a:pt x="66" y="84"/>
                      <a:pt x="65" y="84"/>
                    </a:cubicBezTo>
                    <a:cubicBezTo>
                      <a:pt x="67" y="84"/>
                      <a:pt x="68" y="73"/>
                      <a:pt x="69" y="71"/>
                    </a:cubicBezTo>
                    <a:cubicBezTo>
                      <a:pt x="69" y="67"/>
                      <a:pt x="66" y="66"/>
                      <a:pt x="65" y="63"/>
                    </a:cubicBezTo>
                    <a:cubicBezTo>
                      <a:pt x="65" y="61"/>
                      <a:pt x="65" y="60"/>
                      <a:pt x="66" y="60"/>
                    </a:cubicBezTo>
                    <a:cubicBezTo>
                      <a:pt x="67" y="60"/>
                      <a:pt x="70" y="59"/>
                      <a:pt x="70" y="58"/>
                    </a:cubicBezTo>
                    <a:cubicBezTo>
                      <a:pt x="69" y="58"/>
                      <a:pt x="67" y="58"/>
                      <a:pt x="67" y="57"/>
                    </a:cubicBezTo>
                    <a:cubicBezTo>
                      <a:pt x="66" y="57"/>
                      <a:pt x="66" y="55"/>
                      <a:pt x="66" y="55"/>
                    </a:cubicBezTo>
                    <a:cubicBezTo>
                      <a:pt x="68" y="55"/>
                      <a:pt x="70" y="55"/>
                      <a:pt x="72" y="55"/>
                    </a:cubicBezTo>
                    <a:cubicBezTo>
                      <a:pt x="73" y="55"/>
                      <a:pt x="79" y="52"/>
                      <a:pt x="79" y="53"/>
                    </a:cubicBezTo>
                    <a:cubicBezTo>
                      <a:pt x="79" y="51"/>
                      <a:pt x="76" y="48"/>
                      <a:pt x="77" y="48"/>
                    </a:cubicBezTo>
                    <a:cubicBezTo>
                      <a:pt x="78" y="47"/>
                      <a:pt x="76" y="48"/>
                      <a:pt x="77" y="4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6" name="Freeform 623">
                <a:extLst>
                  <a:ext uri="{FF2B5EF4-FFF2-40B4-BE49-F238E27FC236}">
                    <a16:creationId xmlns:a16="http://schemas.microsoft.com/office/drawing/2014/main" id="{B06BD972-E815-3F41-979F-E01BF5B51EFA}"/>
                  </a:ext>
                </a:extLst>
              </p:cNvPr>
              <p:cNvSpPr>
                <a:spLocks/>
              </p:cNvSpPr>
              <p:nvPr/>
            </p:nvSpPr>
            <p:spPr bwMode="auto">
              <a:xfrm>
                <a:off x="7923120" y="8978916"/>
                <a:ext cx="261145" cy="309000"/>
              </a:xfrm>
              <a:custGeom>
                <a:avLst/>
                <a:gdLst>
                  <a:gd name="T0" fmla="*/ 20 w 28"/>
                  <a:gd name="T1" fmla="*/ 6 h 33"/>
                  <a:gd name="T2" fmla="*/ 15 w 28"/>
                  <a:gd name="T3" fmla="*/ 3 h 33"/>
                  <a:gd name="T4" fmla="*/ 10 w 28"/>
                  <a:gd name="T5" fmla="*/ 0 h 33"/>
                  <a:gd name="T6" fmla="*/ 4 w 28"/>
                  <a:gd name="T7" fmla="*/ 4 h 33"/>
                  <a:gd name="T8" fmla="*/ 3 w 28"/>
                  <a:gd name="T9" fmla="*/ 7 h 33"/>
                  <a:gd name="T10" fmla="*/ 2 w 28"/>
                  <a:gd name="T11" fmla="*/ 10 h 33"/>
                  <a:gd name="T12" fmla="*/ 0 w 28"/>
                  <a:gd name="T13" fmla="*/ 13 h 33"/>
                  <a:gd name="T14" fmla="*/ 0 w 28"/>
                  <a:gd name="T15" fmla="*/ 15 h 33"/>
                  <a:gd name="T16" fmla="*/ 0 w 28"/>
                  <a:gd name="T17" fmla="*/ 18 h 33"/>
                  <a:gd name="T18" fmla="*/ 2 w 28"/>
                  <a:gd name="T19" fmla="*/ 20 h 33"/>
                  <a:gd name="T20" fmla="*/ 5 w 28"/>
                  <a:gd name="T21" fmla="*/ 18 h 33"/>
                  <a:gd name="T22" fmla="*/ 5 w 28"/>
                  <a:gd name="T23" fmla="*/ 20 h 33"/>
                  <a:gd name="T24" fmla="*/ 3 w 28"/>
                  <a:gd name="T25" fmla="*/ 24 h 33"/>
                  <a:gd name="T26" fmla="*/ 3 w 28"/>
                  <a:gd name="T27" fmla="*/ 26 h 33"/>
                  <a:gd name="T28" fmla="*/ 3 w 28"/>
                  <a:gd name="T29" fmla="*/ 28 h 33"/>
                  <a:gd name="T30" fmla="*/ 8 w 28"/>
                  <a:gd name="T31" fmla="*/ 32 h 33"/>
                  <a:gd name="T32" fmla="*/ 11 w 28"/>
                  <a:gd name="T33" fmla="*/ 29 h 33"/>
                  <a:gd name="T34" fmla="*/ 16 w 28"/>
                  <a:gd name="T35" fmla="*/ 22 h 33"/>
                  <a:gd name="T36" fmla="*/ 22 w 28"/>
                  <a:gd name="T37" fmla="*/ 19 h 33"/>
                  <a:gd name="T38" fmla="*/ 27 w 28"/>
                  <a:gd name="T39" fmla="*/ 13 h 33"/>
                  <a:gd name="T40" fmla="*/ 27 w 28"/>
                  <a:gd name="T41" fmla="*/ 8 h 33"/>
                  <a:gd name="T42" fmla="*/ 24 w 28"/>
                  <a:gd name="T43" fmla="*/ 5 h 33"/>
                  <a:gd name="T44" fmla="*/ 20 w 28"/>
                  <a:gd name="T4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33">
                    <a:moveTo>
                      <a:pt x="20" y="6"/>
                    </a:moveTo>
                    <a:cubicBezTo>
                      <a:pt x="18" y="6"/>
                      <a:pt x="17" y="4"/>
                      <a:pt x="15" y="3"/>
                    </a:cubicBezTo>
                    <a:cubicBezTo>
                      <a:pt x="14" y="2"/>
                      <a:pt x="12" y="0"/>
                      <a:pt x="10" y="0"/>
                    </a:cubicBezTo>
                    <a:cubicBezTo>
                      <a:pt x="10" y="3"/>
                      <a:pt x="4" y="1"/>
                      <a:pt x="4" y="4"/>
                    </a:cubicBezTo>
                    <a:cubicBezTo>
                      <a:pt x="4" y="6"/>
                      <a:pt x="4" y="6"/>
                      <a:pt x="3" y="7"/>
                    </a:cubicBezTo>
                    <a:cubicBezTo>
                      <a:pt x="1" y="8"/>
                      <a:pt x="2" y="9"/>
                      <a:pt x="2" y="10"/>
                    </a:cubicBezTo>
                    <a:cubicBezTo>
                      <a:pt x="2" y="11"/>
                      <a:pt x="1" y="12"/>
                      <a:pt x="0" y="13"/>
                    </a:cubicBezTo>
                    <a:cubicBezTo>
                      <a:pt x="0" y="13"/>
                      <a:pt x="0" y="14"/>
                      <a:pt x="0" y="15"/>
                    </a:cubicBezTo>
                    <a:cubicBezTo>
                      <a:pt x="1" y="16"/>
                      <a:pt x="0" y="17"/>
                      <a:pt x="0" y="18"/>
                    </a:cubicBezTo>
                    <a:cubicBezTo>
                      <a:pt x="0" y="18"/>
                      <a:pt x="1" y="21"/>
                      <a:pt x="2" y="20"/>
                    </a:cubicBezTo>
                    <a:cubicBezTo>
                      <a:pt x="4" y="20"/>
                      <a:pt x="4" y="18"/>
                      <a:pt x="5" y="18"/>
                    </a:cubicBezTo>
                    <a:cubicBezTo>
                      <a:pt x="4" y="18"/>
                      <a:pt x="6" y="20"/>
                      <a:pt x="5" y="20"/>
                    </a:cubicBezTo>
                    <a:cubicBezTo>
                      <a:pt x="5" y="22"/>
                      <a:pt x="5" y="23"/>
                      <a:pt x="3" y="24"/>
                    </a:cubicBezTo>
                    <a:cubicBezTo>
                      <a:pt x="3" y="24"/>
                      <a:pt x="4" y="26"/>
                      <a:pt x="3" y="26"/>
                    </a:cubicBezTo>
                    <a:cubicBezTo>
                      <a:pt x="3" y="27"/>
                      <a:pt x="2" y="27"/>
                      <a:pt x="3" y="28"/>
                    </a:cubicBezTo>
                    <a:cubicBezTo>
                      <a:pt x="5" y="29"/>
                      <a:pt x="6" y="29"/>
                      <a:pt x="8" y="32"/>
                    </a:cubicBezTo>
                    <a:cubicBezTo>
                      <a:pt x="9" y="33"/>
                      <a:pt x="10" y="29"/>
                      <a:pt x="11" y="29"/>
                    </a:cubicBezTo>
                    <a:cubicBezTo>
                      <a:pt x="12" y="26"/>
                      <a:pt x="13" y="23"/>
                      <a:pt x="16" y="22"/>
                    </a:cubicBezTo>
                    <a:cubicBezTo>
                      <a:pt x="18" y="21"/>
                      <a:pt x="20" y="21"/>
                      <a:pt x="22" y="19"/>
                    </a:cubicBezTo>
                    <a:cubicBezTo>
                      <a:pt x="24" y="18"/>
                      <a:pt x="26" y="16"/>
                      <a:pt x="27" y="13"/>
                    </a:cubicBezTo>
                    <a:cubicBezTo>
                      <a:pt x="27" y="11"/>
                      <a:pt x="28" y="10"/>
                      <a:pt x="27" y="8"/>
                    </a:cubicBezTo>
                    <a:cubicBezTo>
                      <a:pt x="26" y="7"/>
                      <a:pt x="25" y="6"/>
                      <a:pt x="24" y="5"/>
                    </a:cubicBezTo>
                    <a:cubicBezTo>
                      <a:pt x="23" y="5"/>
                      <a:pt x="21" y="6"/>
                      <a:pt x="20"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7" name="Freeform 624">
                <a:extLst>
                  <a:ext uri="{FF2B5EF4-FFF2-40B4-BE49-F238E27FC236}">
                    <a16:creationId xmlns:a16="http://schemas.microsoft.com/office/drawing/2014/main" id="{02C29C02-B28B-AD4A-AF80-29147C506D80}"/>
                  </a:ext>
                </a:extLst>
              </p:cNvPr>
              <p:cNvSpPr>
                <a:spLocks/>
              </p:cNvSpPr>
              <p:nvPr/>
            </p:nvSpPr>
            <p:spPr bwMode="auto">
              <a:xfrm>
                <a:off x="7894458" y="9036257"/>
                <a:ext cx="598727" cy="888769"/>
              </a:xfrm>
              <a:custGeom>
                <a:avLst/>
                <a:gdLst>
                  <a:gd name="T0" fmla="*/ 57 w 64"/>
                  <a:gd name="T1" fmla="*/ 21 h 95"/>
                  <a:gd name="T2" fmla="*/ 56 w 64"/>
                  <a:gd name="T3" fmla="*/ 14 h 95"/>
                  <a:gd name="T4" fmla="*/ 50 w 64"/>
                  <a:gd name="T5" fmla="*/ 13 h 95"/>
                  <a:gd name="T6" fmla="*/ 46 w 64"/>
                  <a:gd name="T7" fmla="*/ 14 h 95"/>
                  <a:gd name="T8" fmla="*/ 41 w 64"/>
                  <a:gd name="T9" fmla="*/ 11 h 95"/>
                  <a:gd name="T10" fmla="*/ 38 w 64"/>
                  <a:gd name="T11" fmla="*/ 6 h 95"/>
                  <a:gd name="T12" fmla="*/ 33 w 64"/>
                  <a:gd name="T13" fmla="*/ 2 h 95"/>
                  <a:gd name="T14" fmla="*/ 28 w 64"/>
                  <a:gd name="T15" fmla="*/ 0 h 95"/>
                  <a:gd name="T16" fmla="*/ 31 w 64"/>
                  <a:gd name="T17" fmla="*/ 5 h 95"/>
                  <a:gd name="T18" fmla="*/ 28 w 64"/>
                  <a:gd name="T19" fmla="*/ 10 h 95"/>
                  <a:gd name="T20" fmla="*/ 23 w 64"/>
                  <a:gd name="T21" fmla="*/ 14 h 95"/>
                  <a:gd name="T22" fmla="*/ 17 w 64"/>
                  <a:gd name="T23" fmla="*/ 17 h 95"/>
                  <a:gd name="T24" fmla="*/ 11 w 64"/>
                  <a:gd name="T25" fmla="*/ 26 h 95"/>
                  <a:gd name="T26" fmla="*/ 6 w 64"/>
                  <a:gd name="T27" fmla="*/ 22 h 95"/>
                  <a:gd name="T28" fmla="*/ 6 w 64"/>
                  <a:gd name="T29" fmla="*/ 21 h 95"/>
                  <a:gd name="T30" fmla="*/ 6 w 64"/>
                  <a:gd name="T31" fmla="*/ 18 h 95"/>
                  <a:gd name="T32" fmla="*/ 2 w 64"/>
                  <a:gd name="T33" fmla="*/ 26 h 95"/>
                  <a:gd name="T34" fmla="*/ 3 w 64"/>
                  <a:gd name="T35" fmla="*/ 30 h 95"/>
                  <a:gd name="T36" fmla="*/ 3 w 64"/>
                  <a:gd name="T37" fmla="*/ 32 h 95"/>
                  <a:gd name="T38" fmla="*/ 14 w 64"/>
                  <a:gd name="T39" fmla="*/ 47 h 95"/>
                  <a:gd name="T40" fmla="*/ 23 w 64"/>
                  <a:gd name="T41" fmla="*/ 63 h 95"/>
                  <a:gd name="T42" fmla="*/ 26 w 64"/>
                  <a:gd name="T43" fmla="*/ 70 h 95"/>
                  <a:gd name="T44" fmla="*/ 25 w 64"/>
                  <a:gd name="T45" fmla="*/ 71 h 95"/>
                  <a:gd name="T46" fmla="*/ 28 w 64"/>
                  <a:gd name="T47" fmla="*/ 74 h 95"/>
                  <a:gd name="T48" fmla="*/ 32 w 64"/>
                  <a:gd name="T49" fmla="*/ 79 h 95"/>
                  <a:gd name="T50" fmla="*/ 41 w 64"/>
                  <a:gd name="T51" fmla="*/ 83 h 95"/>
                  <a:gd name="T52" fmla="*/ 48 w 64"/>
                  <a:gd name="T53" fmla="*/ 87 h 95"/>
                  <a:gd name="T54" fmla="*/ 54 w 64"/>
                  <a:gd name="T55" fmla="*/ 93 h 95"/>
                  <a:gd name="T56" fmla="*/ 59 w 64"/>
                  <a:gd name="T57" fmla="*/ 90 h 95"/>
                  <a:gd name="T58" fmla="*/ 61 w 64"/>
                  <a:gd name="T59" fmla="*/ 86 h 95"/>
                  <a:gd name="T60" fmla="*/ 63 w 64"/>
                  <a:gd name="T61" fmla="*/ 82 h 95"/>
                  <a:gd name="T62" fmla="*/ 61 w 64"/>
                  <a:gd name="T63" fmla="*/ 78 h 95"/>
                  <a:gd name="T64" fmla="*/ 61 w 64"/>
                  <a:gd name="T65" fmla="*/ 76 h 95"/>
                  <a:gd name="T66" fmla="*/ 63 w 64"/>
                  <a:gd name="T67" fmla="*/ 74 h 95"/>
                  <a:gd name="T68" fmla="*/ 64 w 64"/>
                  <a:gd name="T69" fmla="*/ 64 h 95"/>
                  <a:gd name="T70" fmla="*/ 62 w 64"/>
                  <a:gd name="T71" fmla="*/ 59 h 95"/>
                  <a:gd name="T72" fmla="*/ 57 w 64"/>
                  <a:gd name="T73" fmla="*/ 57 h 95"/>
                  <a:gd name="T74" fmla="*/ 55 w 64"/>
                  <a:gd name="T75" fmla="*/ 48 h 95"/>
                  <a:gd name="T76" fmla="*/ 50 w 64"/>
                  <a:gd name="T77" fmla="*/ 51 h 95"/>
                  <a:gd name="T78" fmla="*/ 46 w 64"/>
                  <a:gd name="T79" fmla="*/ 51 h 95"/>
                  <a:gd name="T80" fmla="*/ 44 w 64"/>
                  <a:gd name="T81" fmla="*/ 48 h 95"/>
                  <a:gd name="T82" fmla="*/ 40 w 64"/>
                  <a:gd name="T83" fmla="*/ 42 h 95"/>
                  <a:gd name="T84" fmla="*/ 39 w 64"/>
                  <a:gd name="T85" fmla="*/ 35 h 95"/>
                  <a:gd name="T86" fmla="*/ 42 w 64"/>
                  <a:gd name="T87" fmla="*/ 33 h 95"/>
                  <a:gd name="T88" fmla="*/ 42 w 64"/>
                  <a:gd name="T89" fmla="*/ 30 h 95"/>
                  <a:gd name="T90" fmla="*/ 45 w 64"/>
                  <a:gd name="T91" fmla="*/ 25 h 95"/>
                  <a:gd name="T92" fmla="*/ 50 w 64"/>
                  <a:gd name="T93" fmla="*/ 24 h 95"/>
                  <a:gd name="T94" fmla="*/ 53 w 64"/>
                  <a:gd name="T95" fmla="*/ 22 h 95"/>
                  <a:gd name="T96" fmla="*/ 57 w 64"/>
                  <a:gd name="T97"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95">
                    <a:moveTo>
                      <a:pt x="57" y="21"/>
                    </a:moveTo>
                    <a:cubicBezTo>
                      <a:pt x="53" y="19"/>
                      <a:pt x="59" y="15"/>
                      <a:pt x="56" y="14"/>
                    </a:cubicBezTo>
                    <a:cubicBezTo>
                      <a:pt x="54" y="12"/>
                      <a:pt x="52" y="13"/>
                      <a:pt x="50" y="13"/>
                    </a:cubicBezTo>
                    <a:cubicBezTo>
                      <a:pt x="48" y="12"/>
                      <a:pt x="48" y="14"/>
                      <a:pt x="46" y="14"/>
                    </a:cubicBezTo>
                    <a:cubicBezTo>
                      <a:pt x="44" y="13"/>
                      <a:pt x="42" y="13"/>
                      <a:pt x="41" y="11"/>
                    </a:cubicBezTo>
                    <a:cubicBezTo>
                      <a:pt x="40" y="10"/>
                      <a:pt x="39" y="7"/>
                      <a:pt x="38" y="6"/>
                    </a:cubicBezTo>
                    <a:cubicBezTo>
                      <a:pt x="36" y="5"/>
                      <a:pt x="35" y="3"/>
                      <a:pt x="33" y="2"/>
                    </a:cubicBezTo>
                    <a:cubicBezTo>
                      <a:pt x="32" y="0"/>
                      <a:pt x="30" y="1"/>
                      <a:pt x="28" y="0"/>
                    </a:cubicBezTo>
                    <a:cubicBezTo>
                      <a:pt x="30" y="2"/>
                      <a:pt x="31" y="3"/>
                      <a:pt x="31" y="5"/>
                    </a:cubicBezTo>
                    <a:cubicBezTo>
                      <a:pt x="30" y="7"/>
                      <a:pt x="30" y="9"/>
                      <a:pt x="28" y="10"/>
                    </a:cubicBezTo>
                    <a:cubicBezTo>
                      <a:pt x="26" y="12"/>
                      <a:pt x="25" y="14"/>
                      <a:pt x="23" y="14"/>
                    </a:cubicBezTo>
                    <a:cubicBezTo>
                      <a:pt x="21" y="15"/>
                      <a:pt x="19" y="15"/>
                      <a:pt x="17" y="17"/>
                    </a:cubicBezTo>
                    <a:cubicBezTo>
                      <a:pt x="16" y="18"/>
                      <a:pt x="12" y="27"/>
                      <a:pt x="11" y="26"/>
                    </a:cubicBezTo>
                    <a:cubicBezTo>
                      <a:pt x="9" y="23"/>
                      <a:pt x="8" y="23"/>
                      <a:pt x="6" y="22"/>
                    </a:cubicBezTo>
                    <a:cubicBezTo>
                      <a:pt x="5" y="22"/>
                      <a:pt x="5" y="22"/>
                      <a:pt x="6" y="21"/>
                    </a:cubicBezTo>
                    <a:cubicBezTo>
                      <a:pt x="7" y="20"/>
                      <a:pt x="7" y="19"/>
                      <a:pt x="6" y="18"/>
                    </a:cubicBezTo>
                    <a:cubicBezTo>
                      <a:pt x="4" y="19"/>
                      <a:pt x="0" y="23"/>
                      <a:pt x="2" y="26"/>
                    </a:cubicBezTo>
                    <a:cubicBezTo>
                      <a:pt x="2" y="26"/>
                      <a:pt x="4" y="29"/>
                      <a:pt x="3" y="30"/>
                    </a:cubicBezTo>
                    <a:cubicBezTo>
                      <a:pt x="2" y="30"/>
                      <a:pt x="1" y="31"/>
                      <a:pt x="3" y="32"/>
                    </a:cubicBezTo>
                    <a:cubicBezTo>
                      <a:pt x="8" y="35"/>
                      <a:pt x="12" y="41"/>
                      <a:pt x="14" y="47"/>
                    </a:cubicBezTo>
                    <a:cubicBezTo>
                      <a:pt x="17" y="52"/>
                      <a:pt x="19" y="58"/>
                      <a:pt x="23" y="63"/>
                    </a:cubicBezTo>
                    <a:cubicBezTo>
                      <a:pt x="24" y="65"/>
                      <a:pt x="26" y="67"/>
                      <a:pt x="26" y="70"/>
                    </a:cubicBezTo>
                    <a:cubicBezTo>
                      <a:pt x="26" y="71"/>
                      <a:pt x="25" y="70"/>
                      <a:pt x="25" y="71"/>
                    </a:cubicBezTo>
                    <a:cubicBezTo>
                      <a:pt x="26" y="72"/>
                      <a:pt x="27" y="73"/>
                      <a:pt x="28" y="74"/>
                    </a:cubicBezTo>
                    <a:cubicBezTo>
                      <a:pt x="29" y="76"/>
                      <a:pt x="30" y="78"/>
                      <a:pt x="32" y="79"/>
                    </a:cubicBezTo>
                    <a:cubicBezTo>
                      <a:pt x="35" y="80"/>
                      <a:pt x="38" y="82"/>
                      <a:pt x="41" y="83"/>
                    </a:cubicBezTo>
                    <a:cubicBezTo>
                      <a:pt x="43" y="84"/>
                      <a:pt x="45" y="86"/>
                      <a:pt x="48" y="87"/>
                    </a:cubicBezTo>
                    <a:cubicBezTo>
                      <a:pt x="50" y="89"/>
                      <a:pt x="52" y="91"/>
                      <a:pt x="54" y="93"/>
                    </a:cubicBezTo>
                    <a:cubicBezTo>
                      <a:pt x="58" y="95"/>
                      <a:pt x="57" y="91"/>
                      <a:pt x="59" y="90"/>
                    </a:cubicBezTo>
                    <a:cubicBezTo>
                      <a:pt x="60" y="89"/>
                      <a:pt x="60" y="87"/>
                      <a:pt x="61" y="86"/>
                    </a:cubicBezTo>
                    <a:cubicBezTo>
                      <a:pt x="61" y="85"/>
                      <a:pt x="64" y="83"/>
                      <a:pt x="63" y="82"/>
                    </a:cubicBezTo>
                    <a:cubicBezTo>
                      <a:pt x="61" y="81"/>
                      <a:pt x="60" y="81"/>
                      <a:pt x="61" y="78"/>
                    </a:cubicBezTo>
                    <a:cubicBezTo>
                      <a:pt x="61" y="77"/>
                      <a:pt x="61" y="76"/>
                      <a:pt x="61" y="76"/>
                    </a:cubicBezTo>
                    <a:cubicBezTo>
                      <a:pt x="62" y="75"/>
                      <a:pt x="63" y="74"/>
                      <a:pt x="63" y="74"/>
                    </a:cubicBezTo>
                    <a:cubicBezTo>
                      <a:pt x="64" y="71"/>
                      <a:pt x="62" y="66"/>
                      <a:pt x="64" y="64"/>
                    </a:cubicBezTo>
                    <a:cubicBezTo>
                      <a:pt x="64" y="63"/>
                      <a:pt x="63" y="61"/>
                      <a:pt x="62" y="59"/>
                    </a:cubicBezTo>
                    <a:cubicBezTo>
                      <a:pt x="61" y="56"/>
                      <a:pt x="60" y="56"/>
                      <a:pt x="57" y="57"/>
                    </a:cubicBezTo>
                    <a:cubicBezTo>
                      <a:pt x="53" y="57"/>
                      <a:pt x="55" y="50"/>
                      <a:pt x="55" y="48"/>
                    </a:cubicBezTo>
                    <a:cubicBezTo>
                      <a:pt x="53" y="49"/>
                      <a:pt x="52" y="51"/>
                      <a:pt x="50" y="51"/>
                    </a:cubicBezTo>
                    <a:cubicBezTo>
                      <a:pt x="49" y="51"/>
                      <a:pt x="47" y="51"/>
                      <a:pt x="46" y="51"/>
                    </a:cubicBezTo>
                    <a:cubicBezTo>
                      <a:pt x="45" y="50"/>
                      <a:pt x="45" y="48"/>
                      <a:pt x="44" y="48"/>
                    </a:cubicBezTo>
                    <a:cubicBezTo>
                      <a:pt x="41" y="48"/>
                      <a:pt x="41" y="44"/>
                      <a:pt x="40" y="42"/>
                    </a:cubicBezTo>
                    <a:cubicBezTo>
                      <a:pt x="38" y="40"/>
                      <a:pt x="37" y="37"/>
                      <a:pt x="39" y="35"/>
                    </a:cubicBezTo>
                    <a:cubicBezTo>
                      <a:pt x="40" y="34"/>
                      <a:pt x="42" y="34"/>
                      <a:pt x="42" y="33"/>
                    </a:cubicBezTo>
                    <a:cubicBezTo>
                      <a:pt x="42" y="32"/>
                      <a:pt x="42" y="31"/>
                      <a:pt x="42" y="30"/>
                    </a:cubicBezTo>
                    <a:cubicBezTo>
                      <a:pt x="42" y="27"/>
                      <a:pt x="42" y="26"/>
                      <a:pt x="45" y="25"/>
                    </a:cubicBezTo>
                    <a:cubicBezTo>
                      <a:pt x="47" y="24"/>
                      <a:pt x="48" y="24"/>
                      <a:pt x="50" y="24"/>
                    </a:cubicBezTo>
                    <a:cubicBezTo>
                      <a:pt x="51" y="24"/>
                      <a:pt x="52" y="23"/>
                      <a:pt x="53" y="22"/>
                    </a:cubicBezTo>
                    <a:cubicBezTo>
                      <a:pt x="54" y="22"/>
                      <a:pt x="59" y="23"/>
                      <a:pt x="57" y="2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8" name="Freeform 625">
                <a:extLst>
                  <a:ext uri="{FF2B5EF4-FFF2-40B4-BE49-F238E27FC236}">
                    <a16:creationId xmlns:a16="http://schemas.microsoft.com/office/drawing/2014/main" id="{3AE1D0AF-4D3D-2E44-BA0A-0589C717AB3F}"/>
                  </a:ext>
                </a:extLst>
              </p:cNvPr>
              <p:cNvSpPr>
                <a:spLocks/>
              </p:cNvSpPr>
              <p:nvPr/>
            </p:nvSpPr>
            <p:spPr bwMode="auto">
              <a:xfrm>
                <a:off x="8158790" y="9867685"/>
                <a:ext cx="407643" cy="1984597"/>
              </a:xfrm>
              <a:custGeom>
                <a:avLst/>
                <a:gdLst>
                  <a:gd name="T0" fmla="*/ 38 w 44"/>
                  <a:gd name="T1" fmla="*/ 20 h 212"/>
                  <a:gd name="T2" fmla="*/ 36 w 44"/>
                  <a:gd name="T3" fmla="*/ 12 h 212"/>
                  <a:gd name="T4" fmla="*/ 34 w 44"/>
                  <a:gd name="T5" fmla="*/ 5 h 212"/>
                  <a:gd name="T6" fmla="*/ 30 w 44"/>
                  <a:gd name="T7" fmla="*/ 3 h 212"/>
                  <a:gd name="T8" fmla="*/ 28 w 44"/>
                  <a:gd name="T9" fmla="*/ 15 h 212"/>
                  <a:gd name="T10" fmla="*/ 26 w 44"/>
                  <a:gd name="T11" fmla="*/ 31 h 212"/>
                  <a:gd name="T12" fmla="*/ 23 w 44"/>
                  <a:gd name="T13" fmla="*/ 56 h 212"/>
                  <a:gd name="T14" fmla="*/ 21 w 44"/>
                  <a:gd name="T15" fmla="*/ 68 h 212"/>
                  <a:gd name="T16" fmla="*/ 21 w 44"/>
                  <a:gd name="T17" fmla="*/ 80 h 212"/>
                  <a:gd name="T18" fmla="*/ 20 w 44"/>
                  <a:gd name="T19" fmla="*/ 88 h 212"/>
                  <a:gd name="T20" fmla="*/ 11 w 44"/>
                  <a:gd name="T21" fmla="*/ 110 h 212"/>
                  <a:gd name="T22" fmla="*/ 10 w 44"/>
                  <a:gd name="T23" fmla="*/ 132 h 212"/>
                  <a:gd name="T24" fmla="*/ 17 w 44"/>
                  <a:gd name="T25" fmla="*/ 133 h 212"/>
                  <a:gd name="T26" fmla="*/ 16 w 44"/>
                  <a:gd name="T27" fmla="*/ 136 h 212"/>
                  <a:gd name="T28" fmla="*/ 14 w 44"/>
                  <a:gd name="T29" fmla="*/ 145 h 212"/>
                  <a:gd name="T30" fmla="*/ 15 w 44"/>
                  <a:gd name="T31" fmla="*/ 150 h 212"/>
                  <a:gd name="T32" fmla="*/ 13 w 44"/>
                  <a:gd name="T33" fmla="*/ 152 h 212"/>
                  <a:gd name="T34" fmla="*/ 11 w 44"/>
                  <a:gd name="T35" fmla="*/ 158 h 212"/>
                  <a:gd name="T36" fmla="*/ 8 w 44"/>
                  <a:gd name="T37" fmla="*/ 159 h 212"/>
                  <a:gd name="T38" fmla="*/ 4 w 44"/>
                  <a:gd name="T39" fmla="*/ 159 h 212"/>
                  <a:gd name="T40" fmla="*/ 0 w 44"/>
                  <a:gd name="T41" fmla="*/ 164 h 212"/>
                  <a:gd name="T42" fmla="*/ 2 w 44"/>
                  <a:gd name="T43" fmla="*/ 163 h 212"/>
                  <a:gd name="T44" fmla="*/ 7 w 44"/>
                  <a:gd name="T45" fmla="*/ 171 h 212"/>
                  <a:gd name="T46" fmla="*/ 11 w 44"/>
                  <a:gd name="T47" fmla="*/ 173 h 212"/>
                  <a:gd name="T48" fmla="*/ 7 w 44"/>
                  <a:gd name="T49" fmla="*/ 174 h 212"/>
                  <a:gd name="T50" fmla="*/ 7 w 44"/>
                  <a:gd name="T51" fmla="*/ 179 h 212"/>
                  <a:gd name="T52" fmla="*/ 9 w 44"/>
                  <a:gd name="T53" fmla="*/ 182 h 212"/>
                  <a:gd name="T54" fmla="*/ 9 w 44"/>
                  <a:gd name="T55" fmla="*/ 185 h 212"/>
                  <a:gd name="T56" fmla="*/ 7 w 44"/>
                  <a:gd name="T57" fmla="*/ 187 h 212"/>
                  <a:gd name="T58" fmla="*/ 10 w 44"/>
                  <a:gd name="T59" fmla="*/ 190 h 212"/>
                  <a:gd name="T60" fmla="*/ 8 w 44"/>
                  <a:gd name="T61" fmla="*/ 193 h 212"/>
                  <a:gd name="T62" fmla="*/ 11 w 44"/>
                  <a:gd name="T63" fmla="*/ 194 h 212"/>
                  <a:gd name="T64" fmla="*/ 11 w 44"/>
                  <a:gd name="T65" fmla="*/ 198 h 212"/>
                  <a:gd name="T66" fmla="*/ 15 w 44"/>
                  <a:gd name="T67" fmla="*/ 197 h 212"/>
                  <a:gd name="T68" fmla="*/ 15 w 44"/>
                  <a:gd name="T69" fmla="*/ 197 h 212"/>
                  <a:gd name="T70" fmla="*/ 16 w 44"/>
                  <a:gd name="T71" fmla="*/ 198 h 212"/>
                  <a:gd name="T72" fmla="*/ 18 w 44"/>
                  <a:gd name="T73" fmla="*/ 202 h 212"/>
                  <a:gd name="T74" fmla="*/ 16 w 44"/>
                  <a:gd name="T75" fmla="*/ 207 h 212"/>
                  <a:gd name="T76" fmla="*/ 18 w 44"/>
                  <a:gd name="T77" fmla="*/ 209 h 212"/>
                  <a:gd name="T78" fmla="*/ 25 w 44"/>
                  <a:gd name="T79" fmla="*/ 204 h 212"/>
                  <a:gd name="T80" fmla="*/ 26 w 44"/>
                  <a:gd name="T81" fmla="*/ 199 h 212"/>
                  <a:gd name="T82" fmla="*/ 17 w 44"/>
                  <a:gd name="T83" fmla="*/ 192 h 212"/>
                  <a:gd name="T84" fmla="*/ 12 w 44"/>
                  <a:gd name="T85" fmla="*/ 185 h 212"/>
                  <a:gd name="T86" fmla="*/ 15 w 44"/>
                  <a:gd name="T87" fmla="*/ 177 h 212"/>
                  <a:gd name="T88" fmla="*/ 17 w 44"/>
                  <a:gd name="T89" fmla="*/ 169 h 212"/>
                  <a:gd name="T90" fmla="*/ 21 w 44"/>
                  <a:gd name="T91" fmla="*/ 158 h 212"/>
                  <a:gd name="T92" fmla="*/ 21 w 44"/>
                  <a:gd name="T93" fmla="*/ 152 h 212"/>
                  <a:gd name="T94" fmla="*/ 19 w 44"/>
                  <a:gd name="T95" fmla="*/ 140 h 212"/>
                  <a:gd name="T96" fmla="*/ 23 w 44"/>
                  <a:gd name="T97" fmla="*/ 117 h 212"/>
                  <a:gd name="T98" fmla="*/ 26 w 44"/>
                  <a:gd name="T99" fmla="*/ 102 h 212"/>
                  <a:gd name="T100" fmla="*/ 29 w 44"/>
                  <a:gd name="T101" fmla="*/ 85 h 212"/>
                  <a:gd name="T102" fmla="*/ 27 w 44"/>
                  <a:gd name="T103" fmla="*/ 73 h 212"/>
                  <a:gd name="T104" fmla="*/ 30 w 44"/>
                  <a:gd name="T105" fmla="*/ 62 h 212"/>
                  <a:gd name="T106" fmla="*/ 34 w 44"/>
                  <a:gd name="T107" fmla="*/ 54 h 212"/>
                  <a:gd name="T108" fmla="*/ 36 w 44"/>
                  <a:gd name="T109" fmla="*/ 44 h 212"/>
                  <a:gd name="T110" fmla="*/ 40 w 44"/>
                  <a:gd name="T111" fmla="*/ 35 h 212"/>
                  <a:gd name="T112" fmla="*/ 40 w 44"/>
                  <a:gd name="T113" fmla="*/ 2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4" h="212">
                    <a:moveTo>
                      <a:pt x="40" y="28"/>
                    </a:moveTo>
                    <a:cubicBezTo>
                      <a:pt x="38" y="27"/>
                      <a:pt x="40" y="22"/>
                      <a:pt x="38" y="20"/>
                    </a:cubicBezTo>
                    <a:cubicBezTo>
                      <a:pt x="37" y="19"/>
                      <a:pt x="35" y="16"/>
                      <a:pt x="36" y="14"/>
                    </a:cubicBezTo>
                    <a:cubicBezTo>
                      <a:pt x="38" y="13"/>
                      <a:pt x="35" y="13"/>
                      <a:pt x="36" y="12"/>
                    </a:cubicBezTo>
                    <a:cubicBezTo>
                      <a:pt x="37" y="11"/>
                      <a:pt x="36" y="10"/>
                      <a:pt x="35" y="9"/>
                    </a:cubicBezTo>
                    <a:cubicBezTo>
                      <a:pt x="34" y="8"/>
                      <a:pt x="34" y="7"/>
                      <a:pt x="34" y="5"/>
                    </a:cubicBezTo>
                    <a:cubicBezTo>
                      <a:pt x="34" y="3"/>
                      <a:pt x="33" y="2"/>
                      <a:pt x="32" y="0"/>
                    </a:cubicBezTo>
                    <a:cubicBezTo>
                      <a:pt x="31" y="1"/>
                      <a:pt x="30" y="2"/>
                      <a:pt x="30" y="3"/>
                    </a:cubicBezTo>
                    <a:cubicBezTo>
                      <a:pt x="29" y="5"/>
                      <a:pt x="27" y="4"/>
                      <a:pt x="28" y="6"/>
                    </a:cubicBezTo>
                    <a:cubicBezTo>
                      <a:pt x="28" y="9"/>
                      <a:pt x="28" y="12"/>
                      <a:pt x="28" y="15"/>
                    </a:cubicBezTo>
                    <a:cubicBezTo>
                      <a:pt x="28" y="19"/>
                      <a:pt x="29" y="24"/>
                      <a:pt x="28" y="28"/>
                    </a:cubicBezTo>
                    <a:cubicBezTo>
                      <a:pt x="27" y="29"/>
                      <a:pt x="26" y="30"/>
                      <a:pt x="26" y="31"/>
                    </a:cubicBezTo>
                    <a:cubicBezTo>
                      <a:pt x="26" y="33"/>
                      <a:pt x="27" y="35"/>
                      <a:pt x="27" y="37"/>
                    </a:cubicBezTo>
                    <a:cubicBezTo>
                      <a:pt x="27" y="43"/>
                      <a:pt x="25" y="50"/>
                      <a:pt x="23" y="56"/>
                    </a:cubicBezTo>
                    <a:cubicBezTo>
                      <a:pt x="22" y="59"/>
                      <a:pt x="22" y="61"/>
                      <a:pt x="23" y="64"/>
                    </a:cubicBezTo>
                    <a:cubicBezTo>
                      <a:pt x="23" y="66"/>
                      <a:pt x="23" y="67"/>
                      <a:pt x="21" y="68"/>
                    </a:cubicBezTo>
                    <a:cubicBezTo>
                      <a:pt x="20" y="69"/>
                      <a:pt x="21" y="70"/>
                      <a:pt x="21" y="71"/>
                    </a:cubicBezTo>
                    <a:cubicBezTo>
                      <a:pt x="21" y="74"/>
                      <a:pt x="21" y="77"/>
                      <a:pt x="21" y="80"/>
                    </a:cubicBezTo>
                    <a:cubicBezTo>
                      <a:pt x="21" y="81"/>
                      <a:pt x="21" y="83"/>
                      <a:pt x="21" y="84"/>
                    </a:cubicBezTo>
                    <a:cubicBezTo>
                      <a:pt x="20" y="85"/>
                      <a:pt x="21" y="87"/>
                      <a:pt x="20" y="88"/>
                    </a:cubicBezTo>
                    <a:cubicBezTo>
                      <a:pt x="18" y="93"/>
                      <a:pt x="16" y="98"/>
                      <a:pt x="14" y="103"/>
                    </a:cubicBezTo>
                    <a:cubicBezTo>
                      <a:pt x="13" y="106"/>
                      <a:pt x="10" y="107"/>
                      <a:pt x="11" y="110"/>
                    </a:cubicBezTo>
                    <a:cubicBezTo>
                      <a:pt x="12" y="113"/>
                      <a:pt x="14" y="118"/>
                      <a:pt x="12" y="122"/>
                    </a:cubicBezTo>
                    <a:cubicBezTo>
                      <a:pt x="10" y="124"/>
                      <a:pt x="8" y="129"/>
                      <a:pt x="10" y="132"/>
                    </a:cubicBezTo>
                    <a:cubicBezTo>
                      <a:pt x="11" y="134"/>
                      <a:pt x="12" y="134"/>
                      <a:pt x="13" y="133"/>
                    </a:cubicBezTo>
                    <a:cubicBezTo>
                      <a:pt x="14" y="132"/>
                      <a:pt x="18" y="132"/>
                      <a:pt x="17" y="133"/>
                    </a:cubicBezTo>
                    <a:cubicBezTo>
                      <a:pt x="17" y="133"/>
                      <a:pt x="16" y="133"/>
                      <a:pt x="15" y="134"/>
                    </a:cubicBezTo>
                    <a:cubicBezTo>
                      <a:pt x="15" y="135"/>
                      <a:pt x="15" y="135"/>
                      <a:pt x="16" y="136"/>
                    </a:cubicBezTo>
                    <a:cubicBezTo>
                      <a:pt x="16" y="136"/>
                      <a:pt x="15" y="137"/>
                      <a:pt x="15" y="137"/>
                    </a:cubicBezTo>
                    <a:cubicBezTo>
                      <a:pt x="14" y="139"/>
                      <a:pt x="13" y="143"/>
                      <a:pt x="14" y="145"/>
                    </a:cubicBezTo>
                    <a:cubicBezTo>
                      <a:pt x="14" y="146"/>
                      <a:pt x="14" y="146"/>
                      <a:pt x="13" y="148"/>
                    </a:cubicBezTo>
                    <a:cubicBezTo>
                      <a:pt x="12" y="149"/>
                      <a:pt x="14" y="149"/>
                      <a:pt x="15" y="150"/>
                    </a:cubicBezTo>
                    <a:cubicBezTo>
                      <a:pt x="15" y="150"/>
                      <a:pt x="15" y="150"/>
                      <a:pt x="14" y="151"/>
                    </a:cubicBezTo>
                    <a:cubicBezTo>
                      <a:pt x="13" y="151"/>
                      <a:pt x="11" y="152"/>
                      <a:pt x="13" y="152"/>
                    </a:cubicBezTo>
                    <a:cubicBezTo>
                      <a:pt x="12" y="153"/>
                      <a:pt x="13" y="156"/>
                      <a:pt x="14" y="156"/>
                    </a:cubicBezTo>
                    <a:cubicBezTo>
                      <a:pt x="13" y="156"/>
                      <a:pt x="10" y="155"/>
                      <a:pt x="11" y="158"/>
                    </a:cubicBezTo>
                    <a:cubicBezTo>
                      <a:pt x="11" y="158"/>
                      <a:pt x="12" y="163"/>
                      <a:pt x="10" y="162"/>
                    </a:cubicBezTo>
                    <a:cubicBezTo>
                      <a:pt x="10" y="162"/>
                      <a:pt x="8" y="160"/>
                      <a:pt x="8" y="159"/>
                    </a:cubicBezTo>
                    <a:cubicBezTo>
                      <a:pt x="6" y="158"/>
                      <a:pt x="7" y="157"/>
                      <a:pt x="5" y="158"/>
                    </a:cubicBezTo>
                    <a:cubicBezTo>
                      <a:pt x="5" y="158"/>
                      <a:pt x="4" y="159"/>
                      <a:pt x="4" y="159"/>
                    </a:cubicBezTo>
                    <a:cubicBezTo>
                      <a:pt x="4" y="160"/>
                      <a:pt x="5" y="160"/>
                      <a:pt x="4" y="161"/>
                    </a:cubicBezTo>
                    <a:cubicBezTo>
                      <a:pt x="4" y="162"/>
                      <a:pt x="0" y="162"/>
                      <a:pt x="0" y="164"/>
                    </a:cubicBezTo>
                    <a:cubicBezTo>
                      <a:pt x="0" y="164"/>
                      <a:pt x="1" y="165"/>
                      <a:pt x="2" y="165"/>
                    </a:cubicBezTo>
                    <a:cubicBezTo>
                      <a:pt x="2" y="165"/>
                      <a:pt x="1" y="164"/>
                      <a:pt x="2" y="163"/>
                    </a:cubicBezTo>
                    <a:cubicBezTo>
                      <a:pt x="2" y="163"/>
                      <a:pt x="5" y="165"/>
                      <a:pt x="7" y="164"/>
                    </a:cubicBezTo>
                    <a:cubicBezTo>
                      <a:pt x="11" y="163"/>
                      <a:pt x="5" y="170"/>
                      <a:pt x="7" y="171"/>
                    </a:cubicBezTo>
                    <a:cubicBezTo>
                      <a:pt x="8" y="171"/>
                      <a:pt x="10" y="170"/>
                      <a:pt x="11" y="171"/>
                    </a:cubicBezTo>
                    <a:cubicBezTo>
                      <a:pt x="12" y="171"/>
                      <a:pt x="12" y="174"/>
                      <a:pt x="11" y="173"/>
                    </a:cubicBezTo>
                    <a:cubicBezTo>
                      <a:pt x="11" y="173"/>
                      <a:pt x="8" y="171"/>
                      <a:pt x="8" y="172"/>
                    </a:cubicBezTo>
                    <a:cubicBezTo>
                      <a:pt x="7" y="173"/>
                      <a:pt x="6" y="173"/>
                      <a:pt x="7" y="174"/>
                    </a:cubicBezTo>
                    <a:cubicBezTo>
                      <a:pt x="7" y="174"/>
                      <a:pt x="9" y="176"/>
                      <a:pt x="8" y="176"/>
                    </a:cubicBezTo>
                    <a:cubicBezTo>
                      <a:pt x="7" y="176"/>
                      <a:pt x="7" y="179"/>
                      <a:pt x="7" y="179"/>
                    </a:cubicBezTo>
                    <a:cubicBezTo>
                      <a:pt x="6" y="182"/>
                      <a:pt x="9" y="178"/>
                      <a:pt x="9" y="178"/>
                    </a:cubicBezTo>
                    <a:cubicBezTo>
                      <a:pt x="9" y="178"/>
                      <a:pt x="8" y="183"/>
                      <a:pt x="9" y="182"/>
                    </a:cubicBezTo>
                    <a:cubicBezTo>
                      <a:pt x="9" y="182"/>
                      <a:pt x="8" y="182"/>
                      <a:pt x="8" y="183"/>
                    </a:cubicBezTo>
                    <a:cubicBezTo>
                      <a:pt x="7" y="184"/>
                      <a:pt x="8" y="184"/>
                      <a:pt x="9" y="185"/>
                    </a:cubicBezTo>
                    <a:cubicBezTo>
                      <a:pt x="9" y="185"/>
                      <a:pt x="7" y="186"/>
                      <a:pt x="7" y="186"/>
                    </a:cubicBezTo>
                    <a:cubicBezTo>
                      <a:pt x="6" y="186"/>
                      <a:pt x="7" y="186"/>
                      <a:pt x="7" y="187"/>
                    </a:cubicBezTo>
                    <a:cubicBezTo>
                      <a:pt x="6" y="189"/>
                      <a:pt x="10" y="189"/>
                      <a:pt x="10" y="188"/>
                    </a:cubicBezTo>
                    <a:cubicBezTo>
                      <a:pt x="10" y="189"/>
                      <a:pt x="9" y="189"/>
                      <a:pt x="10" y="190"/>
                    </a:cubicBezTo>
                    <a:cubicBezTo>
                      <a:pt x="10" y="190"/>
                      <a:pt x="10" y="190"/>
                      <a:pt x="10" y="190"/>
                    </a:cubicBezTo>
                    <a:cubicBezTo>
                      <a:pt x="10" y="191"/>
                      <a:pt x="8" y="192"/>
                      <a:pt x="8" y="193"/>
                    </a:cubicBezTo>
                    <a:cubicBezTo>
                      <a:pt x="7" y="195"/>
                      <a:pt x="10" y="192"/>
                      <a:pt x="11" y="192"/>
                    </a:cubicBezTo>
                    <a:cubicBezTo>
                      <a:pt x="10" y="193"/>
                      <a:pt x="11" y="194"/>
                      <a:pt x="11" y="194"/>
                    </a:cubicBezTo>
                    <a:cubicBezTo>
                      <a:pt x="11" y="195"/>
                      <a:pt x="8" y="196"/>
                      <a:pt x="8" y="196"/>
                    </a:cubicBezTo>
                    <a:cubicBezTo>
                      <a:pt x="10" y="197"/>
                      <a:pt x="10" y="196"/>
                      <a:pt x="11" y="198"/>
                    </a:cubicBezTo>
                    <a:cubicBezTo>
                      <a:pt x="12" y="200"/>
                      <a:pt x="14" y="195"/>
                      <a:pt x="13" y="195"/>
                    </a:cubicBezTo>
                    <a:cubicBezTo>
                      <a:pt x="14" y="195"/>
                      <a:pt x="14" y="196"/>
                      <a:pt x="15" y="197"/>
                    </a:cubicBezTo>
                    <a:cubicBezTo>
                      <a:pt x="15" y="197"/>
                      <a:pt x="15" y="195"/>
                      <a:pt x="15" y="195"/>
                    </a:cubicBezTo>
                    <a:cubicBezTo>
                      <a:pt x="15" y="195"/>
                      <a:pt x="15" y="197"/>
                      <a:pt x="15" y="197"/>
                    </a:cubicBezTo>
                    <a:cubicBezTo>
                      <a:pt x="16" y="196"/>
                      <a:pt x="16" y="195"/>
                      <a:pt x="16" y="196"/>
                    </a:cubicBezTo>
                    <a:cubicBezTo>
                      <a:pt x="17" y="196"/>
                      <a:pt x="16" y="198"/>
                      <a:pt x="16" y="198"/>
                    </a:cubicBezTo>
                    <a:cubicBezTo>
                      <a:pt x="15" y="199"/>
                      <a:pt x="17" y="199"/>
                      <a:pt x="16" y="200"/>
                    </a:cubicBezTo>
                    <a:cubicBezTo>
                      <a:pt x="15" y="202"/>
                      <a:pt x="17" y="201"/>
                      <a:pt x="18" y="202"/>
                    </a:cubicBezTo>
                    <a:cubicBezTo>
                      <a:pt x="21" y="202"/>
                      <a:pt x="24" y="204"/>
                      <a:pt x="21" y="206"/>
                    </a:cubicBezTo>
                    <a:cubicBezTo>
                      <a:pt x="20" y="207"/>
                      <a:pt x="17" y="206"/>
                      <a:pt x="16" y="207"/>
                    </a:cubicBezTo>
                    <a:cubicBezTo>
                      <a:pt x="15" y="209"/>
                      <a:pt x="18" y="208"/>
                      <a:pt x="19" y="209"/>
                    </a:cubicBezTo>
                    <a:cubicBezTo>
                      <a:pt x="18" y="209"/>
                      <a:pt x="18" y="209"/>
                      <a:pt x="18" y="209"/>
                    </a:cubicBezTo>
                    <a:cubicBezTo>
                      <a:pt x="18" y="209"/>
                      <a:pt x="22" y="212"/>
                      <a:pt x="24" y="210"/>
                    </a:cubicBezTo>
                    <a:cubicBezTo>
                      <a:pt x="25" y="208"/>
                      <a:pt x="23" y="206"/>
                      <a:pt x="25" y="204"/>
                    </a:cubicBezTo>
                    <a:cubicBezTo>
                      <a:pt x="26" y="202"/>
                      <a:pt x="29" y="202"/>
                      <a:pt x="30" y="202"/>
                    </a:cubicBezTo>
                    <a:cubicBezTo>
                      <a:pt x="35" y="199"/>
                      <a:pt x="28" y="199"/>
                      <a:pt x="26" y="199"/>
                    </a:cubicBezTo>
                    <a:cubicBezTo>
                      <a:pt x="24" y="199"/>
                      <a:pt x="21" y="199"/>
                      <a:pt x="19" y="198"/>
                    </a:cubicBezTo>
                    <a:cubicBezTo>
                      <a:pt x="17" y="196"/>
                      <a:pt x="17" y="196"/>
                      <a:pt x="17" y="192"/>
                    </a:cubicBezTo>
                    <a:cubicBezTo>
                      <a:pt x="17" y="188"/>
                      <a:pt x="16" y="191"/>
                      <a:pt x="13" y="189"/>
                    </a:cubicBezTo>
                    <a:cubicBezTo>
                      <a:pt x="12" y="189"/>
                      <a:pt x="12" y="186"/>
                      <a:pt x="12" y="185"/>
                    </a:cubicBezTo>
                    <a:cubicBezTo>
                      <a:pt x="11" y="183"/>
                      <a:pt x="11" y="180"/>
                      <a:pt x="13" y="179"/>
                    </a:cubicBezTo>
                    <a:cubicBezTo>
                      <a:pt x="14" y="178"/>
                      <a:pt x="14" y="178"/>
                      <a:pt x="15" y="177"/>
                    </a:cubicBezTo>
                    <a:cubicBezTo>
                      <a:pt x="15" y="176"/>
                      <a:pt x="16" y="175"/>
                      <a:pt x="17" y="175"/>
                    </a:cubicBezTo>
                    <a:cubicBezTo>
                      <a:pt x="18" y="174"/>
                      <a:pt x="16" y="171"/>
                      <a:pt x="17" y="169"/>
                    </a:cubicBezTo>
                    <a:cubicBezTo>
                      <a:pt x="17" y="168"/>
                      <a:pt x="19" y="167"/>
                      <a:pt x="20" y="165"/>
                    </a:cubicBezTo>
                    <a:cubicBezTo>
                      <a:pt x="20" y="163"/>
                      <a:pt x="20" y="160"/>
                      <a:pt x="21" y="158"/>
                    </a:cubicBezTo>
                    <a:cubicBezTo>
                      <a:pt x="21" y="156"/>
                      <a:pt x="23" y="156"/>
                      <a:pt x="21" y="154"/>
                    </a:cubicBezTo>
                    <a:cubicBezTo>
                      <a:pt x="20" y="153"/>
                      <a:pt x="17" y="153"/>
                      <a:pt x="21" y="152"/>
                    </a:cubicBezTo>
                    <a:cubicBezTo>
                      <a:pt x="26" y="151"/>
                      <a:pt x="20" y="151"/>
                      <a:pt x="19" y="149"/>
                    </a:cubicBezTo>
                    <a:cubicBezTo>
                      <a:pt x="19" y="146"/>
                      <a:pt x="19" y="142"/>
                      <a:pt x="19" y="140"/>
                    </a:cubicBezTo>
                    <a:cubicBezTo>
                      <a:pt x="19" y="136"/>
                      <a:pt x="19" y="131"/>
                      <a:pt x="19" y="127"/>
                    </a:cubicBezTo>
                    <a:cubicBezTo>
                      <a:pt x="20" y="124"/>
                      <a:pt x="21" y="119"/>
                      <a:pt x="23" y="117"/>
                    </a:cubicBezTo>
                    <a:cubicBezTo>
                      <a:pt x="26" y="114"/>
                      <a:pt x="23" y="109"/>
                      <a:pt x="23" y="106"/>
                    </a:cubicBezTo>
                    <a:cubicBezTo>
                      <a:pt x="23" y="104"/>
                      <a:pt x="24" y="103"/>
                      <a:pt x="26" y="102"/>
                    </a:cubicBezTo>
                    <a:cubicBezTo>
                      <a:pt x="28" y="100"/>
                      <a:pt x="27" y="99"/>
                      <a:pt x="27" y="96"/>
                    </a:cubicBezTo>
                    <a:cubicBezTo>
                      <a:pt x="27" y="92"/>
                      <a:pt x="30" y="89"/>
                      <a:pt x="29" y="85"/>
                    </a:cubicBezTo>
                    <a:cubicBezTo>
                      <a:pt x="29" y="82"/>
                      <a:pt x="28" y="79"/>
                      <a:pt x="27" y="76"/>
                    </a:cubicBezTo>
                    <a:cubicBezTo>
                      <a:pt x="27" y="75"/>
                      <a:pt x="26" y="74"/>
                      <a:pt x="27" y="73"/>
                    </a:cubicBezTo>
                    <a:cubicBezTo>
                      <a:pt x="28" y="72"/>
                      <a:pt x="29" y="68"/>
                      <a:pt x="29" y="67"/>
                    </a:cubicBezTo>
                    <a:cubicBezTo>
                      <a:pt x="29" y="66"/>
                      <a:pt x="28" y="64"/>
                      <a:pt x="30" y="62"/>
                    </a:cubicBezTo>
                    <a:cubicBezTo>
                      <a:pt x="31" y="61"/>
                      <a:pt x="30" y="59"/>
                      <a:pt x="31" y="58"/>
                    </a:cubicBezTo>
                    <a:cubicBezTo>
                      <a:pt x="31" y="56"/>
                      <a:pt x="33" y="55"/>
                      <a:pt x="34" y="54"/>
                    </a:cubicBezTo>
                    <a:cubicBezTo>
                      <a:pt x="34" y="53"/>
                      <a:pt x="37" y="50"/>
                      <a:pt x="37" y="49"/>
                    </a:cubicBezTo>
                    <a:cubicBezTo>
                      <a:pt x="37" y="48"/>
                      <a:pt x="36" y="46"/>
                      <a:pt x="36" y="44"/>
                    </a:cubicBezTo>
                    <a:cubicBezTo>
                      <a:pt x="36" y="42"/>
                      <a:pt x="36" y="41"/>
                      <a:pt x="36" y="39"/>
                    </a:cubicBezTo>
                    <a:cubicBezTo>
                      <a:pt x="36" y="36"/>
                      <a:pt x="37" y="36"/>
                      <a:pt x="40" y="35"/>
                    </a:cubicBezTo>
                    <a:cubicBezTo>
                      <a:pt x="44" y="34"/>
                      <a:pt x="44" y="32"/>
                      <a:pt x="44" y="28"/>
                    </a:cubicBezTo>
                    <a:cubicBezTo>
                      <a:pt x="43" y="29"/>
                      <a:pt x="41" y="29"/>
                      <a:pt x="40" y="28"/>
                    </a:cubicBezTo>
                    <a:cubicBezTo>
                      <a:pt x="40" y="28"/>
                      <a:pt x="40" y="29"/>
                      <a:pt x="40" y="2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49" name="Freeform 626">
                <a:extLst>
                  <a:ext uri="{FF2B5EF4-FFF2-40B4-BE49-F238E27FC236}">
                    <a16:creationId xmlns:a16="http://schemas.microsoft.com/office/drawing/2014/main" id="{589BC082-EB6B-BC41-A201-D4F495353F73}"/>
                  </a:ext>
                </a:extLst>
              </p:cNvPr>
              <p:cNvSpPr>
                <a:spLocks/>
              </p:cNvSpPr>
              <p:nvPr/>
            </p:nvSpPr>
            <p:spPr bwMode="auto">
              <a:xfrm>
                <a:off x="8435859" y="9485418"/>
                <a:ext cx="598727" cy="653038"/>
              </a:xfrm>
              <a:custGeom>
                <a:avLst/>
                <a:gdLst>
                  <a:gd name="T0" fmla="*/ 61 w 64"/>
                  <a:gd name="T1" fmla="*/ 42 h 70"/>
                  <a:gd name="T2" fmla="*/ 58 w 64"/>
                  <a:gd name="T3" fmla="*/ 35 h 70"/>
                  <a:gd name="T4" fmla="*/ 50 w 64"/>
                  <a:gd name="T5" fmla="*/ 35 h 70"/>
                  <a:gd name="T6" fmla="*/ 49 w 64"/>
                  <a:gd name="T7" fmla="*/ 33 h 70"/>
                  <a:gd name="T8" fmla="*/ 47 w 64"/>
                  <a:gd name="T9" fmla="*/ 30 h 70"/>
                  <a:gd name="T10" fmla="*/ 48 w 64"/>
                  <a:gd name="T11" fmla="*/ 28 h 70"/>
                  <a:gd name="T12" fmla="*/ 47 w 64"/>
                  <a:gd name="T13" fmla="*/ 26 h 70"/>
                  <a:gd name="T14" fmla="*/ 47 w 64"/>
                  <a:gd name="T15" fmla="*/ 23 h 70"/>
                  <a:gd name="T16" fmla="*/ 41 w 64"/>
                  <a:gd name="T17" fmla="*/ 21 h 70"/>
                  <a:gd name="T18" fmla="*/ 37 w 64"/>
                  <a:gd name="T19" fmla="*/ 18 h 70"/>
                  <a:gd name="T20" fmla="*/ 33 w 64"/>
                  <a:gd name="T21" fmla="*/ 16 h 70"/>
                  <a:gd name="T22" fmla="*/ 29 w 64"/>
                  <a:gd name="T23" fmla="*/ 16 h 70"/>
                  <a:gd name="T24" fmla="*/ 23 w 64"/>
                  <a:gd name="T25" fmla="*/ 9 h 70"/>
                  <a:gd name="T26" fmla="*/ 23 w 64"/>
                  <a:gd name="T27" fmla="*/ 6 h 70"/>
                  <a:gd name="T28" fmla="*/ 23 w 64"/>
                  <a:gd name="T29" fmla="*/ 4 h 70"/>
                  <a:gd name="T30" fmla="*/ 18 w 64"/>
                  <a:gd name="T31" fmla="*/ 3 h 70"/>
                  <a:gd name="T32" fmla="*/ 10 w 64"/>
                  <a:gd name="T33" fmla="*/ 6 h 70"/>
                  <a:gd name="T34" fmla="*/ 7 w 64"/>
                  <a:gd name="T35" fmla="*/ 9 h 70"/>
                  <a:gd name="T36" fmla="*/ 2 w 64"/>
                  <a:gd name="T37" fmla="*/ 8 h 70"/>
                  <a:gd name="T38" fmla="*/ 6 w 64"/>
                  <a:gd name="T39" fmla="*/ 16 h 70"/>
                  <a:gd name="T40" fmla="*/ 5 w 64"/>
                  <a:gd name="T41" fmla="*/ 23 h 70"/>
                  <a:gd name="T42" fmla="*/ 4 w 64"/>
                  <a:gd name="T43" fmla="*/ 27 h 70"/>
                  <a:gd name="T44" fmla="*/ 3 w 64"/>
                  <a:gd name="T45" fmla="*/ 31 h 70"/>
                  <a:gd name="T46" fmla="*/ 5 w 64"/>
                  <a:gd name="T47" fmla="*/ 35 h 70"/>
                  <a:gd name="T48" fmla="*/ 3 w 64"/>
                  <a:gd name="T49" fmla="*/ 38 h 70"/>
                  <a:gd name="T50" fmla="*/ 4 w 64"/>
                  <a:gd name="T51" fmla="*/ 46 h 70"/>
                  <a:gd name="T52" fmla="*/ 4 w 64"/>
                  <a:gd name="T53" fmla="*/ 49 h 70"/>
                  <a:gd name="T54" fmla="*/ 7 w 64"/>
                  <a:gd name="T55" fmla="*/ 52 h 70"/>
                  <a:gd name="T56" fmla="*/ 7 w 64"/>
                  <a:gd name="T57" fmla="*/ 54 h 70"/>
                  <a:gd name="T58" fmla="*/ 6 w 64"/>
                  <a:gd name="T59" fmla="*/ 56 h 70"/>
                  <a:gd name="T60" fmla="*/ 9 w 64"/>
                  <a:gd name="T61" fmla="*/ 63 h 70"/>
                  <a:gd name="T62" fmla="*/ 13 w 64"/>
                  <a:gd name="T63" fmla="*/ 69 h 70"/>
                  <a:gd name="T64" fmla="*/ 14 w 64"/>
                  <a:gd name="T65" fmla="*/ 67 h 70"/>
                  <a:gd name="T66" fmla="*/ 17 w 64"/>
                  <a:gd name="T67" fmla="*/ 65 h 70"/>
                  <a:gd name="T68" fmla="*/ 20 w 64"/>
                  <a:gd name="T69" fmla="*/ 65 h 70"/>
                  <a:gd name="T70" fmla="*/ 25 w 64"/>
                  <a:gd name="T71" fmla="*/ 65 h 70"/>
                  <a:gd name="T72" fmla="*/ 28 w 64"/>
                  <a:gd name="T73" fmla="*/ 68 h 70"/>
                  <a:gd name="T74" fmla="*/ 31 w 64"/>
                  <a:gd name="T75" fmla="*/ 65 h 70"/>
                  <a:gd name="T76" fmla="*/ 37 w 64"/>
                  <a:gd name="T77" fmla="*/ 64 h 70"/>
                  <a:gd name="T78" fmla="*/ 44 w 64"/>
                  <a:gd name="T79" fmla="*/ 52 h 70"/>
                  <a:gd name="T80" fmla="*/ 52 w 64"/>
                  <a:gd name="T81" fmla="*/ 51 h 70"/>
                  <a:gd name="T82" fmla="*/ 59 w 64"/>
                  <a:gd name="T83" fmla="*/ 54 h 70"/>
                  <a:gd name="T84" fmla="*/ 61 w 64"/>
                  <a:gd name="T85" fmla="*/ 42 h 70"/>
                  <a:gd name="T86" fmla="*/ 61 w 64"/>
                  <a:gd name="T87" fmla="*/ 4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 h="70">
                    <a:moveTo>
                      <a:pt x="61" y="42"/>
                    </a:moveTo>
                    <a:cubicBezTo>
                      <a:pt x="57" y="40"/>
                      <a:pt x="58" y="39"/>
                      <a:pt x="58" y="35"/>
                    </a:cubicBezTo>
                    <a:cubicBezTo>
                      <a:pt x="55" y="35"/>
                      <a:pt x="52" y="35"/>
                      <a:pt x="50" y="35"/>
                    </a:cubicBezTo>
                    <a:cubicBezTo>
                      <a:pt x="48" y="35"/>
                      <a:pt x="49" y="34"/>
                      <a:pt x="49" y="33"/>
                    </a:cubicBezTo>
                    <a:cubicBezTo>
                      <a:pt x="49" y="32"/>
                      <a:pt x="48" y="30"/>
                      <a:pt x="47" y="30"/>
                    </a:cubicBezTo>
                    <a:cubicBezTo>
                      <a:pt x="47" y="29"/>
                      <a:pt x="48" y="29"/>
                      <a:pt x="48" y="28"/>
                    </a:cubicBezTo>
                    <a:cubicBezTo>
                      <a:pt x="49" y="27"/>
                      <a:pt x="48" y="26"/>
                      <a:pt x="47" y="26"/>
                    </a:cubicBezTo>
                    <a:cubicBezTo>
                      <a:pt x="47" y="25"/>
                      <a:pt x="48" y="24"/>
                      <a:pt x="47" y="23"/>
                    </a:cubicBezTo>
                    <a:cubicBezTo>
                      <a:pt x="45" y="21"/>
                      <a:pt x="43" y="21"/>
                      <a:pt x="41" y="21"/>
                    </a:cubicBezTo>
                    <a:cubicBezTo>
                      <a:pt x="40" y="21"/>
                      <a:pt x="38" y="19"/>
                      <a:pt x="37" y="18"/>
                    </a:cubicBezTo>
                    <a:cubicBezTo>
                      <a:pt x="35" y="18"/>
                      <a:pt x="34" y="16"/>
                      <a:pt x="33" y="16"/>
                    </a:cubicBezTo>
                    <a:cubicBezTo>
                      <a:pt x="31" y="16"/>
                      <a:pt x="30" y="16"/>
                      <a:pt x="29" y="16"/>
                    </a:cubicBezTo>
                    <a:cubicBezTo>
                      <a:pt x="27" y="16"/>
                      <a:pt x="23" y="11"/>
                      <a:pt x="23" y="9"/>
                    </a:cubicBezTo>
                    <a:cubicBezTo>
                      <a:pt x="23" y="8"/>
                      <a:pt x="23" y="7"/>
                      <a:pt x="23" y="6"/>
                    </a:cubicBezTo>
                    <a:cubicBezTo>
                      <a:pt x="23" y="5"/>
                      <a:pt x="23" y="5"/>
                      <a:pt x="23" y="4"/>
                    </a:cubicBezTo>
                    <a:cubicBezTo>
                      <a:pt x="23" y="0"/>
                      <a:pt x="21" y="2"/>
                      <a:pt x="18" y="3"/>
                    </a:cubicBezTo>
                    <a:cubicBezTo>
                      <a:pt x="15" y="3"/>
                      <a:pt x="13" y="6"/>
                      <a:pt x="10" y="6"/>
                    </a:cubicBezTo>
                    <a:cubicBezTo>
                      <a:pt x="8" y="6"/>
                      <a:pt x="8" y="8"/>
                      <a:pt x="7" y="9"/>
                    </a:cubicBezTo>
                    <a:cubicBezTo>
                      <a:pt x="6" y="9"/>
                      <a:pt x="3" y="8"/>
                      <a:pt x="2" y="8"/>
                    </a:cubicBezTo>
                    <a:cubicBezTo>
                      <a:pt x="4" y="9"/>
                      <a:pt x="5" y="14"/>
                      <a:pt x="6" y="16"/>
                    </a:cubicBezTo>
                    <a:cubicBezTo>
                      <a:pt x="4" y="17"/>
                      <a:pt x="5" y="21"/>
                      <a:pt x="5" y="23"/>
                    </a:cubicBezTo>
                    <a:cubicBezTo>
                      <a:pt x="5" y="25"/>
                      <a:pt x="5" y="26"/>
                      <a:pt x="4" y="27"/>
                    </a:cubicBezTo>
                    <a:cubicBezTo>
                      <a:pt x="3" y="28"/>
                      <a:pt x="3" y="30"/>
                      <a:pt x="3" y="31"/>
                    </a:cubicBezTo>
                    <a:cubicBezTo>
                      <a:pt x="2" y="33"/>
                      <a:pt x="5" y="33"/>
                      <a:pt x="5" y="35"/>
                    </a:cubicBezTo>
                    <a:cubicBezTo>
                      <a:pt x="5" y="36"/>
                      <a:pt x="3" y="37"/>
                      <a:pt x="3" y="38"/>
                    </a:cubicBezTo>
                    <a:cubicBezTo>
                      <a:pt x="0" y="41"/>
                      <a:pt x="4" y="42"/>
                      <a:pt x="4" y="46"/>
                    </a:cubicBezTo>
                    <a:cubicBezTo>
                      <a:pt x="4" y="47"/>
                      <a:pt x="4" y="48"/>
                      <a:pt x="4" y="49"/>
                    </a:cubicBezTo>
                    <a:cubicBezTo>
                      <a:pt x="5" y="50"/>
                      <a:pt x="6" y="51"/>
                      <a:pt x="7" y="52"/>
                    </a:cubicBezTo>
                    <a:cubicBezTo>
                      <a:pt x="7" y="53"/>
                      <a:pt x="5" y="53"/>
                      <a:pt x="7" y="54"/>
                    </a:cubicBezTo>
                    <a:cubicBezTo>
                      <a:pt x="7" y="54"/>
                      <a:pt x="6" y="56"/>
                      <a:pt x="6" y="56"/>
                    </a:cubicBezTo>
                    <a:cubicBezTo>
                      <a:pt x="6" y="59"/>
                      <a:pt x="9" y="61"/>
                      <a:pt x="9" y="63"/>
                    </a:cubicBezTo>
                    <a:cubicBezTo>
                      <a:pt x="10" y="66"/>
                      <a:pt x="8" y="69"/>
                      <a:pt x="13" y="69"/>
                    </a:cubicBezTo>
                    <a:cubicBezTo>
                      <a:pt x="14" y="70"/>
                      <a:pt x="14" y="68"/>
                      <a:pt x="14" y="67"/>
                    </a:cubicBezTo>
                    <a:cubicBezTo>
                      <a:pt x="14" y="66"/>
                      <a:pt x="16" y="65"/>
                      <a:pt x="17" y="65"/>
                    </a:cubicBezTo>
                    <a:cubicBezTo>
                      <a:pt x="18" y="64"/>
                      <a:pt x="19" y="63"/>
                      <a:pt x="20" y="65"/>
                    </a:cubicBezTo>
                    <a:cubicBezTo>
                      <a:pt x="22" y="66"/>
                      <a:pt x="24" y="65"/>
                      <a:pt x="25" y="65"/>
                    </a:cubicBezTo>
                    <a:cubicBezTo>
                      <a:pt x="27" y="65"/>
                      <a:pt x="27" y="68"/>
                      <a:pt x="28" y="68"/>
                    </a:cubicBezTo>
                    <a:cubicBezTo>
                      <a:pt x="29" y="68"/>
                      <a:pt x="30" y="66"/>
                      <a:pt x="31" y="65"/>
                    </a:cubicBezTo>
                    <a:cubicBezTo>
                      <a:pt x="32" y="63"/>
                      <a:pt x="36" y="66"/>
                      <a:pt x="37" y="64"/>
                    </a:cubicBezTo>
                    <a:cubicBezTo>
                      <a:pt x="39" y="59"/>
                      <a:pt x="38" y="54"/>
                      <a:pt x="44" y="52"/>
                    </a:cubicBezTo>
                    <a:cubicBezTo>
                      <a:pt x="46" y="51"/>
                      <a:pt x="49" y="51"/>
                      <a:pt x="52" y="51"/>
                    </a:cubicBezTo>
                    <a:cubicBezTo>
                      <a:pt x="55" y="51"/>
                      <a:pt x="57" y="52"/>
                      <a:pt x="59" y="54"/>
                    </a:cubicBezTo>
                    <a:cubicBezTo>
                      <a:pt x="60" y="51"/>
                      <a:pt x="64" y="43"/>
                      <a:pt x="61" y="42"/>
                    </a:cubicBezTo>
                    <a:cubicBezTo>
                      <a:pt x="60" y="41"/>
                      <a:pt x="62" y="42"/>
                      <a:pt x="61" y="4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0" name="Freeform 627">
                <a:extLst>
                  <a:ext uri="{FF2B5EF4-FFF2-40B4-BE49-F238E27FC236}">
                    <a16:creationId xmlns:a16="http://schemas.microsoft.com/office/drawing/2014/main" id="{72286ADC-B226-9A45-A495-7379DD444ED6}"/>
                  </a:ext>
                </a:extLst>
              </p:cNvPr>
              <p:cNvSpPr>
                <a:spLocks/>
              </p:cNvSpPr>
              <p:nvPr/>
            </p:nvSpPr>
            <p:spPr bwMode="auto">
              <a:xfrm>
                <a:off x="8773441" y="9950508"/>
                <a:ext cx="420383" cy="414121"/>
              </a:xfrm>
              <a:custGeom>
                <a:avLst/>
                <a:gdLst>
                  <a:gd name="T0" fmla="*/ 40 w 45"/>
                  <a:gd name="T1" fmla="*/ 24 h 44"/>
                  <a:gd name="T2" fmla="*/ 36 w 45"/>
                  <a:gd name="T3" fmla="*/ 24 h 44"/>
                  <a:gd name="T4" fmla="*/ 36 w 45"/>
                  <a:gd name="T5" fmla="*/ 20 h 44"/>
                  <a:gd name="T6" fmla="*/ 34 w 45"/>
                  <a:gd name="T7" fmla="*/ 17 h 44"/>
                  <a:gd name="T8" fmla="*/ 29 w 45"/>
                  <a:gd name="T9" fmla="*/ 16 h 44"/>
                  <a:gd name="T10" fmla="*/ 25 w 45"/>
                  <a:gd name="T11" fmla="*/ 15 h 44"/>
                  <a:gd name="T12" fmla="*/ 25 w 45"/>
                  <a:gd name="T13" fmla="*/ 12 h 44"/>
                  <a:gd name="T14" fmla="*/ 24 w 45"/>
                  <a:gd name="T15" fmla="*/ 7 h 44"/>
                  <a:gd name="T16" fmla="*/ 21 w 45"/>
                  <a:gd name="T17" fmla="*/ 3 h 44"/>
                  <a:gd name="T18" fmla="*/ 14 w 45"/>
                  <a:gd name="T19" fmla="*/ 1 h 44"/>
                  <a:gd name="T20" fmla="*/ 5 w 45"/>
                  <a:gd name="T21" fmla="*/ 3 h 44"/>
                  <a:gd name="T22" fmla="*/ 2 w 45"/>
                  <a:gd name="T23" fmla="*/ 11 h 44"/>
                  <a:gd name="T24" fmla="*/ 1 w 45"/>
                  <a:gd name="T25" fmla="*/ 14 h 44"/>
                  <a:gd name="T26" fmla="*/ 2 w 45"/>
                  <a:gd name="T27" fmla="*/ 17 h 44"/>
                  <a:gd name="T28" fmla="*/ 9 w 45"/>
                  <a:gd name="T29" fmla="*/ 24 h 44"/>
                  <a:gd name="T30" fmla="*/ 13 w 45"/>
                  <a:gd name="T31" fmla="*/ 25 h 44"/>
                  <a:gd name="T32" fmla="*/ 17 w 45"/>
                  <a:gd name="T33" fmla="*/ 27 h 44"/>
                  <a:gd name="T34" fmla="*/ 25 w 45"/>
                  <a:gd name="T35" fmla="*/ 35 h 44"/>
                  <a:gd name="T36" fmla="*/ 22 w 45"/>
                  <a:gd name="T37" fmla="*/ 39 h 44"/>
                  <a:gd name="T38" fmla="*/ 20 w 45"/>
                  <a:gd name="T39" fmla="*/ 42 h 44"/>
                  <a:gd name="T40" fmla="*/ 28 w 45"/>
                  <a:gd name="T41" fmla="*/ 44 h 44"/>
                  <a:gd name="T42" fmla="*/ 32 w 45"/>
                  <a:gd name="T43" fmla="*/ 43 h 44"/>
                  <a:gd name="T44" fmla="*/ 37 w 45"/>
                  <a:gd name="T45" fmla="*/ 42 h 44"/>
                  <a:gd name="T46" fmla="*/ 40 w 45"/>
                  <a:gd name="T47" fmla="*/ 39 h 44"/>
                  <a:gd name="T48" fmla="*/ 41 w 45"/>
                  <a:gd name="T49" fmla="*/ 34 h 44"/>
                  <a:gd name="T50" fmla="*/ 40 w 45"/>
                  <a:gd name="T51" fmla="*/ 24 h 44"/>
                  <a:gd name="T52" fmla="*/ 40 w 45"/>
                  <a:gd name="T53" fmla="*/ 2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 h="44">
                    <a:moveTo>
                      <a:pt x="40" y="24"/>
                    </a:moveTo>
                    <a:cubicBezTo>
                      <a:pt x="39" y="25"/>
                      <a:pt x="37" y="26"/>
                      <a:pt x="36" y="24"/>
                    </a:cubicBezTo>
                    <a:cubicBezTo>
                      <a:pt x="35" y="23"/>
                      <a:pt x="37" y="22"/>
                      <a:pt x="36" y="20"/>
                    </a:cubicBezTo>
                    <a:cubicBezTo>
                      <a:pt x="35" y="19"/>
                      <a:pt x="35" y="18"/>
                      <a:pt x="34" y="17"/>
                    </a:cubicBezTo>
                    <a:cubicBezTo>
                      <a:pt x="31" y="15"/>
                      <a:pt x="31" y="17"/>
                      <a:pt x="29" y="16"/>
                    </a:cubicBezTo>
                    <a:cubicBezTo>
                      <a:pt x="28" y="16"/>
                      <a:pt x="27" y="16"/>
                      <a:pt x="25" y="15"/>
                    </a:cubicBezTo>
                    <a:cubicBezTo>
                      <a:pt x="23" y="15"/>
                      <a:pt x="24" y="13"/>
                      <a:pt x="25" y="12"/>
                    </a:cubicBezTo>
                    <a:cubicBezTo>
                      <a:pt x="25" y="10"/>
                      <a:pt x="24" y="8"/>
                      <a:pt x="24" y="7"/>
                    </a:cubicBezTo>
                    <a:cubicBezTo>
                      <a:pt x="23" y="4"/>
                      <a:pt x="24" y="4"/>
                      <a:pt x="21" y="3"/>
                    </a:cubicBezTo>
                    <a:cubicBezTo>
                      <a:pt x="19" y="1"/>
                      <a:pt x="18" y="0"/>
                      <a:pt x="14" y="1"/>
                    </a:cubicBezTo>
                    <a:cubicBezTo>
                      <a:pt x="11" y="1"/>
                      <a:pt x="7" y="2"/>
                      <a:pt x="5" y="3"/>
                    </a:cubicBezTo>
                    <a:cubicBezTo>
                      <a:pt x="2" y="6"/>
                      <a:pt x="3" y="8"/>
                      <a:pt x="2" y="11"/>
                    </a:cubicBezTo>
                    <a:cubicBezTo>
                      <a:pt x="2" y="12"/>
                      <a:pt x="1" y="13"/>
                      <a:pt x="1" y="14"/>
                    </a:cubicBezTo>
                    <a:cubicBezTo>
                      <a:pt x="0" y="15"/>
                      <a:pt x="1" y="15"/>
                      <a:pt x="2" y="17"/>
                    </a:cubicBezTo>
                    <a:cubicBezTo>
                      <a:pt x="4" y="20"/>
                      <a:pt x="6" y="21"/>
                      <a:pt x="9" y="24"/>
                    </a:cubicBezTo>
                    <a:cubicBezTo>
                      <a:pt x="10" y="25"/>
                      <a:pt x="12" y="25"/>
                      <a:pt x="13" y="25"/>
                    </a:cubicBezTo>
                    <a:cubicBezTo>
                      <a:pt x="15" y="25"/>
                      <a:pt x="16" y="26"/>
                      <a:pt x="17" y="27"/>
                    </a:cubicBezTo>
                    <a:cubicBezTo>
                      <a:pt x="19" y="28"/>
                      <a:pt x="27" y="31"/>
                      <a:pt x="25" y="35"/>
                    </a:cubicBezTo>
                    <a:cubicBezTo>
                      <a:pt x="24" y="36"/>
                      <a:pt x="22" y="37"/>
                      <a:pt x="22" y="39"/>
                    </a:cubicBezTo>
                    <a:cubicBezTo>
                      <a:pt x="22" y="41"/>
                      <a:pt x="22" y="41"/>
                      <a:pt x="20" y="42"/>
                    </a:cubicBezTo>
                    <a:cubicBezTo>
                      <a:pt x="19" y="44"/>
                      <a:pt x="27" y="43"/>
                      <a:pt x="28" y="44"/>
                    </a:cubicBezTo>
                    <a:cubicBezTo>
                      <a:pt x="30" y="44"/>
                      <a:pt x="30" y="44"/>
                      <a:pt x="32" y="43"/>
                    </a:cubicBezTo>
                    <a:cubicBezTo>
                      <a:pt x="33" y="41"/>
                      <a:pt x="36" y="43"/>
                      <a:pt x="37" y="42"/>
                    </a:cubicBezTo>
                    <a:cubicBezTo>
                      <a:pt x="38" y="41"/>
                      <a:pt x="39" y="40"/>
                      <a:pt x="40" y="39"/>
                    </a:cubicBezTo>
                    <a:cubicBezTo>
                      <a:pt x="41" y="37"/>
                      <a:pt x="40" y="35"/>
                      <a:pt x="41" y="34"/>
                    </a:cubicBezTo>
                    <a:cubicBezTo>
                      <a:pt x="41" y="32"/>
                      <a:pt x="45" y="24"/>
                      <a:pt x="40" y="24"/>
                    </a:cubicBezTo>
                    <a:cubicBezTo>
                      <a:pt x="40" y="25"/>
                      <a:pt x="41" y="24"/>
                      <a:pt x="40" y="2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1" name="Freeform 628">
                <a:extLst>
                  <a:ext uri="{FF2B5EF4-FFF2-40B4-BE49-F238E27FC236}">
                    <a16:creationId xmlns:a16="http://schemas.microsoft.com/office/drawing/2014/main" id="{8BA2B30C-43F7-9C47-9206-81946C5624CE}"/>
                  </a:ext>
                </a:extLst>
              </p:cNvPr>
              <p:cNvSpPr>
                <a:spLocks noEditPoints="1"/>
              </p:cNvSpPr>
              <p:nvPr/>
            </p:nvSpPr>
            <p:spPr bwMode="auto">
              <a:xfrm>
                <a:off x="8241593" y="8800526"/>
                <a:ext cx="1856688" cy="1882659"/>
              </a:xfrm>
              <a:custGeom>
                <a:avLst/>
                <a:gdLst>
                  <a:gd name="T0" fmla="*/ 188 w 199"/>
                  <a:gd name="T1" fmla="*/ 51 h 201"/>
                  <a:gd name="T2" fmla="*/ 165 w 199"/>
                  <a:gd name="T3" fmla="*/ 41 h 201"/>
                  <a:gd name="T4" fmla="*/ 135 w 199"/>
                  <a:gd name="T5" fmla="*/ 30 h 201"/>
                  <a:gd name="T6" fmla="*/ 122 w 199"/>
                  <a:gd name="T7" fmla="*/ 36 h 201"/>
                  <a:gd name="T8" fmla="*/ 116 w 199"/>
                  <a:gd name="T9" fmla="*/ 29 h 201"/>
                  <a:gd name="T10" fmla="*/ 111 w 199"/>
                  <a:gd name="T11" fmla="*/ 33 h 201"/>
                  <a:gd name="T12" fmla="*/ 120 w 199"/>
                  <a:gd name="T13" fmla="*/ 23 h 201"/>
                  <a:gd name="T14" fmla="*/ 116 w 199"/>
                  <a:gd name="T15" fmla="*/ 8 h 201"/>
                  <a:gd name="T16" fmla="*/ 105 w 199"/>
                  <a:gd name="T17" fmla="*/ 15 h 201"/>
                  <a:gd name="T18" fmla="*/ 93 w 199"/>
                  <a:gd name="T19" fmla="*/ 14 h 201"/>
                  <a:gd name="T20" fmla="*/ 77 w 199"/>
                  <a:gd name="T21" fmla="*/ 19 h 201"/>
                  <a:gd name="T22" fmla="*/ 69 w 199"/>
                  <a:gd name="T23" fmla="*/ 1 h 201"/>
                  <a:gd name="T24" fmla="*/ 56 w 199"/>
                  <a:gd name="T25" fmla="*/ 7 h 201"/>
                  <a:gd name="T26" fmla="*/ 50 w 199"/>
                  <a:gd name="T27" fmla="*/ 11 h 201"/>
                  <a:gd name="T28" fmla="*/ 51 w 199"/>
                  <a:gd name="T29" fmla="*/ 16 h 201"/>
                  <a:gd name="T30" fmla="*/ 41 w 199"/>
                  <a:gd name="T31" fmla="*/ 22 h 201"/>
                  <a:gd name="T32" fmla="*/ 27 w 199"/>
                  <a:gd name="T33" fmla="*/ 18 h 201"/>
                  <a:gd name="T34" fmla="*/ 25 w 199"/>
                  <a:gd name="T35" fmla="*/ 21 h 201"/>
                  <a:gd name="T36" fmla="*/ 22 w 199"/>
                  <a:gd name="T37" fmla="*/ 39 h 201"/>
                  <a:gd name="T38" fmla="*/ 10 w 199"/>
                  <a:gd name="T39" fmla="*/ 49 h 201"/>
                  <a:gd name="T40" fmla="*/ 2 w 199"/>
                  <a:gd name="T41" fmla="*/ 66 h 201"/>
                  <a:gd name="T42" fmla="*/ 9 w 199"/>
                  <a:gd name="T43" fmla="*/ 75 h 201"/>
                  <a:gd name="T44" fmla="*/ 24 w 199"/>
                  <a:gd name="T45" fmla="*/ 81 h 201"/>
                  <a:gd name="T46" fmla="*/ 39 w 199"/>
                  <a:gd name="T47" fmla="*/ 76 h 201"/>
                  <a:gd name="T48" fmla="*/ 49 w 199"/>
                  <a:gd name="T49" fmla="*/ 88 h 201"/>
                  <a:gd name="T50" fmla="*/ 61 w 199"/>
                  <a:gd name="T51" fmla="*/ 94 h 201"/>
                  <a:gd name="T52" fmla="*/ 68 w 199"/>
                  <a:gd name="T53" fmla="*/ 102 h 201"/>
                  <a:gd name="T54" fmla="*/ 80 w 199"/>
                  <a:gd name="T55" fmla="*/ 114 h 201"/>
                  <a:gd name="T56" fmla="*/ 82 w 199"/>
                  <a:gd name="T57" fmla="*/ 135 h 201"/>
                  <a:gd name="T58" fmla="*/ 93 w 199"/>
                  <a:gd name="T59" fmla="*/ 145 h 201"/>
                  <a:gd name="T60" fmla="*/ 98 w 199"/>
                  <a:gd name="T61" fmla="*/ 157 h 201"/>
                  <a:gd name="T62" fmla="*/ 90 w 199"/>
                  <a:gd name="T63" fmla="*/ 173 h 201"/>
                  <a:gd name="T64" fmla="*/ 86 w 199"/>
                  <a:gd name="T65" fmla="*/ 181 h 201"/>
                  <a:gd name="T66" fmla="*/ 94 w 199"/>
                  <a:gd name="T67" fmla="*/ 187 h 201"/>
                  <a:gd name="T68" fmla="*/ 107 w 199"/>
                  <a:gd name="T69" fmla="*/ 197 h 201"/>
                  <a:gd name="T70" fmla="*/ 119 w 199"/>
                  <a:gd name="T71" fmla="*/ 180 h 201"/>
                  <a:gd name="T72" fmla="*/ 128 w 199"/>
                  <a:gd name="T73" fmla="*/ 157 h 201"/>
                  <a:gd name="T74" fmla="*/ 137 w 199"/>
                  <a:gd name="T75" fmla="*/ 149 h 201"/>
                  <a:gd name="T76" fmla="*/ 144 w 199"/>
                  <a:gd name="T77" fmla="*/ 147 h 201"/>
                  <a:gd name="T78" fmla="*/ 155 w 199"/>
                  <a:gd name="T79" fmla="*/ 142 h 201"/>
                  <a:gd name="T80" fmla="*/ 163 w 199"/>
                  <a:gd name="T81" fmla="*/ 139 h 201"/>
                  <a:gd name="T82" fmla="*/ 169 w 199"/>
                  <a:gd name="T83" fmla="*/ 130 h 201"/>
                  <a:gd name="T84" fmla="*/ 175 w 199"/>
                  <a:gd name="T85" fmla="*/ 116 h 201"/>
                  <a:gd name="T86" fmla="*/ 176 w 199"/>
                  <a:gd name="T87" fmla="*/ 98 h 201"/>
                  <a:gd name="T88" fmla="*/ 178 w 199"/>
                  <a:gd name="T89" fmla="*/ 91 h 201"/>
                  <a:gd name="T90" fmla="*/ 182 w 199"/>
                  <a:gd name="T91" fmla="*/ 86 h 201"/>
                  <a:gd name="T92" fmla="*/ 196 w 199"/>
                  <a:gd name="T93" fmla="*/ 57 h 201"/>
                  <a:gd name="T94" fmla="*/ 110 w 199"/>
                  <a:gd name="T95" fmla="*/ 190 h 201"/>
                  <a:gd name="T96" fmla="*/ 115 w 199"/>
                  <a:gd name="T97" fmla="*/ 18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9" h="201">
                    <a:moveTo>
                      <a:pt x="196" y="57"/>
                    </a:moveTo>
                    <a:cubicBezTo>
                      <a:pt x="195" y="55"/>
                      <a:pt x="195" y="53"/>
                      <a:pt x="194" y="52"/>
                    </a:cubicBezTo>
                    <a:cubicBezTo>
                      <a:pt x="192" y="51"/>
                      <a:pt x="189" y="52"/>
                      <a:pt x="188" y="51"/>
                    </a:cubicBezTo>
                    <a:cubicBezTo>
                      <a:pt x="183" y="50"/>
                      <a:pt x="180" y="46"/>
                      <a:pt x="177" y="44"/>
                    </a:cubicBezTo>
                    <a:cubicBezTo>
                      <a:pt x="175" y="43"/>
                      <a:pt x="173" y="42"/>
                      <a:pt x="172" y="41"/>
                    </a:cubicBezTo>
                    <a:cubicBezTo>
                      <a:pt x="169" y="40"/>
                      <a:pt x="168" y="41"/>
                      <a:pt x="165" y="41"/>
                    </a:cubicBezTo>
                    <a:cubicBezTo>
                      <a:pt x="161" y="42"/>
                      <a:pt x="157" y="37"/>
                      <a:pt x="153" y="39"/>
                    </a:cubicBezTo>
                    <a:cubicBezTo>
                      <a:pt x="150" y="40"/>
                      <a:pt x="147" y="35"/>
                      <a:pt x="145" y="34"/>
                    </a:cubicBezTo>
                    <a:cubicBezTo>
                      <a:pt x="142" y="32"/>
                      <a:pt x="138" y="30"/>
                      <a:pt x="135" y="30"/>
                    </a:cubicBezTo>
                    <a:cubicBezTo>
                      <a:pt x="133" y="29"/>
                      <a:pt x="131" y="29"/>
                      <a:pt x="130" y="30"/>
                    </a:cubicBezTo>
                    <a:cubicBezTo>
                      <a:pt x="129" y="33"/>
                      <a:pt x="126" y="34"/>
                      <a:pt x="125" y="36"/>
                    </a:cubicBezTo>
                    <a:cubicBezTo>
                      <a:pt x="123" y="39"/>
                      <a:pt x="124" y="38"/>
                      <a:pt x="122" y="36"/>
                    </a:cubicBezTo>
                    <a:cubicBezTo>
                      <a:pt x="122" y="36"/>
                      <a:pt x="121" y="35"/>
                      <a:pt x="121" y="35"/>
                    </a:cubicBezTo>
                    <a:cubicBezTo>
                      <a:pt x="119" y="34"/>
                      <a:pt x="120" y="36"/>
                      <a:pt x="119" y="37"/>
                    </a:cubicBezTo>
                    <a:cubicBezTo>
                      <a:pt x="118" y="38"/>
                      <a:pt x="115" y="29"/>
                      <a:pt x="116" y="29"/>
                    </a:cubicBezTo>
                    <a:cubicBezTo>
                      <a:pt x="116" y="29"/>
                      <a:pt x="113" y="33"/>
                      <a:pt x="112" y="33"/>
                    </a:cubicBezTo>
                    <a:cubicBezTo>
                      <a:pt x="112" y="33"/>
                      <a:pt x="116" y="30"/>
                      <a:pt x="115" y="29"/>
                    </a:cubicBezTo>
                    <a:cubicBezTo>
                      <a:pt x="113" y="28"/>
                      <a:pt x="113" y="33"/>
                      <a:pt x="111" y="33"/>
                    </a:cubicBezTo>
                    <a:cubicBezTo>
                      <a:pt x="111" y="33"/>
                      <a:pt x="115" y="27"/>
                      <a:pt x="115" y="26"/>
                    </a:cubicBezTo>
                    <a:cubicBezTo>
                      <a:pt x="115" y="25"/>
                      <a:pt x="117" y="25"/>
                      <a:pt x="117" y="24"/>
                    </a:cubicBezTo>
                    <a:cubicBezTo>
                      <a:pt x="118" y="23"/>
                      <a:pt x="119" y="25"/>
                      <a:pt x="120" y="23"/>
                    </a:cubicBezTo>
                    <a:cubicBezTo>
                      <a:pt x="121" y="22"/>
                      <a:pt x="120" y="22"/>
                      <a:pt x="120" y="20"/>
                    </a:cubicBezTo>
                    <a:cubicBezTo>
                      <a:pt x="121" y="19"/>
                      <a:pt x="121" y="17"/>
                      <a:pt x="119" y="16"/>
                    </a:cubicBezTo>
                    <a:cubicBezTo>
                      <a:pt x="116" y="15"/>
                      <a:pt x="116" y="11"/>
                      <a:pt x="116" y="8"/>
                    </a:cubicBezTo>
                    <a:cubicBezTo>
                      <a:pt x="116" y="7"/>
                      <a:pt x="115" y="6"/>
                      <a:pt x="114" y="5"/>
                    </a:cubicBezTo>
                    <a:cubicBezTo>
                      <a:pt x="113" y="4"/>
                      <a:pt x="112" y="7"/>
                      <a:pt x="111" y="8"/>
                    </a:cubicBezTo>
                    <a:cubicBezTo>
                      <a:pt x="110" y="11"/>
                      <a:pt x="108" y="15"/>
                      <a:pt x="105" y="15"/>
                    </a:cubicBezTo>
                    <a:cubicBezTo>
                      <a:pt x="104" y="15"/>
                      <a:pt x="103" y="14"/>
                      <a:pt x="101" y="14"/>
                    </a:cubicBezTo>
                    <a:cubicBezTo>
                      <a:pt x="100" y="14"/>
                      <a:pt x="99" y="15"/>
                      <a:pt x="98" y="14"/>
                    </a:cubicBezTo>
                    <a:cubicBezTo>
                      <a:pt x="96" y="13"/>
                      <a:pt x="95" y="14"/>
                      <a:pt x="93" y="14"/>
                    </a:cubicBezTo>
                    <a:cubicBezTo>
                      <a:pt x="91" y="14"/>
                      <a:pt x="92" y="14"/>
                      <a:pt x="91" y="16"/>
                    </a:cubicBezTo>
                    <a:cubicBezTo>
                      <a:pt x="90" y="17"/>
                      <a:pt x="85" y="16"/>
                      <a:pt x="84" y="17"/>
                    </a:cubicBezTo>
                    <a:cubicBezTo>
                      <a:pt x="82" y="17"/>
                      <a:pt x="79" y="19"/>
                      <a:pt x="77" y="19"/>
                    </a:cubicBezTo>
                    <a:cubicBezTo>
                      <a:pt x="74" y="19"/>
                      <a:pt x="72" y="15"/>
                      <a:pt x="72" y="13"/>
                    </a:cubicBezTo>
                    <a:cubicBezTo>
                      <a:pt x="70" y="10"/>
                      <a:pt x="74" y="8"/>
                      <a:pt x="73" y="5"/>
                    </a:cubicBezTo>
                    <a:cubicBezTo>
                      <a:pt x="72" y="3"/>
                      <a:pt x="71" y="0"/>
                      <a:pt x="69" y="1"/>
                    </a:cubicBezTo>
                    <a:cubicBezTo>
                      <a:pt x="69" y="2"/>
                      <a:pt x="62" y="5"/>
                      <a:pt x="61" y="5"/>
                    </a:cubicBezTo>
                    <a:cubicBezTo>
                      <a:pt x="60" y="5"/>
                      <a:pt x="58" y="5"/>
                      <a:pt x="58" y="6"/>
                    </a:cubicBezTo>
                    <a:cubicBezTo>
                      <a:pt x="57" y="6"/>
                      <a:pt x="57" y="9"/>
                      <a:pt x="56" y="7"/>
                    </a:cubicBezTo>
                    <a:cubicBezTo>
                      <a:pt x="55" y="6"/>
                      <a:pt x="47" y="5"/>
                      <a:pt x="47" y="6"/>
                    </a:cubicBezTo>
                    <a:cubicBezTo>
                      <a:pt x="47" y="6"/>
                      <a:pt x="49" y="7"/>
                      <a:pt x="49" y="7"/>
                    </a:cubicBezTo>
                    <a:cubicBezTo>
                      <a:pt x="50" y="8"/>
                      <a:pt x="50" y="9"/>
                      <a:pt x="50" y="11"/>
                    </a:cubicBezTo>
                    <a:cubicBezTo>
                      <a:pt x="51" y="11"/>
                      <a:pt x="51" y="13"/>
                      <a:pt x="52" y="14"/>
                    </a:cubicBezTo>
                    <a:cubicBezTo>
                      <a:pt x="52" y="14"/>
                      <a:pt x="54" y="14"/>
                      <a:pt x="54" y="14"/>
                    </a:cubicBezTo>
                    <a:cubicBezTo>
                      <a:pt x="54" y="15"/>
                      <a:pt x="52" y="16"/>
                      <a:pt x="51" y="16"/>
                    </a:cubicBezTo>
                    <a:cubicBezTo>
                      <a:pt x="50" y="17"/>
                      <a:pt x="50" y="18"/>
                      <a:pt x="49" y="19"/>
                    </a:cubicBezTo>
                    <a:cubicBezTo>
                      <a:pt x="49" y="19"/>
                      <a:pt x="44" y="23"/>
                      <a:pt x="43" y="22"/>
                    </a:cubicBezTo>
                    <a:cubicBezTo>
                      <a:pt x="43" y="21"/>
                      <a:pt x="42" y="21"/>
                      <a:pt x="41" y="22"/>
                    </a:cubicBezTo>
                    <a:cubicBezTo>
                      <a:pt x="40" y="23"/>
                      <a:pt x="38" y="21"/>
                      <a:pt x="38" y="21"/>
                    </a:cubicBezTo>
                    <a:cubicBezTo>
                      <a:pt x="36" y="20"/>
                      <a:pt x="35" y="16"/>
                      <a:pt x="34" y="16"/>
                    </a:cubicBezTo>
                    <a:cubicBezTo>
                      <a:pt x="32" y="15"/>
                      <a:pt x="29" y="18"/>
                      <a:pt x="27" y="18"/>
                    </a:cubicBezTo>
                    <a:cubicBezTo>
                      <a:pt x="25" y="18"/>
                      <a:pt x="23" y="18"/>
                      <a:pt x="21" y="18"/>
                    </a:cubicBezTo>
                    <a:cubicBezTo>
                      <a:pt x="21" y="18"/>
                      <a:pt x="21" y="20"/>
                      <a:pt x="22" y="20"/>
                    </a:cubicBezTo>
                    <a:cubicBezTo>
                      <a:pt x="22" y="21"/>
                      <a:pt x="24" y="21"/>
                      <a:pt x="25" y="21"/>
                    </a:cubicBezTo>
                    <a:cubicBezTo>
                      <a:pt x="25" y="22"/>
                      <a:pt x="21" y="23"/>
                      <a:pt x="20" y="23"/>
                    </a:cubicBezTo>
                    <a:cubicBezTo>
                      <a:pt x="19" y="24"/>
                      <a:pt x="21" y="27"/>
                      <a:pt x="22" y="28"/>
                    </a:cubicBezTo>
                    <a:cubicBezTo>
                      <a:pt x="24" y="32"/>
                      <a:pt x="24" y="35"/>
                      <a:pt x="22" y="39"/>
                    </a:cubicBezTo>
                    <a:cubicBezTo>
                      <a:pt x="22" y="41"/>
                      <a:pt x="22" y="47"/>
                      <a:pt x="20" y="47"/>
                    </a:cubicBezTo>
                    <a:cubicBezTo>
                      <a:pt x="19" y="48"/>
                      <a:pt x="17" y="47"/>
                      <a:pt x="15" y="48"/>
                    </a:cubicBezTo>
                    <a:cubicBezTo>
                      <a:pt x="14" y="49"/>
                      <a:pt x="11" y="49"/>
                      <a:pt x="10" y="49"/>
                    </a:cubicBezTo>
                    <a:cubicBezTo>
                      <a:pt x="5" y="51"/>
                      <a:pt x="5" y="53"/>
                      <a:pt x="5" y="57"/>
                    </a:cubicBezTo>
                    <a:cubicBezTo>
                      <a:pt x="5" y="59"/>
                      <a:pt x="2" y="59"/>
                      <a:pt x="2" y="60"/>
                    </a:cubicBezTo>
                    <a:cubicBezTo>
                      <a:pt x="2" y="63"/>
                      <a:pt x="0" y="64"/>
                      <a:pt x="2" y="66"/>
                    </a:cubicBezTo>
                    <a:cubicBezTo>
                      <a:pt x="4" y="68"/>
                      <a:pt x="4" y="70"/>
                      <a:pt x="5" y="72"/>
                    </a:cubicBezTo>
                    <a:cubicBezTo>
                      <a:pt x="5" y="73"/>
                      <a:pt x="6" y="73"/>
                      <a:pt x="7" y="73"/>
                    </a:cubicBezTo>
                    <a:cubicBezTo>
                      <a:pt x="8" y="73"/>
                      <a:pt x="8" y="74"/>
                      <a:pt x="9" y="75"/>
                    </a:cubicBezTo>
                    <a:cubicBezTo>
                      <a:pt x="11" y="78"/>
                      <a:pt x="16" y="75"/>
                      <a:pt x="18" y="73"/>
                    </a:cubicBezTo>
                    <a:cubicBezTo>
                      <a:pt x="18" y="76"/>
                      <a:pt x="16" y="81"/>
                      <a:pt x="19" y="82"/>
                    </a:cubicBezTo>
                    <a:cubicBezTo>
                      <a:pt x="20" y="82"/>
                      <a:pt x="23" y="81"/>
                      <a:pt x="24" y="81"/>
                    </a:cubicBezTo>
                    <a:cubicBezTo>
                      <a:pt x="27" y="82"/>
                      <a:pt x="28" y="82"/>
                      <a:pt x="30" y="80"/>
                    </a:cubicBezTo>
                    <a:cubicBezTo>
                      <a:pt x="30" y="79"/>
                      <a:pt x="32" y="79"/>
                      <a:pt x="33" y="79"/>
                    </a:cubicBezTo>
                    <a:cubicBezTo>
                      <a:pt x="35" y="77"/>
                      <a:pt x="37" y="76"/>
                      <a:pt x="39" y="76"/>
                    </a:cubicBezTo>
                    <a:cubicBezTo>
                      <a:pt x="41" y="75"/>
                      <a:pt x="46" y="73"/>
                      <a:pt x="44" y="77"/>
                    </a:cubicBezTo>
                    <a:cubicBezTo>
                      <a:pt x="44" y="79"/>
                      <a:pt x="43" y="81"/>
                      <a:pt x="44" y="83"/>
                    </a:cubicBezTo>
                    <a:cubicBezTo>
                      <a:pt x="45" y="85"/>
                      <a:pt x="47" y="87"/>
                      <a:pt x="49" y="88"/>
                    </a:cubicBezTo>
                    <a:cubicBezTo>
                      <a:pt x="51" y="90"/>
                      <a:pt x="54" y="89"/>
                      <a:pt x="56" y="90"/>
                    </a:cubicBezTo>
                    <a:cubicBezTo>
                      <a:pt x="57" y="91"/>
                      <a:pt x="58" y="92"/>
                      <a:pt x="59" y="92"/>
                    </a:cubicBezTo>
                    <a:cubicBezTo>
                      <a:pt x="60" y="92"/>
                      <a:pt x="61" y="93"/>
                      <a:pt x="61" y="94"/>
                    </a:cubicBezTo>
                    <a:cubicBezTo>
                      <a:pt x="63" y="94"/>
                      <a:pt x="68" y="93"/>
                      <a:pt x="68" y="96"/>
                    </a:cubicBezTo>
                    <a:cubicBezTo>
                      <a:pt x="69" y="98"/>
                      <a:pt x="68" y="98"/>
                      <a:pt x="69" y="100"/>
                    </a:cubicBezTo>
                    <a:cubicBezTo>
                      <a:pt x="70" y="101"/>
                      <a:pt x="69" y="101"/>
                      <a:pt x="68" y="102"/>
                    </a:cubicBezTo>
                    <a:cubicBezTo>
                      <a:pt x="68" y="102"/>
                      <a:pt x="70" y="107"/>
                      <a:pt x="70" y="108"/>
                    </a:cubicBezTo>
                    <a:cubicBezTo>
                      <a:pt x="70" y="109"/>
                      <a:pt x="78" y="108"/>
                      <a:pt x="79" y="108"/>
                    </a:cubicBezTo>
                    <a:cubicBezTo>
                      <a:pt x="79" y="110"/>
                      <a:pt x="78" y="113"/>
                      <a:pt x="80" y="114"/>
                    </a:cubicBezTo>
                    <a:cubicBezTo>
                      <a:pt x="83" y="116"/>
                      <a:pt x="83" y="118"/>
                      <a:pt x="82" y="122"/>
                    </a:cubicBezTo>
                    <a:cubicBezTo>
                      <a:pt x="81" y="124"/>
                      <a:pt x="80" y="127"/>
                      <a:pt x="81" y="130"/>
                    </a:cubicBezTo>
                    <a:cubicBezTo>
                      <a:pt x="81" y="131"/>
                      <a:pt x="82" y="133"/>
                      <a:pt x="82" y="135"/>
                    </a:cubicBezTo>
                    <a:cubicBezTo>
                      <a:pt x="82" y="136"/>
                      <a:pt x="80" y="138"/>
                      <a:pt x="82" y="138"/>
                    </a:cubicBezTo>
                    <a:cubicBezTo>
                      <a:pt x="83" y="139"/>
                      <a:pt x="86" y="140"/>
                      <a:pt x="88" y="139"/>
                    </a:cubicBezTo>
                    <a:cubicBezTo>
                      <a:pt x="90" y="137"/>
                      <a:pt x="94" y="144"/>
                      <a:pt x="93" y="145"/>
                    </a:cubicBezTo>
                    <a:cubicBezTo>
                      <a:pt x="93" y="146"/>
                      <a:pt x="93" y="147"/>
                      <a:pt x="94" y="148"/>
                    </a:cubicBezTo>
                    <a:cubicBezTo>
                      <a:pt x="95" y="149"/>
                      <a:pt x="97" y="147"/>
                      <a:pt x="98" y="148"/>
                    </a:cubicBezTo>
                    <a:cubicBezTo>
                      <a:pt x="102" y="150"/>
                      <a:pt x="98" y="154"/>
                      <a:pt x="98" y="157"/>
                    </a:cubicBezTo>
                    <a:cubicBezTo>
                      <a:pt x="100" y="154"/>
                      <a:pt x="102" y="160"/>
                      <a:pt x="102" y="160"/>
                    </a:cubicBezTo>
                    <a:cubicBezTo>
                      <a:pt x="103" y="164"/>
                      <a:pt x="101" y="165"/>
                      <a:pt x="98" y="166"/>
                    </a:cubicBezTo>
                    <a:cubicBezTo>
                      <a:pt x="94" y="168"/>
                      <a:pt x="92" y="170"/>
                      <a:pt x="90" y="173"/>
                    </a:cubicBezTo>
                    <a:cubicBezTo>
                      <a:pt x="89" y="175"/>
                      <a:pt x="88" y="176"/>
                      <a:pt x="86" y="177"/>
                    </a:cubicBezTo>
                    <a:cubicBezTo>
                      <a:pt x="85" y="179"/>
                      <a:pt x="83" y="180"/>
                      <a:pt x="81" y="182"/>
                    </a:cubicBezTo>
                    <a:cubicBezTo>
                      <a:pt x="83" y="182"/>
                      <a:pt x="85" y="181"/>
                      <a:pt x="86" y="181"/>
                    </a:cubicBezTo>
                    <a:cubicBezTo>
                      <a:pt x="87" y="181"/>
                      <a:pt x="88" y="183"/>
                      <a:pt x="89" y="183"/>
                    </a:cubicBezTo>
                    <a:cubicBezTo>
                      <a:pt x="89" y="184"/>
                      <a:pt x="90" y="185"/>
                      <a:pt x="91" y="186"/>
                    </a:cubicBezTo>
                    <a:cubicBezTo>
                      <a:pt x="92" y="187"/>
                      <a:pt x="93" y="186"/>
                      <a:pt x="94" y="187"/>
                    </a:cubicBezTo>
                    <a:cubicBezTo>
                      <a:pt x="96" y="189"/>
                      <a:pt x="100" y="190"/>
                      <a:pt x="101" y="193"/>
                    </a:cubicBezTo>
                    <a:cubicBezTo>
                      <a:pt x="102" y="195"/>
                      <a:pt x="103" y="199"/>
                      <a:pt x="104" y="201"/>
                    </a:cubicBezTo>
                    <a:cubicBezTo>
                      <a:pt x="105" y="200"/>
                      <a:pt x="106" y="199"/>
                      <a:pt x="107" y="197"/>
                    </a:cubicBezTo>
                    <a:cubicBezTo>
                      <a:pt x="107" y="196"/>
                      <a:pt x="108" y="194"/>
                      <a:pt x="109" y="193"/>
                    </a:cubicBezTo>
                    <a:cubicBezTo>
                      <a:pt x="110" y="190"/>
                      <a:pt x="113" y="189"/>
                      <a:pt x="116" y="187"/>
                    </a:cubicBezTo>
                    <a:cubicBezTo>
                      <a:pt x="118" y="185"/>
                      <a:pt x="118" y="183"/>
                      <a:pt x="119" y="180"/>
                    </a:cubicBezTo>
                    <a:cubicBezTo>
                      <a:pt x="121" y="176"/>
                      <a:pt x="124" y="175"/>
                      <a:pt x="126" y="172"/>
                    </a:cubicBezTo>
                    <a:cubicBezTo>
                      <a:pt x="129" y="169"/>
                      <a:pt x="126" y="165"/>
                      <a:pt x="127" y="161"/>
                    </a:cubicBezTo>
                    <a:cubicBezTo>
                      <a:pt x="128" y="160"/>
                      <a:pt x="128" y="159"/>
                      <a:pt x="128" y="157"/>
                    </a:cubicBezTo>
                    <a:cubicBezTo>
                      <a:pt x="128" y="156"/>
                      <a:pt x="128" y="156"/>
                      <a:pt x="129" y="156"/>
                    </a:cubicBezTo>
                    <a:cubicBezTo>
                      <a:pt x="131" y="155"/>
                      <a:pt x="132" y="153"/>
                      <a:pt x="133" y="152"/>
                    </a:cubicBezTo>
                    <a:cubicBezTo>
                      <a:pt x="134" y="151"/>
                      <a:pt x="135" y="150"/>
                      <a:pt x="137" y="149"/>
                    </a:cubicBezTo>
                    <a:cubicBezTo>
                      <a:pt x="138" y="149"/>
                      <a:pt x="139" y="148"/>
                      <a:pt x="141" y="147"/>
                    </a:cubicBezTo>
                    <a:cubicBezTo>
                      <a:pt x="142" y="147"/>
                      <a:pt x="143" y="148"/>
                      <a:pt x="144" y="148"/>
                    </a:cubicBezTo>
                    <a:cubicBezTo>
                      <a:pt x="145" y="148"/>
                      <a:pt x="144" y="147"/>
                      <a:pt x="144" y="147"/>
                    </a:cubicBezTo>
                    <a:cubicBezTo>
                      <a:pt x="143" y="146"/>
                      <a:pt x="147" y="145"/>
                      <a:pt x="147" y="145"/>
                    </a:cubicBezTo>
                    <a:cubicBezTo>
                      <a:pt x="147" y="145"/>
                      <a:pt x="149" y="142"/>
                      <a:pt x="149" y="143"/>
                    </a:cubicBezTo>
                    <a:cubicBezTo>
                      <a:pt x="150" y="144"/>
                      <a:pt x="155" y="142"/>
                      <a:pt x="155" y="142"/>
                    </a:cubicBezTo>
                    <a:cubicBezTo>
                      <a:pt x="156" y="142"/>
                      <a:pt x="155" y="143"/>
                      <a:pt x="156" y="143"/>
                    </a:cubicBezTo>
                    <a:cubicBezTo>
                      <a:pt x="157" y="143"/>
                      <a:pt x="160" y="143"/>
                      <a:pt x="161" y="142"/>
                    </a:cubicBezTo>
                    <a:cubicBezTo>
                      <a:pt x="162" y="141"/>
                      <a:pt x="162" y="140"/>
                      <a:pt x="163" y="139"/>
                    </a:cubicBezTo>
                    <a:cubicBezTo>
                      <a:pt x="164" y="139"/>
                      <a:pt x="165" y="138"/>
                      <a:pt x="165" y="137"/>
                    </a:cubicBezTo>
                    <a:cubicBezTo>
                      <a:pt x="166" y="136"/>
                      <a:pt x="165" y="134"/>
                      <a:pt x="166" y="133"/>
                    </a:cubicBezTo>
                    <a:cubicBezTo>
                      <a:pt x="167" y="132"/>
                      <a:pt x="168" y="131"/>
                      <a:pt x="169" y="130"/>
                    </a:cubicBezTo>
                    <a:cubicBezTo>
                      <a:pt x="171" y="127"/>
                      <a:pt x="172" y="126"/>
                      <a:pt x="172" y="123"/>
                    </a:cubicBezTo>
                    <a:cubicBezTo>
                      <a:pt x="172" y="121"/>
                      <a:pt x="172" y="120"/>
                      <a:pt x="173" y="118"/>
                    </a:cubicBezTo>
                    <a:cubicBezTo>
                      <a:pt x="173" y="117"/>
                      <a:pt x="174" y="117"/>
                      <a:pt x="175" y="116"/>
                    </a:cubicBezTo>
                    <a:cubicBezTo>
                      <a:pt x="176" y="115"/>
                      <a:pt x="175" y="113"/>
                      <a:pt x="175" y="112"/>
                    </a:cubicBezTo>
                    <a:cubicBezTo>
                      <a:pt x="175" y="110"/>
                      <a:pt x="176" y="109"/>
                      <a:pt x="176" y="107"/>
                    </a:cubicBezTo>
                    <a:cubicBezTo>
                      <a:pt x="177" y="104"/>
                      <a:pt x="176" y="101"/>
                      <a:pt x="176" y="98"/>
                    </a:cubicBezTo>
                    <a:cubicBezTo>
                      <a:pt x="176" y="96"/>
                      <a:pt x="175" y="94"/>
                      <a:pt x="176" y="93"/>
                    </a:cubicBezTo>
                    <a:cubicBezTo>
                      <a:pt x="177" y="91"/>
                      <a:pt x="176" y="92"/>
                      <a:pt x="176" y="90"/>
                    </a:cubicBezTo>
                    <a:cubicBezTo>
                      <a:pt x="176" y="90"/>
                      <a:pt x="178" y="91"/>
                      <a:pt x="178" y="91"/>
                    </a:cubicBezTo>
                    <a:cubicBezTo>
                      <a:pt x="178" y="91"/>
                      <a:pt x="178" y="90"/>
                      <a:pt x="178" y="90"/>
                    </a:cubicBezTo>
                    <a:cubicBezTo>
                      <a:pt x="178" y="90"/>
                      <a:pt x="179" y="90"/>
                      <a:pt x="179" y="90"/>
                    </a:cubicBezTo>
                    <a:cubicBezTo>
                      <a:pt x="181" y="90"/>
                      <a:pt x="182" y="87"/>
                      <a:pt x="182" y="86"/>
                    </a:cubicBezTo>
                    <a:cubicBezTo>
                      <a:pt x="183" y="85"/>
                      <a:pt x="184" y="83"/>
                      <a:pt x="185" y="81"/>
                    </a:cubicBezTo>
                    <a:cubicBezTo>
                      <a:pt x="187" y="79"/>
                      <a:pt x="189" y="79"/>
                      <a:pt x="190" y="77"/>
                    </a:cubicBezTo>
                    <a:cubicBezTo>
                      <a:pt x="195" y="71"/>
                      <a:pt x="199" y="64"/>
                      <a:pt x="196" y="57"/>
                    </a:cubicBezTo>
                    <a:cubicBezTo>
                      <a:pt x="194" y="53"/>
                      <a:pt x="198" y="60"/>
                      <a:pt x="196" y="57"/>
                    </a:cubicBezTo>
                    <a:close/>
                    <a:moveTo>
                      <a:pt x="115" y="186"/>
                    </a:moveTo>
                    <a:cubicBezTo>
                      <a:pt x="113" y="187"/>
                      <a:pt x="112" y="189"/>
                      <a:pt x="110" y="190"/>
                    </a:cubicBezTo>
                    <a:cubicBezTo>
                      <a:pt x="107" y="191"/>
                      <a:pt x="112" y="188"/>
                      <a:pt x="112" y="187"/>
                    </a:cubicBezTo>
                    <a:cubicBezTo>
                      <a:pt x="113" y="186"/>
                      <a:pt x="114" y="184"/>
                      <a:pt x="116" y="182"/>
                    </a:cubicBezTo>
                    <a:cubicBezTo>
                      <a:pt x="118" y="180"/>
                      <a:pt x="117" y="184"/>
                      <a:pt x="115" y="186"/>
                    </a:cubicBezTo>
                    <a:cubicBezTo>
                      <a:pt x="115" y="186"/>
                      <a:pt x="116" y="185"/>
                      <a:pt x="115" y="186"/>
                    </a:cubicBezTo>
                    <a:close/>
                  </a:path>
                </a:pathLst>
              </a:custGeom>
              <a:grpFill/>
              <a:ln w="9525"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2" name="Freeform 629">
                <a:extLst>
                  <a:ext uri="{FF2B5EF4-FFF2-40B4-BE49-F238E27FC236}">
                    <a16:creationId xmlns:a16="http://schemas.microsoft.com/office/drawing/2014/main" id="{20B9FC18-3504-7C48-B83B-58D6B5407952}"/>
                  </a:ext>
                </a:extLst>
              </p:cNvPr>
              <p:cNvSpPr>
                <a:spLocks/>
              </p:cNvSpPr>
              <p:nvPr/>
            </p:nvSpPr>
            <p:spPr bwMode="auto">
              <a:xfrm>
                <a:off x="8961338" y="10485681"/>
                <a:ext cx="251592" cy="261215"/>
              </a:xfrm>
              <a:custGeom>
                <a:avLst/>
                <a:gdLst>
                  <a:gd name="T0" fmla="*/ 21 w 27"/>
                  <a:gd name="T1" fmla="*/ 10 h 28"/>
                  <a:gd name="T2" fmla="*/ 17 w 27"/>
                  <a:gd name="T3" fmla="*/ 7 h 28"/>
                  <a:gd name="T4" fmla="*/ 14 w 27"/>
                  <a:gd name="T5" fmla="*/ 6 h 28"/>
                  <a:gd name="T6" fmla="*/ 11 w 27"/>
                  <a:gd name="T7" fmla="*/ 3 h 28"/>
                  <a:gd name="T8" fmla="*/ 6 w 27"/>
                  <a:gd name="T9" fmla="*/ 2 h 28"/>
                  <a:gd name="T10" fmla="*/ 4 w 27"/>
                  <a:gd name="T11" fmla="*/ 3 h 28"/>
                  <a:gd name="T12" fmla="*/ 3 w 27"/>
                  <a:gd name="T13" fmla="*/ 6 h 28"/>
                  <a:gd name="T14" fmla="*/ 3 w 27"/>
                  <a:gd name="T15" fmla="*/ 12 h 28"/>
                  <a:gd name="T16" fmla="*/ 2 w 27"/>
                  <a:gd name="T17" fmla="*/ 17 h 28"/>
                  <a:gd name="T18" fmla="*/ 1 w 27"/>
                  <a:gd name="T19" fmla="*/ 22 h 28"/>
                  <a:gd name="T20" fmla="*/ 4 w 27"/>
                  <a:gd name="T21" fmla="*/ 25 h 28"/>
                  <a:gd name="T22" fmla="*/ 9 w 27"/>
                  <a:gd name="T23" fmla="*/ 26 h 28"/>
                  <a:gd name="T24" fmla="*/ 13 w 27"/>
                  <a:gd name="T25" fmla="*/ 28 h 28"/>
                  <a:gd name="T26" fmla="*/ 19 w 27"/>
                  <a:gd name="T27" fmla="*/ 28 h 28"/>
                  <a:gd name="T28" fmla="*/ 24 w 27"/>
                  <a:gd name="T29" fmla="*/ 25 h 28"/>
                  <a:gd name="T30" fmla="*/ 26 w 27"/>
                  <a:gd name="T31" fmla="*/ 19 h 28"/>
                  <a:gd name="T32" fmla="*/ 24 w 27"/>
                  <a:gd name="T33" fmla="*/ 14 h 28"/>
                  <a:gd name="T34" fmla="*/ 21 w 27"/>
                  <a:gd name="T35" fmla="*/ 10 h 28"/>
                  <a:gd name="T36" fmla="*/ 21 w 27"/>
                  <a:gd name="T37" fmla="*/ 1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8">
                    <a:moveTo>
                      <a:pt x="21" y="10"/>
                    </a:moveTo>
                    <a:cubicBezTo>
                      <a:pt x="20" y="8"/>
                      <a:pt x="18" y="8"/>
                      <a:pt x="17" y="7"/>
                    </a:cubicBezTo>
                    <a:cubicBezTo>
                      <a:pt x="16" y="6"/>
                      <a:pt x="15" y="7"/>
                      <a:pt x="14" y="6"/>
                    </a:cubicBezTo>
                    <a:cubicBezTo>
                      <a:pt x="13" y="5"/>
                      <a:pt x="12" y="4"/>
                      <a:pt x="11" y="3"/>
                    </a:cubicBezTo>
                    <a:cubicBezTo>
                      <a:pt x="10" y="0"/>
                      <a:pt x="9" y="1"/>
                      <a:pt x="6" y="2"/>
                    </a:cubicBezTo>
                    <a:cubicBezTo>
                      <a:pt x="5" y="2"/>
                      <a:pt x="5" y="1"/>
                      <a:pt x="4" y="3"/>
                    </a:cubicBezTo>
                    <a:cubicBezTo>
                      <a:pt x="3" y="4"/>
                      <a:pt x="3" y="5"/>
                      <a:pt x="3" y="6"/>
                    </a:cubicBezTo>
                    <a:cubicBezTo>
                      <a:pt x="3" y="8"/>
                      <a:pt x="3" y="10"/>
                      <a:pt x="3" y="12"/>
                    </a:cubicBezTo>
                    <a:cubicBezTo>
                      <a:pt x="3" y="13"/>
                      <a:pt x="3" y="15"/>
                      <a:pt x="2" y="17"/>
                    </a:cubicBezTo>
                    <a:cubicBezTo>
                      <a:pt x="0" y="19"/>
                      <a:pt x="0" y="19"/>
                      <a:pt x="1" y="22"/>
                    </a:cubicBezTo>
                    <a:cubicBezTo>
                      <a:pt x="2" y="24"/>
                      <a:pt x="2" y="24"/>
                      <a:pt x="4" y="25"/>
                    </a:cubicBezTo>
                    <a:cubicBezTo>
                      <a:pt x="6" y="25"/>
                      <a:pt x="8" y="25"/>
                      <a:pt x="9" y="26"/>
                    </a:cubicBezTo>
                    <a:cubicBezTo>
                      <a:pt x="10" y="26"/>
                      <a:pt x="12" y="28"/>
                      <a:pt x="13" y="28"/>
                    </a:cubicBezTo>
                    <a:cubicBezTo>
                      <a:pt x="15" y="27"/>
                      <a:pt x="17" y="28"/>
                      <a:pt x="19" y="28"/>
                    </a:cubicBezTo>
                    <a:cubicBezTo>
                      <a:pt x="20" y="28"/>
                      <a:pt x="23" y="26"/>
                      <a:pt x="24" y="25"/>
                    </a:cubicBezTo>
                    <a:cubicBezTo>
                      <a:pt x="26" y="23"/>
                      <a:pt x="27" y="21"/>
                      <a:pt x="26" y="19"/>
                    </a:cubicBezTo>
                    <a:cubicBezTo>
                      <a:pt x="25" y="17"/>
                      <a:pt x="25" y="16"/>
                      <a:pt x="24" y="14"/>
                    </a:cubicBezTo>
                    <a:cubicBezTo>
                      <a:pt x="24" y="12"/>
                      <a:pt x="23" y="11"/>
                      <a:pt x="21" y="10"/>
                    </a:cubicBezTo>
                    <a:cubicBezTo>
                      <a:pt x="20" y="9"/>
                      <a:pt x="22" y="10"/>
                      <a:pt x="21"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3" name="Freeform 630">
                <a:extLst>
                  <a:ext uri="{FF2B5EF4-FFF2-40B4-BE49-F238E27FC236}">
                    <a16:creationId xmlns:a16="http://schemas.microsoft.com/office/drawing/2014/main" id="{16830D52-6BDF-464F-95B2-2A39217244B5}"/>
                  </a:ext>
                </a:extLst>
              </p:cNvPr>
              <p:cNvSpPr>
                <a:spLocks/>
              </p:cNvSpPr>
              <p:nvPr/>
            </p:nvSpPr>
            <p:spPr bwMode="auto">
              <a:xfrm>
                <a:off x="8241593" y="10074745"/>
                <a:ext cx="961783" cy="1672412"/>
              </a:xfrm>
              <a:custGeom>
                <a:avLst/>
                <a:gdLst>
                  <a:gd name="T0" fmla="*/ 80 w 103"/>
                  <a:gd name="T1" fmla="*/ 52 h 179"/>
                  <a:gd name="T2" fmla="*/ 85 w 103"/>
                  <a:gd name="T3" fmla="*/ 42 h 179"/>
                  <a:gd name="T4" fmla="*/ 102 w 103"/>
                  <a:gd name="T5" fmla="*/ 29 h 179"/>
                  <a:gd name="T6" fmla="*/ 99 w 103"/>
                  <a:gd name="T7" fmla="*/ 21 h 179"/>
                  <a:gd name="T8" fmla="*/ 94 w 103"/>
                  <a:gd name="T9" fmla="*/ 29 h 179"/>
                  <a:gd name="T10" fmla="*/ 82 w 103"/>
                  <a:gd name="T11" fmla="*/ 30 h 179"/>
                  <a:gd name="T12" fmla="*/ 79 w 103"/>
                  <a:gd name="T13" fmla="*/ 28 h 179"/>
                  <a:gd name="T14" fmla="*/ 81 w 103"/>
                  <a:gd name="T15" fmla="*/ 22 h 179"/>
                  <a:gd name="T16" fmla="*/ 64 w 103"/>
                  <a:gd name="T17" fmla="*/ 9 h 179"/>
                  <a:gd name="T18" fmla="*/ 57 w 103"/>
                  <a:gd name="T19" fmla="*/ 2 h 179"/>
                  <a:gd name="T20" fmla="*/ 48 w 103"/>
                  <a:gd name="T21" fmla="*/ 4 h 179"/>
                  <a:gd name="T22" fmla="*/ 39 w 103"/>
                  <a:gd name="T23" fmla="*/ 1 h 179"/>
                  <a:gd name="T24" fmla="*/ 35 w 103"/>
                  <a:gd name="T25" fmla="*/ 9 h 179"/>
                  <a:gd name="T26" fmla="*/ 27 w 103"/>
                  <a:gd name="T27" fmla="*/ 22 h 179"/>
                  <a:gd name="T28" fmla="*/ 25 w 103"/>
                  <a:gd name="T29" fmla="*/ 32 h 179"/>
                  <a:gd name="T30" fmla="*/ 21 w 103"/>
                  <a:gd name="T31" fmla="*/ 39 h 179"/>
                  <a:gd name="T32" fmla="*/ 19 w 103"/>
                  <a:gd name="T33" fmla="*/ 47 h 179"/>
                  <a:gd name="T34" fmla="*/ 17 w 103"/>
                  <a:gd name="T35" fmla="*/ 52 h 179"/>
                  <a:gd name="T36" fmla="*/ 20 w 103"/>
                  <a:gd name="T37" fmla="*/ 61 h 179"/>
                  <a:gd name="T38" fmla="*/ 18 w 103"/>
                  <a:gd name="T39" fmla="*/ 79 h 179"/>
                  <a:gd name="T40" fmla="*/ 15 w 103"/>
                  <a:gd name="T41" fmla="*/ 94 h 179"/>
                  <a:gd name="T42" fmla="*/ 10 w 103"/>
                  <a:gd name="T43" fmla="*/ 117 h 179"/>
                  <a:gd name="T44" fmla="*/ 13 w 103"/>
                  <a:gd name="T45" fmla="*/ 130 h 179"/>
                  <a:gd name="T46" fmla="*/ 12 w 103"/>
                  <a:gd name="T47" fmla="*/ 135 h 179"/>
                  <a:gd name="T48" fmla="*/ 8 w 103"/>
                  <a:gd name="T49" fmla="*/ 147 h 179"/>
                  <a:gd name="T50" fmla="*/ 5 w 103"/>
                  <a:gd name="T51" fmla="*/ 156 h 179"/>
                  <a:gd name="T52" fmla="*/ 8 w 103"/>
                  <a:gd name="T53" fmla="*/ 170 h 179"/>
                  <a:gd name="T54" fmla="*/ 13 w 103"/>
                  <a:gd name="T55" fmla="*/ 176 h 179"/>
                  <a:gd name="T56" fmla="*/ 23 w 103"/>
                  <a:gd name="T57" fmla="*/ 178 h 179"/>
                  <a:gd name="T58" fmla="*/ 27 w 103"/>
                  <a:gd name="T59" fmla="*/ 179 h 179"/>
                  <a:gd name="T60" fmla="*/ 24 w 103"/>
                  <a:gd name="T61" fmla="*/ 169 h 179"/>
                  <a:gd name="T62" fmla="*/ 25 w 103"/>
                  <a:gd name="T63" fmla="*/ 163 h 179"/>
                  <a:gd name="T64" fmla="*/ 28 w 103"/>
                  <a:gd name="T65" fmla="*/ 163 h 179"/>
                  <a:gd name="T66" fmla="*/ 31 w 103"/>
                  <a:gd name="T67" fmla="*/ 157 h 179"/>
                  <a:gd name="T68" fmla="*/ 40 w 103"/>
                  <a:gd name="T69" fmla="*/ 151 h 179"/>
                  <a:gd name="T70" fmla="*/ 41 w 103"/>
                  <a:gd name="T71" fmla="*/ 145 h 179"/>
                  <a:gd name="T72" fmla="*/ 32 w 103"/>
                  <a:gd name="T73" fmla="*/ 140 h 179"/>
                  <a:gd name="T74" fmla="*/ 39 w 103"/>
                  <a:gd name="T75" fmla="*/ 131 h 179"/>
                  <a:gd name="T76" fmla="*/ 43 w 103"/>
                  <a:gd name="T77" fmla="*/ 124 h 179"/>
                  <a:gd name="T78" fmla="*/ 48 w 103"/>
                  <a:gd name="T79" fmla="*/ 116 h 179"/>
                  <a:gd name="T80" fmla="*/ 51 w 103"/>
                  <a:gd name="T81" fmla="*/ 114 h 179"/>
                  <a:gd name="T82" fmla="*/ 45 w 103"/>
                  <a:gd name="T83" fmla="*/ 113 h 179"/>
                  <a:gd name="T84" fmla="*/ 54 w 103"/>
                  <a:gd name="T85" fmla="*/ 108 h 179"/>
                  <a:gd name="T86" fmla="*/ 58 w 103"/>
                  <a:gd name="T87" fmla="*/ 102 h 179"/>
                  <a:gd name="T88" fmla="*/ 59 w 103"/>
                  <a:gd name="T89" fmla="*/ 97 h 179"/>
                  <a:gd name="T90" fmla="*/ 60 w 103"/>
                  <a:gd name="T91" fmla="*/ 96 h 179"/>
                  <a:gd name="T92" fmla="*/ 76 w 103"/>
                  <a:gd name="T93" fmla="*/ 93 h 179"/>
                  <a:gd name="T94" fmla="*/ 84 w 103"/>
                  <a:gd name="T95" fmla="*/ 87 h 179"/>
                  <a:gd name="T96" fmla="*/ 83 w 103"/>
                  <a:gd name="T97" fmla="*/ 78 h 179"/>
                  <a:gd name="T98" fmla="*/ 78 w 103"/>
                  <a:gd name="T99" fmla="*/ 69 h 179"/>
                  <a:gd name="T100" fmla="*/ 78 w 103"/>
                  <a:gd name="T101" fmla="*/ 66 h 179"/>
                  <a:gd name="T102" fmla="*/ 78 w 103"/>
                  <a:gd name="T103" fmla="*/ 62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 h="179">
                    <a:moveTo>
                      <a:pt x="78" y="62"/>
                    </a:moveTo>
                    <a:cubicBezTo>
                      <a:pt x="81" y="59"/>
                      <a:pt x="79" y="56"/>
                      <a:pt x="80" y="52"/>
                    </a:cubicBezTo>
                    <a:cubicBezTo>
                      <a:pt x="80" y="51"/>
                      <a:pt x="80" y="49"/>
                      <a:pt x="80" y="48"/>
                    </a:cubicBezTo>
                    <a:cubicBezTo>
                      <a:pt x="81" y="45"/>
                      <a:pt x="83" y="44"/>
                      <a:pt x="85" y="42"/>
                    </a:cubicBezTo>
                    <a:cubicBezTo>
                      <a:pt x="89" y="39"/>
                      <a:pt x="91" y="34"/>
                      <a:pt x="95" y="31"/>
                    </a:cubicBezTo>
                    <a:cubicBezTo>
                      <a:pt x="97" y="30"/>
                      <a:pt x="100" y="30"/>
                      <a:pt x="102" y="29"/>
                    </a:cubicBezTo>
                    <a:cubicBezTo>
                      <a:pt x="103" y="27"/>
                      <a:pt x="102" y="24"/>
                      <a:pt x="101" y="23"/>
                    </a:cubicBezTo>
                    <a:cubicBezTo>
                      <a:pt x="100" y="21"/>
                      <a:pt x="101" y="21"/>
                      <a:pt x="99" y="21"/>
                    </a:cubicBezTo>
                    <a:cubicBezTo>
                      <a:pt x="97" y="20"/>
                      <a:pt x="98" y="24"/>
                      <a:pt x="97" y="25"/>
                    </a:cubicBezTo>
                    <a:cubicBezTo>
                      <a:pt x="96" y="26"/>
                      <a:pt x="95" y="28"/>
                      <a:pt x="94" y="29"/>
                    </a:cubicBezTo>
                    <a:cubicBezTo>
                      <a:pt x="93" y="30"/>
                      <a:pt x="90" y="29"/>
                      <a:pt x="88" y="30"/>
                    </a:cubicBezTo>
                    <a:cubicBezTo>
                      <a:pt x="87" y="32"/>
                      <a:pt x="84" y="30"/>
                      <a:pt x="82" y="30"/>
                    </a:cubicBezTo>
                    <a:cubicBezTo>
                      <a:pt x="81" y="30"/>
                      <a:pt x="79" y="31"/>
                      <a:pt x="78" y="30"/>
                    </a:cubicBezTo>
                    <a:cubicBezTo>
                      <a:pt x="76" y="30"/>
                      <a:pt x="79" y="28"/>
                      <a:pt x="79" y="28"/>
                    </a:cubicBezTo>
                    <a:cubicBezTo>
                      <a:pt x="80" y="27"/>
                      <a:pt x="79" y="26"/>
                      <a:pt x="79" y="26"/>
                    </a:cubicBezTo>
                    <a:cubicBezTo>
                      <a:pt x="79" y="24"/>
                      <a:pt x="80" y="23"/>
                      <a:pt x="81" y="22"/>
                    </a:cubicBezTo>
                    <a:cubicBezTo>
                      <a:pt x="85" y="18"/>
                      <a:pt x="77" y="16"/>
                      <a:pt x="74" y="14"/>
                    </a:cubicBezTo>
                    <a:cubicBezTo>
                      <a:pt x="71" y="12"/>
                      <a:pt x="67" y="12"/>
                      <a:pt x="64" y="9"/>
                    </a:cubicBezTo>
                    <a:cubicBezTo>
                      <a:pt x="63" y="8"/>
                      <a:pt x="61" y="7"/>
                      <a:pt x="60" y="6"/>
                    </a:cubicBezTo>
                    <a:cubicBezTo>
                      <a:pt x="59" y="4"/>
                      <a:pt x="58" y="2"/>
                      <a:pt x="57" y="2"/>
                    </a:cubicBezTo>
                    <a:cubicBezTo>
                      <a:pt x="56" y="1"/>
                      <a:pt x="53" y="1"/>
                      <a:pt x="52" y="2"/>
                    </a:cubicBezTo>
                    <a:cubicBezTo>
                      <a:pt x="51" y="3"/>
                      <a:pt x="50" y="6"/>
                      <a:pt x="48" y="4"/>
                    </a:cubicBezTo>
                    <a:cubicBezTo>
                      <a:pt x="47" y="2"/>
                      <a:pt x="45" y="2"/>
                      <a:pt x="43" y="2"/>
                    </a:cubicBezTo>
                    <a:cubicBezTo>
                      <a:pt x="41" y="2"/>
                      <a:pt x="41" y="0"/>
                      <a:pt x="39" y="1"/>
                    </a:cubicBezTo>
                    <a:cubicBezTo>
                      <a:pt x="38" y="2"/>
                      <a:pt x="35" y="3"/>
                      <a:pt x="35" y="4"/>
                    </a:cubicBezTo>
                    <a:cubicBezTo>
                      <a:pt x="34" y="6"/>
                      <a:pt x="35" y="8"/>
                      <a:pt x="35" y="9"/>
                    </a:cubicBezTo>
                    <a:cubicBezTo>
                      <a:pt x="34" y="13"/>
                      <a:pt x="31" y="13"/>
                      <a:pt x="28" y="14"/>
                    </a:cubicBezTo>
                    <a:cubicBezTo>
                      <a:pt x="26" y="15"/>
                      <a:pt x="27" y="20"/>
                      <a:pt x="27" y="22"/>
                    </a:cubicBezTo>
                    <a:cubicBezTo>
                      <a:pt x="27" y="24"/>
                      <a:pt x="28" y="26"/>
                      <a:pt x="28" y="27"/>
                    </a:cubicBezTo>
                    <a:cubicBezTo>
                      <a:pt x="28" y="28"/>
                      <a:pt x="25" y="31"/>
                      <a:pt x="25" y="32"/>
                    </a:cubicBezTo>
                    <a:cubicBezTo>
                      <a:pt x="24" y="33"/>
                      <a:pt x="21" y="35"/>
                      <a:pt x="21" y="36"/>
                    </a:cubicBezTo>
                    <a:cubicBezTo>
                      <a:pt x="21" y="37"/>
                      <a:pt x="21" y="38"/>
                      <a:pt x="21" y="39"/>
                    </a:cubicBezTo>
                    <a:cubicBezTo>
                      <a:pt x="21" y="40"/>
                      <a:pt x="20" y="41"/>
                      <a:pt x="20" y="42"/>
                    </a:cubicBezTo>
                    <a:cubicBezTo>
                      <a:pt x="20" y="43"/>
                      <a:pt x="21" y="46"/>
                      <a:pt x="19" y="47"/>
                    </a:cubicBezTo>
                    <a:cubicBezTo>
                      <a:pt x="19" y="48"/>
                      <a:pt x="19" y="50"/>
                      <a:pt x="19" y="51"/>
                    </a:cubicBezTo>
                    <a:cubicBezTo>
                      <a:pt x="18" y="51"/>
                      <a:pt x="17" y="51"/>
                      <a:pt x="17" y="52"/>
                    </a:cubicBezTo>
                    <a:cubicBezTo>
                      <a:pt x="17" y="54"/>
                      <a:pt x="19" y="55"/>
                      <a:pt x="19" y="57"/>
                    </a:cubicBezTo>
                    <a:cubicBezTo>
                      <a:pt x="19" y="58"/>
                      <a:pt x="19" y="60"/>
                      <a:pt x="20" y="61"/>
                    </a:cubicBezTo>
                    <a:cubicBezTo>
                      <a:pt x="22" y="65"/>
                      <a:pt x="18" y="69"/>
                      <a:pt x="18" y="73"/>
                    </a:cubicBezTo>
                    <a:cubicBezTo>
                      <a:pt x="17" y="75"/>
                      <a:pt x="19" y="77"/>
                      <a:pt x="18" y="79"/>
                    </a:cubicBezTo>
                    <a:cubicBezTo>
                      <a:pt x="17" y="80"/>
                      <a:pt x="15" y="81"/>
                      <a:pt x="14" y="83"/>
                    </a:cubicBezTo>
                    <a:cubicBezTo>
                      <a:pt x="13" y="85"/>
                      <a:pt x="17" y="93"/>
                      <a:pt x="15" y="94"/>
                    </a:cubicBezTo>
                    <a:cubicBezTo>
                      <a:pt x="11" y="96"/>
                      <a:pt x="12" y="101"/>
                      <a:pt x="11" y="105"/>
                    </a:cubicBezTo>
                    <a:cubicBezTo>
                      <a:pt x="9" y="108"/>
                      <a:pt x="10" y="113"/>
                      <a:pt x="10" y="117"/>
                    </a:cubicBezTo>
                    <a:cubicBezTo>
                      <a:pt x="10" y="120"/>
                      <a:pt x="10" y="123"/>
                      <a:pt x="10" y="126"/>
                    </a:cubicBezTo>
                    <a:cubicBezTo>
                      <a:pt x="10" y="127"/>
                      <a:pt x="15" y="130"/>
                      <a:pt x="13" y="130"/>
                    </a:cubicBezTo>
                    <a:cubicBezTo>
                      <a:pt x="13" y="130"/>
                      <a:pt x="9" y="131"/>
                      <a:pt x="11" y="132"/>
                    </a:cubicBezTo>
                    <a:cubicBezTo>
                      <a:pt x="13" y="132"/>
                      <a:pt x="13" y="133"/>
                      <a:pt x="12" y="135"/>
                    </a:cubicBezTo>
                    <a:cubicBezTo>
                      <a:pt x="11" y="137"/>
                      <a:pt x="11" y="139"/>
                      <a:pt x="11" y="142"/>
                    </a:cubicBezTo>
                    <a:cubicBezTo>
                      <a:pt x="11" y="144"/>
                      <a:pt x="9" y="145"/>
                      <a:pt x="8" y="147"/>
                    </a:cubicBezTo>
                    <a:cubicBezTo>
                      <a:pt x="7" y="148"/>
                      <a:pt x="8" y="150"/>
                      <a:pt x="8" y="152"/>
                    </a:cubicBezTo>
                    <a:cubicBezTo>
                      <a:pt x="8" y="153"/>
                      <a:pt x="6" y="156"/>
                      <a:pt x="5" y="156"/>
                    </a:cubicBezTo>
                    <a:cubicBezTo>
                      <a:pt x="0" y="158"/>
                      <a:pt x="3" y="164"/>
                      <a:pt x="4" y="167"/>
                    </a:cubicBezTo>
                    <a:cubicBezTo>
                      <a:pt x="5" y="169"/>
                      <a:pt x="8" y="166"/>
                      <a:pt x="8" y="170"/>
                    </a:cubicBezTo>
                    <a:cubicBezTo>
                      <a:pt x="8" y="171"/>
                      <a:pt x="7" y="174"/>
                      <a:pt x="9" y="175"/>
                    </a:cubicBezTo>
                    <a:cubicBezTo>
                      <a:pt x="10" y="176"/>
                      <a:pt x="11" y="176"/>
                      <a:pt x="13" y="176"/>
                    </a:cubicBezTo>
                    <a:cubicBezTo>
                      <a:pt x="15" y="177"/>
                      <a:pt x="18" y="177"/>
                      <a:pt x="20" y="177"/>
                    </a:cubicBezTo>
                    <a:cubicBezTo>
                      <a:pt x="21" y="177"/>
                      <a:pt x="22" y="177"/>
                      <a:pt x="23" y="178"/>
                    </a:cubicBezTo>
                    <a:cubicBezTo>
                      <a:pt x="23" y="177"/>
                      <a:pt x="24" y="177"/>
                      <a:pt x="25" y="177"/>
                    </a:cubicBezTo>
                    <a:cubicBezTo>
                      <a:pt x="25" y="178"/>
                      <a:pt x="27" y="179"/>
                      <a:pt x="27" y="179"/>
                    </a:cubicBezTo>
                    <a:cubicBezTo>
                      <a:pt x="28" y="179"/>
                      <a:pt x="26" y="176"/>
                      <a:pt x="26" y="175"/>
                    </a:cubicBezTo>
                    <a:cubicBezTo>
                      <a:pt x="24" y="173"/>
                      <a:pt x="24" y="171"/>
                      <a:pt x="24" y="169"/>
                    </a:cubicBezTo>
                    <a:cubicBezTo>
                      <a:pt x="24" y="167"/>
                      <a:pt x="24" y="166"/>
                      <a:pt x="27" y="164"/>
                    </a:cubicBezTo>
                    <a:cubicBezTo>
                      <a:pt x="29" y="163"/>
                      <a:pt x="25" y="163"/>
                      <a:pt x="25" y="163"/>
                    </a:cubicBezTo>
                    <a:cubicBezTo>
                      <a:pt x="25" y="163"/>
                      <a:pt x="27" y="162"/>
                      <a:pt x="26" y="162"/>
                    </a:cubicBezTo>
                    <a:cubicBezTo>
                      <a:pt x="27" y="162"/>
                      <a:pt x="27" y="163"/>
                      <a:pt x="28" y="163"/>
                    </a:cubicBezTo>
                    <a:cubicBezTo>
                      <a:pt x="29" y="164"/>
                      <a:pt x="30" y="163"/>
                      <a:pt x="31" y="163"/>
                    </a:cubicBezTo>
                    <a:cubicBezTo>
                      <a:pt x="32" y="161"/>
                      <a:pt x="31" y="159"/>
                      <a:pt x="31" y="157"/>
                    </a:cubicBezTo>
                    <a:cubicBezTo>
                      <a:pt x="32" y="155"/>
                      <a:pt x="34" y="154"/>
                      <a:pt x="37" y="153"/>
                    </a:cubicBezTo>
                    <a:cubicBezTo>
                      <a:pt x="38" y="152"/>
                      <a:pt x="39" y="152"/>
                      <a:pt x="40" y="151"/>
                    </a:cubicBezTo>
                    <a:cubicBezTo>
                      <a:pt x="41" y="150"/>
                      <a:pt x="39" y="149"/>
                      <a:pt x="39" y="149"/>
                    </a:cubicBezTo>
                    <a:cubicBezTo>
                      <a:pt x="39" y="148"/>
                      <a:pt x="42" y="147"/>
                      <a:pt x="41" y="145"/>
                    </a:cubicBezTo>
                    <a:cubicBezTo>
                      <a:pt x="40" y="143"/>
                      <a:pt x="36" y="145"/>
                      <a:pt x="35" y="143"/>
                    </a:cubicBezTo>
                    <a:cubicBezTo>
                      <a:pt x="34" y="142"/>
                      <a:pt x="33" y="142"/>
                      <a:pt x="32" y="140"/>
                    </a:cubicBezTo>
                    <a:cubicBezTo>
                      <a:pt x="31" y="138"/>
                      <a:pt x="33" y="135"/>
                      <a:pt x="34" y="134"/>
                    </a:cubicBezTo>
                    <a:cubicBezTo>
                      <a:pt x="36" y="133"/>
                      <a:pt x="37" y="131"/>
                      <a:pt x="39" y="131"/>
                    </a:cubicBezTo>
                    <a:cubicBezTo>
                      <a:pt x="41" y="130"/>
                      <a:pt x="41" y="132"/>
                      <a:pt x="42" y="129"/>
                    </a:cubicBezTo>
                    <a:cubicBezTo>
                      <a:pt x="42" y="127"/>
                      <a:pt x="44" y="126"/>
                      <a:pt x="43" y="124"/>
                    </a:cubicBezTo>
                    <a:cubicBezTo>
                      <a:pt x="42" y="121"/>
                      <a:pt x="47" y="121"/>
                      <a:pt x="48" y="119"/>
                    </a:cubicBezTo>
                    <a:cubicBezTo>
                      <a:pt x="48" y="119"/>
                      <a:pt x="43" y="115"/>
                      <a:pt x="48" y="116"/>
                    </a:cubicBezTo>
                    <a:cubicBezTo>
                      <a:pt x="49" y="117"/>
                      <a:pt x="49" y="118"/>
                      <a:pt x="50" y="118"/>
                    </a:cubicBezTo>
                    <a:cubicBezTo>
                      <a:pt x="52" y="118"/>
                      <a:pt x="52" y="115"/>
                      <a:pt x="51" y="114"/>
                    </a:cubicBezTo>
                    <a:cubicBezTo>
                      <a:pt x="51" y="113"/>
                      <a:pt x="49" y="115"/>
                      <a:pt x="49" y="115"/>
                    </a:cubicBezTo>
                    <a:cubicBezTo>
                      <a:pt x="47" y="115"/>
                      <a:pt x="45" y="114"/>
                      <a:pt x="45" y="113"/>
                    </a:cubicBezTo>
                    <a:cubicBezTo>
                      <a:pt x="45" y="112"/>
                      <a:pt x="43" y="105"/>
                      <a:pt x="45" y="105"/>
                    </a:cubicBezTo>
                    <a:cubicBezTo>
                      <a:pt x="48" y="106"/>
                      <a:pt x="50" y="108"/>
                      <a:pt x="54" y="108"/>
                    </a:cubicBezTo>
                    <a:cubicBezTo>
                      <a:pt x="55" y="108"/>
                      <a:pt x="56" y="107"/>
                      <a:pt x="57" y="107"/>
                    </a:cubicBezTo>
                    <a:cubicBezTo>
                      <a:pt x="59" y="105"/>
                      <a:pt x="57" y="104"/>
                      <a:pt x="58" y="102"/>
                    </a:cubicBezTo>
                    <a:cubicBezTo>
                      <a:pt x="58" y="101"/>
                      <a:pt x="59" y="100"/>
                      <a:pt x="59" y="100"/>
                    </a:cubicBezTo>
                    <a:cubicBezTo>
                      <a:pt x="60" y="98"/>
                      <a:pt x="59" y="98"/>
                      <a:pt x="59" y="97"/>
                    </a:cubicBezTo>
                    <a:cubicBezTo>
                      <a:pt x="58" y="96"/>
                      <a:pt x="58" y="94"/>
                      <a:pt x="59" y="94"/>
                    </a:cubicBezTo>
                    <a:cubicBezTo>
                      <a:pt x="61" y="94"/>
                      <a:pt x="60" y="96"/>
                      <a:pt x="60" y="96"/>
                    </a:cubicBezTo>
                    <a:cubicBezTo>
                      <a:pt x="59" y="95"/>
                      <a:pt x="65" y="95"/>
                      <a:pt x="65" y="95"/>
                    </a:cubicBezTo>
                    <a:cubicBezTo>
                      <a:pt x="69" y="95"/>
                      <a:pt x="72" y="93"/>
                      <a:pt x="76" y="93"/>
                    </a:cubicBezTo>
                    <a:cubicBezTo>
                      <a:pt x="77" y="92"/>
                      <a:pt x="80" y="91"/>
                      <a:pt x="82" y="90"/>
                    </a:cubicBezTo>
                    <a:cubicBezTo>
                      <a:pt x="83" y="89"/>
                      <a:pt x="83" y="88"/>
                      <a:pt x="84" y="87"/>
                    </a:cubicBezTo>
                    <a:cubicBezTo>
                      <a:pt x="85" y="86"/>
                      <a:pt x="86" y="85"/>
                      <a:pt x="87" y="83"/>
                    </a:cubicBezTo>
                    <a:cubicBezTo>
                      <a:pt x="87" y="80"/>
                      <a:pt x="85" y="80"/>
                      <a:pt x="83" y="78"/>
                    </a:cubicBezTo>
                    <a:cubicBezTo>
                      <a:pt x="82" y="76"/>
                      <a:pt x="85" y="75"/>
                      <a:pt x="83" y="73"/>
                    </a:cubicBezTo>
                    <a:cubicBezTo>
                      <a:pt x="82" y="72"/>
                      <a:pt x="78" y="71"/>
                      <a:pt x="78" y="69"/>
                    </a:cubicBezTo>
                    <a:cubicBezTo>
                      <a:pt x="78" y="69"/>
                      <a:pt x="78" y="68"/>
                      <a:pt x="79" y="68"/>
                    </a:cubicBezTo>
                    <a:cubicBezTo>
                      <a:pt x="79" y="67"/>
                      <a:pt x="78" y="67"/>
                      <a:pt x="78" y="66"/>
                    </a:cubicBezTo>
                    <a:cubicBezTo>
                      <a:pt x="78" y="65"/>
                      <a:pt x="77" y="63"/>
                      <a:pt x="78" y="62"/>
                    </a:cubicBezTo>
                    <a:cubicBezTo>
                      <a:pt x="79" y="61"/>
                      <a:pt x="77" y="63"/>
                      <a:pt x="78" y="6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4" name="Freeform 631">
                <a:extLst>
                  <a:ext uri="{FF2B5EF4-FFF2-40B4-BE49-F238E27FC236}">
                    <a16:creationId xmlns:a16="http://schemas.microsoft.com/office/drawing/2014/main" id="{A3BFC7CE-232A-D048-8061-CBE330D4B61C}"/>
                  </a:ext>
                </a:extLst>
              </p:cNvPr>
              <p:cNvSpPr>
                <a:spLocks/>
              </p:cNvSpPr>
              <p:nvPr/>
            </p:nvSpPr>
            <p:spPr bwMode="auto">
              <a:xfrm>
                <a:off x="7617387" y="8313140"/>
                <a:ext cx="203824" cy="226173"/>
              </a:xfrm>
              <a:custGeom>
                <a:avLst/>
                <a:gdLst>
                  <a:gd name="T0" fmla="*/ 15 w 22"/>
                  <a:gd name="T1" fmla="*/ 23 h 24"/>
                  <a:gd name="T2" fmla="*/ 19 w 22"/>
                  <a:gd name="T3" fmla="*/ 24 h 24"/>
                  <a:gd name="T4" fmla="*/ 19 w 22"/>
                  <a:gd name="T5" fmla="*/ 17 h 24"/>
                  <a:gd name="T6" fmla="*/ 20 w 22"/>
                  <a:gd name="T7" fmla="*/ 10 h 24"/>
                  <a:gd name="T8" fmla="*/ 21 w 22"/>
                  <a:gd name="T9" fmla="*/ 7 h 24"/>
                  <a:gd name="T10" fmla="*/ 22 w 22"/>
                  <a:gd name="T11" fmla="*/ 3 h 24"/>
                  <a:gd name="T12" fmla="*/ 17 w 22"/>
                  <a:gd name="T13" fmla="*/ 4 h 24"/>
                  <a:gd name="T14" fmla="*/ 12 w 22"/>
                  <a:gd name="T15" fmla="*/ 5 h 24"/>
                  <a:gd name="T16" fmla="*/ 9 w 22"/>
                  <a:gd name="T17" fmla="*/ 8 h 24"/>
                  <a:gd name="T18" fmla="*/ 4 w 22"/>
                  <a:gd name="T19" fmla="*/ 9 h 24"/>
                  <a:gd name="T20" fmla="*/ 3 w 22"/>
                  <a:gd name="T21" fmla="*/ 12 h 24"/>
                  <a:gd name="T22" fmla="*/ 0 w 22"/>
                  <a:gd name="T23" fmla="*/ 13 h 24"/>
                  <a:gd name="T24" fmla="*/ 6 w 22"/>
                  <a:gd name="T25" fmla="*/ 19 h 24"/>
                  <a:gd name="T26" fmla="*/ 11 w 22"/>
                  <a:gd name="T27" fmla="*/ 22 h 24"/>
                  <a:gd name="T28" fmla="*/ 15 w 22"/>
                  <a:gd name="T29" fmla="*/ 23 h 24"/>
                  <a:gd name="T30" fmla="*/ 15 w 22"/>
                  <a:gd name="T31"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4">
                    <a:moveTo>
                      <a:pt x="15" y="23"/>
                    </a:moveTo>
                    <a:cubicBezTo>
                      <a:pt x="16" y="24"/>
                      <a:pt x="17" y="24"/>
                      <a:pt x="19" y="24"/>
                    </a:cubicBezTo>
                    <a:cubicBezTo>
                      <a:pt x="17" y="21"/>
                      <a:pt x="19" y="20"/>
                      <a:pt x="19" y="17"/>
                    </a:cubicBezTo>
                    <a:cubicBezTo>
                      <a:pt x="19" y="15"/>
                      <a:pt x="20" y="12"/>
                      <a:pt x="20" y="10"/>
                    </a:cubicBezTo>
                    <a:cubicBezTo>
                      <a:pt x="20" y="9"/>
                      <a:pt x="21" y="8"/>
                      <a:pt x="21" y="7"/>
                    </a:cubicBezTo>
                    <a:cubicBezTo>
                      <a:pt x="22" y="6"/>
                      <a:pt x="21" y="5"/>
                      <a:pt x="22" y="3"/>
                    </a:cubicBezTo>
                    <a:cubicBezTo>
                      <a:pt x="22" y="0"/>
                      <a:pt x="18" y="4"/>
                      <a:pt x="17" y="4"/>
                    </a:cubicBezTo>
                    <a:cubicBezTo>
                      <a:pt x="15" y="4"/>
                      <a:pt x="14" y="3"/>
                      <a:pt x="12" y="5"/>
                    </a:cubicBezTo>
                    <a:cubicBezTo>
                      <a:pt x="12" y="5"/>
                      <a:pt x="10" y="9"/>
                      <a:pt x="9" y="8"/>
                    </a:cubicBezTo>
                    <a:cubicBezTo>
                      <a:pt x="7" y="8"/>
                      <a:pt x="6" y="8"/>
                      <a:pt x="4" y="9"/>
                    </a:cubicBezTo>
                    <a:cubicBezTo>
                      <a:pt x="4" y="10"/>
                      <a:pt x="4" y="12"/>
                      <a:pt x="3" y="12"/>
                    </a:cubicBezTo>
                    <a:cubicBezTo>
                      <a:pt x="3" y="13"/>
                      <a:pt x="1" y="13"/>
                      <a:pt x="0" y="13"/>
                    </a:cubicBezTo>
                    <a:cubicBezTo>
                      <a:pt x="2" y="15"/>
                      <a:pt x="4" y="18"/>
                      <a:pt x="6" y="19"/>
                    </a:cubicBezTo>
                    <a:cubicBezTo>
                      <a:pt x="7" y="21"/>
                      <a:pt x="9" y="22"/>
                      <a:pt x="11" y="22"/>
                    </a:cubicBezTo>
                    <a:cubicBezTo>
                      <a:pt x="12" y="22"/>
                      <a:pt x="14" y="22"/>
                      <a:pt x="15" y="23"/>
                    </a:cubicBezTo>
                    <a:cubicBezTo>
                      <a:pt x="16" y="23"/>
                      <a:pt x="15" y="22"/>
                      <a:pt x="15" y="2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5" name="Freeform 632">
                <a:extLst>
                  <a:ext uri="{FF2B5EF4-FFF2-40B4-BE49-F238E27FC236}">
                    <a16:creationId xmlns:a16="http://schemas.microsoft.com/office/drawing/2014/main" id="{109C20B9-1CA0-CE42-9D58-1E6DCDAF3260}"/>
                  </a:ext>
                </a:extLst>
              </p:cNvPr>
              <p:cNvSpPr>
                <a:spLocks/>
              </p:cNvSpPr>
              <p:nvPr/>
            </p:nvSpPr>
            <p:spPr bwMode="auto">
              <a:xfrm>
                <a:off x="7681084" y="8520197"/>
                <a:ext cx="159235" cy="140163"/>
              </a:xfrm>
              <a:custGeom>
                <a:avLst/>
                <a:gdLst>
                  <a:gd name="T0" fmla="*/ 16 w 17"/>
                  <a:gd name="T1" fmla="*/ 10 h 15"/>
                  <a:gd name="T2" fmla="*/ 17 w 17"/>
                  <a:gd name="T3" fmla="*/ 8 h 15"/>
                  <a:gd name="T4" fmla="*/ 15 w 17"/>
                  <a:gd name="T5" fmla="*/ 6 h 15"/>
                  <a:gd name="T6" fmla="*/ 12 w 17"/>
                  <a:gd name="T7" fmla="*/ 2 h 15"/>
                  <a:gd name="T8" fmla="*/ 8 w 17"/>
                  <a:gd name="T9" fmla="*/ 1 h 15"/>
                  <a:gd name="T10" fmla="*/ 3 w 17"/>
                  <a:gd name="T11" fmla="*/ 0 h 15"/>
                  <a:gd name="T12" fmla="*/ 3 w 17"/>
                  <a:gd name="T13" fmla="*/ 6 h 15"/>
                  <a:gd name="T14" fmla="*/ 6 w 17"/>
                  <a:gd name="T15" fmla="*/ 7 h 15"/>
                  <a:gd name="T16" fmla="*/ 4 w 17"/>
                  <a:gd name="T17" fmla="*/ 5 h 15"/>
                  <a:gd name="T18" fmla="*/ 7 w 17"/>
                  <a:gd name="T19" fmla="*/ 7 h 15"/>
                  <a:gd name="T20" fmla="*/ 11 w 17"/>
                  <a:gd name="T21" fmla="*/ 10 h 15"/>
                  <a:gd name="T22" fmla="*/ 14 w 17"/>
                  <a:gd name="T23" fmla="*/ 14 h 15"/>
                  <a:gd name="T24" fmla="*/ 16 w 17"/>
                  <a:gd name="T25" fmla="*/ 10 h 15"/>
                  <a:gd name="T26" fmla="*/ 16 w 17"/>
                  <a:gd name="T27"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5">
                    <a:moveTo>
                      <a:pt x="16" y="10"/>
                    </a:moveTo>
                    <a:cubicBezTo>
                      <a:pt x="16" y="9"/>
                      <a:pt x="16" y="8"/>
                      <a:pt x="17" y="8"/>
                    </a:cubicBezTo>
                    <a:cubicBezTo>
                      <a:pt x="16" y="7"/>
                      <a:pt x="16" y="6"/>
                      <a:pt x="15" y="6"/>
                    </a:cubicBezTo>
                    <a:cubicBezTo>
                      <a:pt x="14" y="5"/>
                      <a:pt x="13" y="2"/>
                      <a:pt x="12" y="2"/>
                    </a:cubicBezTo>
                    <a:cubicBezTo>
                      <a:pt x="10" y="2"/>
                      <a:pt x="9" y="2"/>
                      <a:pt x="8" y="1"/>
                    </a:cubicBezTo>
                    <a:cubicBezTo>
                      <a:pt x="7" y="0"/>
                      <a:pt x="4" y="0"/>
                      <a:pt x="3" y="0"/>
                    </a:cubicBezTo>
                    <a:cubicBezTo>
                      <a:pt x="4" y="1"/>
                      <a:pt x="0" y="6"/>
                      <a:pt x="3" y="6"/>
                    </a:cubicBezTo>
                    <a:cubicBezTo>
                      <a:pt x="4" y="6"/>
                      <a:pt x="4" y="8"/>
                      <a:pt x="6" y="7"/>
                    </a:cubicBezTo>
                    <a:cubicBezTo>
                      <a:pt x="7" y="6"/>
                      <a:pt x="4" y="5"/>
                      <a:pt x="4" y="5"/>
                    </a:cubicBezTo>
                    <a:cubicBezTo>
                      <a:pt x="5" y="5"/>
                      <a:pt x="7" y="6"/>
                      <a:pt x="7" y="7"/>
                    </a:cubicBezTo>
                    <a:cubicBezTo>
                      <a:pt x="8" y="9"/>
                      <a:pt x="10" y="8"/>
                      <a:pt x="11" y="10"/>
                    </a:cubicBezTo>
                    <a:cubicBezTo>
                      <a:pt x="12" y="11"/>
                      <a:pt x="12" y="13"/>
                      <a:pt x="14" y="14"/>
                    </a:cubicBezTo>
                    <a:cubicBezTo>
                      <a:pt x="17" y="15"/>
                      <a:pt x="17" y="12"/>
                      <a:pt x="16" y="10"/>
                    </a:cubicBezTo>
                    <a:cubicBezTo>
                      <a:pt x="16" y="9"/>
                      <a:pt x="16" y="11"/>
                      <a:pt x="16"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6" name="Freeform 633">
                <a:extLst>
                  <a:ext uri="{FF2B5EF4-FFF2-40B4-BE49-F238E27FC236}">
                    <a16:creationId xmlns:a16="http://schemas.microsoft.com/office/drawing/2014/main" id="{634DB45E-F785-994B-BCA0-F3C9C67AFA13}"/>
                  </a:ext>
                </a:extLst>
              </p:cNvPr>
              <p:cNvSpPr>
                <a:spLocks/>
              </p:cNvSpPr>
              <p:nvPr/>
            </p:nvSpPr>
            <p:spPr bwMode="auto">
              <a:xfrm>
                <a:off x="7502737" y="8360921"/>
                <a:ext cx="105096" cy="82827"/>
              </a:xfrm>
              <a:custGeom>
                <a:avLst/>
                <a:gdLst>
                  <a:gd name="T0" fmla="*/ 4 w 11"/>
                  <a:gd name="T1" fmla="*/ 1 h 9"/>
                  <a:gd name="T2" fmla="*/ 4 w 11"/>
                  <a:gd name="T3" fmla="*/ 0 h 9"/>
                  <a:gd name="T4" fmla="*/ 0 w 11"/>
                  <a:gd name="T5" fmla="*/ 4 h 9"/>
                  <a:gd name="T6" fmla="*/ 11 w 11"/>
                  <a:gd name="T7" fmla="*/ 5 h 9"/>
                  <a:gd name="T8" fmla="*/ 4 w 11"/>
                  <a:gd name="T9" fmla="*/ 1 h 9"/>
                </a:gdLst>
                <a:ahLst/>
                <a:cxnLst>
                  <a:cxn ang="0">
                    <a:pos x="T0" y="T1"/>
                  </a:cxn>
                  <a:cxn ang="0">
                    <a:pos x="T2" y="T3"/>
                  </a:cxn>
                  <a:cxn ang="0">
                    <a:pos x="T4" y="T5"/>
                  </a:cxn>
                  <a:cxn ang="0">
                    <a:pos x="T6" y="T7"/>
                  </a:cxn>
                  <a:cxn ang="0">
                    <a:pos x="T8" y="T9"/>
                  </a:cxn>
                </a:cxnLst>
                <a:rect l="0" t="0" r="r" b="b"/>
                <a:pathLst>
                  <a:path w="11" h="9">
                    <a:moveTo>
                      <a:pt x="4" y="1"/>
                    </a:moveTo>
                    <a:cubicBezTo>
                      <a:pt x="4" y="0"/>
                      <a:pt x="4" y="0"/>
                      <a:pt x="4" y="0"/>
                    </a:cubicBezTo>
                    <a:cubicBezTo>
                      <a:pt x="3" y="1"/>
                      <a:pt x="1" y="3"/>
                      <a:pt x="0" y="4"/>
                    </a:cubicBezTo>
                    <a:cubicBezTo>
                      <a:pt x="2" y="5"/>
                      <a:pt x="11" y="9"/>
                      <a:pt x="11" y="5"/>
                    </a:cubicBezTo>
                    <a:cubicBezTo>
                      <a:pt x="11" y="2"/>
                      <a:pt x="6" y="3"/>
                      <a:pt x="4"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7" name="Freeform 634">
                <a:extLst>
                  <a:ext uri="{FF2B5EF4-FFF2-40B4-BE49-F238E27FC236}">
                    <a16:creationId xmlns:a16="http://schemas.microsoft.com/office/drawing/2014/main" id="{247CB344-FD2D-4A47-BF89-4AFC7BE61C9D}"/>
                  </a:ext>
                </a:extLst>
              </p:cNvPr>
              <p:cNvSpPr>
                <a:spLocks/>
              </p:cNvSpPr>
              <p:nvPr/>
            </p:nvSpPr>
            <p:spPr bwMode="auto">
              <a:xfrm>
                <a:off x="7391272" y="8192091"/>
                <a:ext cx="187902" cy="216615"/>
              </a:xfrm>
              <a:custGeom>
                <a:avLst/>
                <a:gdLst>
                  <a:gd name="T0" fmla="*/ 16 w 20"/>
                  <a:gd name="T1" fmla="*/ 16 h 23"/>
                  <a:gd name="T2" fmla="*/ 20 w 20"/>
                  <a:gd name="T3" fmla="*/ 12 h 23"/>
                  <a:gd name="T4" fmla="*/ 16 w 20"/>
                  <a:gd name="T5" fmla="*/ 8 h 23"/>
                  <a:gd name="T6" fmla="*/ 16 w 20"/>
                  <a:gd name="T7" fmla="*/ 1 h 23"/>
                  <a:gd name="T8" fmla="*/ 8 w 20"/>
                  <a:gd name="T9" fmla="*/ 1 h 23"/>
                  <a:gd name="T10" fmla="*/ 7 w 20"/>
                  <a:gd name="T11" fmla="*/ 6 h 23"/>
                  <a:gd name="T12" fmla="*/ 8 w 20"/>
                  <a:gd name="T13" fmla="*/ 10 h 23"/>
                  <a:gd name="T14" fmla="*/ 4 w 20"/>
                  <a:gd name="T15" fmla="*/ 10 h 23"/>
                  <a:gd name="T16" fmla="*/ 2 w 20"/>
                  <a:gd name="T17" fmla="*/ 15 h 23"/>
                  <a:gd name="T18" fmla="*/ 12 w 20"/>
                  <a:gd name="T19" fmla="*/ 21 h 23"/>
                  <a:gd name="T20" fmla="*/ 16 w 20"/>
                  <a:gd name="T21" fmla="*/ 1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3">
                    <a:moveTo>
                      <a:pt x="16" y="16"/>
                    </a:moveTo>
                    <a:cubicBezTo>
                      <a:pt x="16" y="14"/>
                      <a:pt x="19" y="13"/>
                      <a:pt x="20" y="12"/>
                    </a:cubicBezTo>
                    <a:cubicBezTo>
                      <a:pt x="17" y="11"/>
                      <a:pt x="16" y="11"/>
                      <a:pt x="16" y="8"/>
                    </a:cubicBezTo>
                    <a:cubicBezTo>
                      <a:pt x="16" y="7"/>
                      <a:pt x="17" y="2"/>
                      <a:pt x="16" y="1"/>
                    </a:cubicBezTo>
                    <a:cubicBezTo>
                      <a:pt x="15" y="0"/>
                      <a:pt x="10" y="1"/>
                      <a:pt x="8" y="1"/>
                    </a:cubicBezTo>
                    <a:cubicBezTo>
                      <a:pt x="6" y="1"/>
                      <a:pt x="6" y="4"/>
                      <a:pt x="7" y="6"/>
                    </a:cubicBezTo>
                    <a:cubicBezTo>
                      <a:pt x="8" y="7"/>
                      <a:pt x="12" y="10"/>
                      <a:pt x="8" y="10"/>
                    </a:cubicBezTo>
                    <a:cubicBezTo>
                      <a:pt x="7" y="10"/>
                      <a:pt x="5" y="10"/>
                      <a:pt x="4" y="10"/>
                    </a:cubicBezTo>
                    <a:cubicBezTo>
                      <a:pt x="2" y="10"/>
                      <a:pt x="2" y="14"/>
                      <a:pt x="2" y="15"/>
                    </a:cubicBezTo>
                    <a:cubicBezTo>
                      <a:pt x="0" y="21"/>
                      <a:pt x="8" y="20"/>
                      <a:pt x="12" y="21"/>
                    </a:cubicBezTo>
                    <a:cubicBezTo>
                      <a:pt x="13" y="23"/>
                      <a:pt x="16" y="17"/>
                      <a:pt x="16" y="1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8" name="Freeform 635">
                <a:extLst>
                  <a:ext uri="{FF2B5EF4-FFF2-40B4-BE49-F238E27FC236}">
                    <a16:creationId xmlns:a16="http://schemas.microsoft.com/office/drawing/2014/main" id="{26714342-B772-8F44-86E4-FDBDEC2BF4E6}"/>
                  </a:ext>
                </a:extLst>
              </p:cNvPr>
              <p:cNvSpPr>
                <a:spLocks/>
              </p:cNvSpPr>
              <p:nvPr/>
            </p:nvSpPr>
            <p:spPr bwMode="auto">
              <a:xfrm>
                <a:off x="6254330" y="7453043"/>
                <a:ext cx="1398093" cy="898324"/>
              </a:xfrm>
              <a:custGeom>
                <a:avLst/>
                <a:gdLst>
                  <a:gd name="T0" fmla="*/ 132 w 150"/>
                  <a:gd name="T1" fmla="*/ 88 h 96"/>
                  <a:gd name="T2" fmla="*/ 130 w 150"/>
                  <a:gd name="T3" fmla="*/ 80 h 96"/>
                  <a:gd name="T4" fmla="*/ 144 w 150"/>
                  <a:gd name="T5" fmla="*/ 78 h 96"/>
                  <a:gd name="T6" fmla="*/ 146 w 150"/>
                  <a:gd name="T7" fmla="*/ 68 h 96"/>
                  <a:gd name="T8" fmla="*/ 146 w 150"/>
                  <a:gd name="T9" fmla="*/ 61 h 96"/>
                  <a:gd name="T10" fmla="*/ 132 w 150"/>
                  <a:gd name="T11" fmla="*/ 64 h 96"/>
                  <a:gd name="T12" fmla="*/ 126 w 150"/>
                  <a:gd name="T13" fmla="*/ 76 h 96"/>
                  <a:gd name="T14" fmla="*/ 110 w 150"/>
                  <a:gd name="T15" fmla="*/ 76 h 96"/>
                  <a:gd name="T16" fmla="*/ 102 w 150"/>
                  <a:gd name="T17" fmla="*/ 69 h 96"/>
                  <a:gd name="T18" fmla="*/ 96 w 150"/>
                  <a:gd name="T19" fmla="*/ 51 h 96"/>
                  <a:gd name="T20" fmla="*/ 98 w 150"/>
                  <a:gd name="T21" fmla="*/ 38 h 96"/>
                  <a:gd name="T22" fmla="*/ 90 w 150"/>
                  <a:gd name="T23" fmla="*/ 35 h 96"/>
                  <a:gd name="T24" fmla="*/ 82 w 150"/>
                  <a:gd name="T25" fmla="*/ 24 h 96"/>
                  <a:gd name="T26" fmla="*/ 75 w 150"/>
                  <a:gd name="T27" fmla="*/ 17 h 96"/>
                  <a:gd name="T28" fmla="*/ 68 w 150"/>
                  <a:gd name="T29" fmla="*/ 20 h 96"/>
                  <a:gd name="T30" fmla="*/ 59 w 150"/>
                  <a:gd name="T31" fmla="*/ 10 h 96"/>
                  <a:gd name="T32" fmla="*/ 45 w 150"/>
                  <a:gd name="T33" fmla="*/ 6 h 96"/>
                  <a:gd name="T34" fmla="*/ 29 w 150"/>
                  <a:gd name="T35" fmla="*/ 8 h 96"/>
                  <a:gd name="T36" fmla="*/ 13 w 150"/>
                  <a:gd name="T37" fmla="*/ 1 h 96"/>
                  <a:gd name="T38" fmla="*/ 7 w 150"/>
                  <a:gd name="T39" fmla="*/ 16 h 96"/>
                  <a:gd name="T40" fmla="*/ 15 w 150"/>
                  <a:gd name="T41" fmla="*/ 28 h 96"/>
                  <a:gd name="T42" fmla="*/ 15 w 150"/>
                  <a:gd name="T43" fmla="*/ 32 h 96"/>
                  <a:gd name="T44" fmla="*/ 25 w 150"/>
                  <a:gd name="T45" fmla="*/ 38 h 96"/>
                  <a:gd name="T46" fmla="*/ 26 w 150"/>
                  <a:gd name="T47" fmla="*/ 44 h 96"/>
                  <a:gd name="T48" fmla="*/ 36 w 150"/>
                  <a:gd name="T49" fmla="*/ 53 h 96"/>
                  <a:gd name="T50" fmla="*/ 36 w 150"/>
                  <a:gd name="T51" fmla="*/ 47 h 96"/>
                  <a:gd name="T52" fmla="*/ 32 w 150"/>
                  <a:gd name="T53" fmla="*/ 42 h 96"/>
                  <a:gd name="T54" fmla="*/ 26 w 150"/>
                  <a:gd name="T55" fmla="*/ 32 h 96"/>
                  <a:gd name="T56" fmla="*/ 20 w 150"/>
                  <a:gd name="T57" fmla="*/ 23 h 96"/>
                  <a:gd name="T58" fmla="*/ 13 w 150"/>
                  <a:gd name="T59" fmla="*/ 16 h 96"/>
                  <a:gd name="T60" fmla="*/ 11 w 150"/>
                  <a:gd name="T61" fmla="*/ 5 h 96"/>
                  <a:gd name="T62" fmla="*/ 15 w 150"/>
                  <a:gd name="T63" fmla="*/ 7 h 96"/>
                  <a:gd name="T64" fmla="*/ 20 w 150"/>
                  <a:gd name="T65" fmla="*/ 9 h 96"/>
                  <a:gd name="T66" fmla="*/ 23 w 150"/>
                  <a:gd name="T67" fmla="*/ 19 h 96"/>
                  <a:gd name="T68" fmla="*/ 23 w 150"/>
                  <a:gd name="T69" fmla="*/ 20 h 96"/>
                  <a:gd name="T70" fmla="*/ 32 w 150"/>
                  <a:gd name="T71" fmla="*/ 27 h 96"/>
                  <a:gd name="T72" fmla="*/ 36 w 150"/>
                  <a:gd name="T73" fmla="*/ 33 h 96"/>
                  <a:gd name="T74" fmla="*/ 38 w 150"/>
                  <a:gd name="T75" fmla="*/ 38 h 96"/>
                  <a:gd name="T76" fmla="*/ 46 w 150"/>
                  <a:gd name="T77" fmla="*/ 45 h 96"/>
                  <a:gd name="T78" fmla="*/ 54 w 150"/>
                  <a:gd name="T79" fmla="*/ 53 h 96"/>
                  <a:gd name="T80" fmla="*/ 56 w 150"/>
                  <a:gd name="T81" fmla="*/ 59 h 96"/>
                  <a:gd name="T82" fmla="*/ 58 w 150"/>
                  <a:gd name="T83" fmla="*/ 65 h 96"/>
                  <a:gd name="T84" fmla="*/ 60 w 150"/>
                  <a:gd name="T85" fmla="*/ 72 h 96"/>
                  <a:gd name="T86" fmla="*/ 68 w 150"/>
                  <a:gd name="T87" fmla="*/ 77 h 96"/>
                  <a:gd name="T88" fmla="*/ 89 w 150"/>
                  <a:gd name="T89" fmla="*/ 86 h 96"/>
                  <a:gd name="T90" fmla="*/ 113 w 150"/>
                  <a:gd name="T91" fmla="*/ 88 h 96"/>
                  <a:gd name="T92" fmla="*/ 126 w 150"/>
                  <a:gd name="T93" fmla="*/ 8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96">
                    <a:moveTo>
                      <a:pt x="126" y="89"/>
                    </a:moveTo>
                    <a:cubicBezTo>
                      <a:pt x="127" y="89"/>
                      <a:pt x="134" y="90"/>
                      <a:pt x="132" y="88"/>
                    </a:cubicBezTo>
                    <a:cubicBezTo>
                      <a:pt x="131" y="86"/>
                      <a:pt x="129" y="85"/>
                      <a:pt x="128" y="83"/>
                    </a:cubicBezTo>
                    <a:cubicBezTo>
                      <a:pt x="128" y="83"/>
                      <a:pt x="129" y="80"/>
                      <a:pt x="130" y="80"/>
                    </a:cubicBezTo>
                    <a:cubicBezTo>
                      <a:pt x="131" y="79"/>
                      <a:pt x="136" y="80"/>
                      <a:pt x="138" y="80"/>
                    </a:cubicBezTo>
                    <a:cubicBezTo>
                      <a:pt x="141" y="80"/>
                      <a:pt x="140" y="75"/>
                      <a:pt x="144" y="78"/>
                    </a:cubicBezTo>
                    <a:cubicBezTo>
                      <a:pt x="145" y="76"/>
                      <a:pt x="146" y="75"/>
                      <a:pt x="146" y="73"/>
                    </a:cubicBezTo>
                    <a:cubicBezTo>
                      <a:pt x="146" y="71"/>
                      <a:pt x="145" y="69"/>
                      <a:pt x="146" y="68"/>
                    </a:cubicBezTo>
                    <a:cubicBezTo>
                      <a:pt x="147" y="66"/>
                      <a:pt x="150" y="64"/>
                      <a:pt x="150" y="63"/>
                    </a:cubicBezTo>
                    <a:cubicBezTo>
                      <a:pt x="149" y="61"/>
                      <a:pt x="148" y="61"/>
                      <a:pt x="146" y="61"/>
                    </a:cubicBezTo>
                    <a:cubicBezTo>
                      <a:pt x="143" y="61"/>
                      <a:pt x="139" y="61"/>
                      <a:pt x="136" y="62"/>
                    </a:cubicBezTo>
                    <a:cubicBezTo>
                      <a:pt x="134" y="62"/>
                      <a:pt x="133" y="63"/>
                      <a:pt x="132" y="64"/>
                    </a:cubicBezTo>
                    <a:cubicBezTo>
                      <a:pt x="131" y="66"/>
                      <a:pt x="132" y="68"/>
                      <a:pt x="131" y="70"/>
                    </a:cubicBezTo>
                    <a:cubicBezTo>
                      <a:pt x="131" y="71"/>
                      <a:pt x="126" y="76"/>
                      <a:pt x="126" y="76"/>
                    </a:cubicBezTo>
                    <a:cubicBezTo>
                      <a:pt x="122" y="75"/>
                      <a:pt x="118" y="76"/>
                      <a:pt x="114" y="78"/>
                    </a:cubicBezTo>
                    <a:cubicBezTo>
                      <a:pt x="112" y="78"/>
                      <a:pt x="111" y="77"/>
                      <a:pt x="110" y="76"/>
                    </a:cubicBezTo>
                    <a:cubicBezTo>
                      <a:pt x="109" y="75"/>
                      <a:pt x="107" y="75"/>
                      <a:pt x="105" y="74"/>
                    </a:cubicBezTo>
                    <a:cubicBezTo>
                      <a:pt x="103" y="74"/>
                      <a:pt x="103" y="71"/>
                      <a:pt x="102" y="69"/>
                    </a:cubicBezTo>
                    <a:cubicBezTo>
                      <a:pt x="101" y="67"/>
                      <a:pt x="99" y="66"/>
                      <a:pt x="98" y="64"/>
                    </a:cubicBezTo>
                    <a:cubicBezTo>
                      <a:pt x="97" y="60"/>
                      <a:pt x="95" y="55"/>
                      <a:pt x="96" y="51"/>
                    </a:cubicBezTo>
                    <a:cubicBezTo>
                      <a:pt x="96" y="48"/>
                      <a:pt x="95" y="44"/>
                      <a:pt x="97" y="41"/>
                    </a:cubicBezTo>
                    <a:cubicBezTo>
                      <a:pt x="98" y="40"/>
                      <a:pt x="98" y="39"/>
                      <a:pt x="98" y="38"/>
                    </a:cubicBezTo>
                    <a:cubicBezTo>
                      <a:pt x="99" y="36"/>
                      <a:pt x="97" y="37"/>
                      <a:pt x="96" y="36"/>
                    </a:cubicBezTo>
                    <a:cubicBezTo>
                      <a:pt x="94" y="36"/>
                      <a:pt x="92" y="35"/>
                      <a:pt x="90" y="35"/>
                    </a:cubicBezTo>
                    <a:cubicBezTo>
                      <a:pt x="89" y="34"/>
                      <a:pt x="87" y="32"/>
                      <a:pt x="87" y="30"/>
                    </a:cubicBezTo>
                    <a:cubicBezTo>
                      <a:pt x="87" y="27"/>
                      <a:pt x="84" y="26"/>
                      <a:pt x="82" y="24"/>
                    </a:cubicBezTo>
                    <a:cubicBezTo>
                      <a:pt x="81" y="22"/>
                      <a:pt x="81" y="20"/>
                      <a:pt x="80" y="18"/>
                    </a:cubicBezTo>
                    <a:cubicBezTo>
                      <a:pt x="79" y="17"/>
                      <a:pt x="77" y="17"/>
                      <a:pt x="75" y="17"/>
                    </a:cubicBezTo>
                    <a:cubicBezTo>
                      <a:pt x="74" y="16"/>
                      <a:pt x="72" y="16"/>
                      <a:pt x="71" y="17"/>
                    </a:cubicBezTo>
                    <a:cubicBezTo>
                      <a:pt x="71" y="18"/>
                      <a:pt x="70" y="20"/>
                      <a:pt x="68" y="20"/>
                    </a:cubicBezTo>
                    <a:cubicBezTo>
                      <a:pt x="66" y="20"/>
                      <a:pt x="63" y="18"/>
                      <a:pt x="62" y="16"/>
                    </a:cubicBezTo>
                    <a:cubicBezTo>
                      <a:pt x="61" y="13"/>
                      <a:pt x="61" y="12"/>
                      <a:pt x="59" y="10"/>
                    </a:cubicBezTo>
                    <a:cubicBezTo>
                      <a:pt x="57" y="9"/>
                      <a:pt x="54" y="6"/>
                      <a:pt x="52" y="6"/>
                    </a:cubicBezTo>
                    <a:cubicBezTo>
                      <a:pt x="51" y="5"/>
                      <a:pt x="45" y="5"/>
                      <a:pt x="45" y="6"/>
                    </a:cubicBezTo>
                    <a:cubicBezTo>
                      <a:pt x="43" y="9"/>
                      <a:pt x="42" y="8"/>
                      <a:pt x="39" y="8"/>
                    </a:cubicBezTo>
                    <a:cubicBezTo>
                      <a:pt x="35" y="8"/>
                      <a:pt x="32" y="8"/>
                      <a:pt x="29" y="8"/>
                    </a:cubicBezTo>
                    <a:cubicBezTo>
                      <a:pt x="28" y="8"/>
                      <a:pt x="25" y="6"/>
                      <a:pt x="23" y="5"/>
                    </a:cubicBezTo>
                    <a:cubicBezTo>
                      <a:pt x="20" y="4"/>
                      <a:pt x="17" y="3"/>
                      <a:pt x="13" y="1"/>
                    </a:cubicBezTo>
                    <a:cubicBezTo>
                      <a:pt x="9" y="0"/>
                      <a:pt x="4" y="1"/>
                      <a:pt x="0" y="2"/>
                    </a:cubicBezTo>
                    <a:cubicBezTo>
                      <a:pt x="1" y="7"/>
                      <a:pt x="5" y="11"/>
                      <a:pt x="7" y="16"/>
                    </a:cubicBezTo>
                    <a:cubicBezTo>
                      <a:pt x="8" y="18"/>
                      <a:pt x="11" y="20"/>
                      <a:pt x="13" y="21"/>
                    </a:cubicBezTo>
                    <a:cubicBezTo>
                      <a:pt x="14" y="23"/>
                      <a:pt x="16" y="26"/>
                      <a:pt x="15" y="28"/>
                    </a:cubicBezTo>
                    <a:cubicBezTo>
                      <a:pt x="15" y="28"/>
                      <a:pt x="8" y="26"/>
                      <a:pt x="12" y="29"/>
                    </a:cubicBezTo>
                    <a:cubicBezTo>
                      <a:pt x="13" y="30"/>
                      <a:pt x="14" y="31"/>
                      <a:pt x="15" y="32"/>
                    </a:cubicBezTo>
                    <a:cubicBezTo>
                      <a:pt x="17" y="32"/>
                      <a:pt x="18" y="32"/>
                      <a:pt x="19" y="33"/>
                    </a:cubicBezTo>
                    <a:cubicBezTo>
                      <a:pt x="21" y="34"/>
                      <a:pt x="23" y="36"/>
                      <a:pt x="25" y="38"/>
                    </a:cubicBezTo>
                    <a:cubicBezTo>
                      <a:pt x="26" y="39"/>
                      <a:pt x="25" y="41"/>
                      <a:pt x="24" y="42"/>
                    </a:cubicBezTo>
                    <a:cubicBezTo>
                      <a:pt x="23" y="43"/>
                      <a:pt x="25" y="44"/>
                      <a:pt x="26" y="44"/>
                    </a:cubicBezTo>
                    <a:cubicBezTo>
                      <a:pt x="29" y="46"/>
                      <a:pt x="31" y="48"/>
                      <a:pt x="33" y="50"/>
                    </a:cubicBezTo>
                    <a:cubicBezTo>
                      <a:pt x="34" y="51"/>
                      <a:pt x="35" y="53"/>
                      <a:pt x="36" y="53"/>
                    </a:cubicBezTo>
                    <a:cubicBezTo>
                      <a:pt x="37" y="53"/>
                      <a:pt x="38" y="51"/>
                      <a:pt x="37" y="50"/>
                    </a:cubicBezTo>
                    <a:cubicBezTo>
                      <a:pt x="37" y="49"/>
                      <a:pt x="36" y="48"/>
                      <a:pt x="36" y="47"/>
                    </a:cubicBezTo>
                    <a:cubicBezTo>
                      <a:pt x="35" y="46"/>
                      <a:pt x="33" y="47"/>
                      <a:pt x="32" y="46"/>
                    </a:cubicBezTo>
                    <a:cubicBezTo>
                      <a:pt x="30" y="44"/>
                      <a:pt x="32" y="44"/>
                      <a:pt x="32" y="42"/>
                    </a:cubicBezTo>
                    <a:cubicBezTo>
                      <a:pt x="32" y="42"/>
                      <a:pt x="30" y="40"/>
                      <a:pt x="30" y="39"/>
                    </a:cubicBezTo>
                    <a:cubicBezTo>
                      <a:pt x="28" y="37"/>
                      <a:pt x="28" y="34"/>
                      <a:pt x="26" y="32"/>
                    </a:cubicBezTo>
                    <a:cubicBezTo>
                      <a:pt x="24" y="31"/>
                      <a:pt x="22" y="29"/>
                      <a:pt x="21" y="27"/>
                    </a:cubicBezTo>
                    <a:cubicBezTo>
                      <a:pt x="21" y="26"/>
                      <a:pt x="21" y="24"/>
                      <a:pt x="20" y="23"/>
                    </a:cubicBezTo>
                    <a:cubicBezTo>
                      <a:pt x="19" y="22"/>
                      <a:pt x="18" y="21"/>
                      <a:pt x="17" y="20"/>
                    </a:cubicBezTo>
                    <a:cubicBezTo>
                      <a:pt x="16" y="18"/>
                      <a:pt x="15" y="17"/>
                      <a:pt x="13" y="16"/>
                    </a:cubicBezTo>
                    <a:cubicBezTo>
                      <a:pt x="12" y="15"/>
                      <a:pt x="12" y="13"/>
                      <a:pt x="12" y="12"/>
                    </a:cubicBezTo>
                    <a:cubicBezTo>
                      <a:pt x="12" y="11"/>
                      <a:pt x="10" y="6"/>
                      <a:pt x="11" y="5"/>
                    </a:cubicBezTo>
                    <a:cubicBezTo>
                      <a:pt x="12" y="4"/>
                      <a:pt x="13" y="7"/>
                      <a:pt x="14" y="7"/>
                    </a:cubicBezTo>
                    <a:cubicBezTo>
                      <a:pt x="15" y="7"/>
                      <a:pt x="15" y="7"/>
                      <a:pt x="15" y="7"/>
                    </a:cubicBezTo>
                    <a:cubicBezTo>
                      <a:pt x="17" y="6"/>
                      <a:pt x="17" y="7"/>
                      <a:pt x="18" y="8"/>
                    </a:cubicBezTo>
                    <a:cubicBezTo>
                      <a:pt x="19" y="8"/>
                      <a:pt x="20" y="8"/>
                      <a:pt x="20" y="9"/>
                    </a:cubicBezTo>
                    <a:cubicBezTo>
                      <a:pt x="20" y="11"/>
                      <a:pt x="21" y="13"/>
                      <a:pt x="22" y="15"/>
                    </a:cubicBezTo>
                    <a:cubicBezTo>
                      <a:pt x="22" y="16"/>
                      <a:pt x="23" y="18"/>
                      <a:pt x="23" y="19"/>
                    </a:cubicBezTo>
                    <a:cubicBezTo>
                      <a:pt x="23" y="20"/>
                      <a:pt x="22" y="21"/>
                      <a:pt x="22" y="22"/>
                    </a:cubicBezTo>
                    <a:cubicBezTo>
                      <a:pt x="23" y="22"/>
                      <a:pt x="23" y="20"/>
                      <a:pt x="23" y="20"/>
                    </a:cubicBezTo>
                    <a:cubicBezTo>
                      <a:pt x="24" y="19"/>
                      <a:pt x="25" y="22"/>
                      <a:pt x="26" y="22"/>
                    </a:cubicBezTo>
                    <a:cubicBezTo>
                      <a:pt x="27" y="23"/>
                      <a:pt x="32" y="26"/>
                      <a:pt x="32" y="27"/>
                    </a:cubicBezTo>
                    <a:cubicBezTo>
                      <a:pt x="32" y="29"/>
                      <a:pt x="33" y="30"/>
                      <a:pt x="34" y="30"/>
                    </a:cubicBezTo>
                    <a:cubicBezTo>
                      <a:pt x="35" y="31"/>
                      <a:pt x="35" y="32"/>
                      <a:pt x="36" y="33"/>
                    </a:cubicBezTo>
                    <a:cubicBezTo>
                      <a:pt x="37" y="34"/>
                      <a:pt x="38" y="33"/>
                      <a:pt x="38" y="34"/>
                    </a:cubicBezTo>
                    <a:cubicBezTo>
                      <a:pt x="39" y="35"/>
                      <a:pt x="37" y="36"/>
                      <a:pt x="38" y="38"/>
                    </a:cubicBezTo>
                    <a:cubicBezTo>
                      <a:pt x="40" y="39"/>
                      <a:pt x="42" y="40"/>
                      <a:pt x="44" y="42"/>
                    </a:cubicBezTo>
                    <a:cubicBezTo>
                      <a:pt x="45" y="43"/>
                      <a:pt x="45" y="44"/>
                      <a:pt x="46" y="45"/>
                    </a:cubicBezTo>
                    <a:cubicBezTo>
                      <a:pt x="47" y="46"/>
                      <a:pt x="48" y="46"/>
                      <a:pt x="49" y="48"/>
                    </a:cubicBezTo>
                    <a:cubicBezTo>
                      <a:pt x="51" y="49"/>
                      <a:pt x="52" y="51"/>
                      <a:pt x="54" y="53"/>
                    </a:cubicBezTo>
                    <a:cubicBezTo>
                      <a:pt x="55" y="54"/>
                      <a:pt x="56" y="55"/>
                      <a:pt x="57" y="56"/>
                    </a:cubicBezTo>
                    <a:cubicBezTo>
                      <a:pt x="58" y="58"/>
                      <a:pt x="56" y="58"/>
                      <a:pt x="56" y="59"/>
                    </a:cubicBezTo>
                    <a:cubicBezTo>
                      <a:pt x="56" y="60"/>
                      <a:pt x="59" y="59"/>
                      <a:pt x="59" y="61"/>
                    </a:cubicBezTo>
                    <a:cubicBezTo>
                      <a:pt x="58" y="63"/>
                      <a:pt x="57" y="63"/>
                      <a:pt x="58" y="65"/>
                    </a:cubicBezTo>
                    <a:cubicBezTo>
                      <a:pt x="58" y="65"/>
                      <a:pt x="56" y="67"/>
                      <a:pt x="57" y="68"/>
                    </a:cubicBezTo>
                    <a:cubicBezTo>
                      <a:pt x="58" y="69"/>
                      <a:pt x="59" y="71"/>
                      <a:pt x="60" y="72"/>
                    </a:cubicBezTo>
                    <a:cubicBezTo>
                      <a:pt x="61" y="73"/>
                      <a:pt x="62" y="73"/>
                      <a:pt x="63" y="73"/>
                    </a:cubicBezTo>
                    <a:cubicBezTo>
                      <a:pt x="66" y="74"/>
                      <a:pt x="66" y="76"/>
                      <a:pt x="68" y="77"/>
                    </a:cubicBezTo>
                    <a:cubicBezTo>
                      <a:pt x="71" y="79"/>
                      <a:pt x="75" y="79"/>
                      <a:pt x="77" y="81"/>
                    </a:cubicBezTo>
                    <a:cubicBezTo>
                      <a:pt x="81" y="83"/>
                      <a:pt x="85" y="85"/>
                      <a:pt x="89" y="86"/>
                    </a:cubicBezTo>
                    <a:cubicBezTo>
                      <a:pt x="92" y="88"/>
                      <a:pt x="97" y="90"/>
                      <a:pt x="101" y="91"/>
                    </a:cubicBezTo>
                    <a:cubicBezTo>
                      <a:pt x="105" y="91"/>
                      <a:pt x="108" y="87"/>
                      <a:pt x="113" y="88"/>
                    </a:cubicBezTo>
                    <a:cubicBezTo>
                      <a:pt x="117" y="89"/>
                      <a:pt x="120" y="93"/>
                      <a:pt x="123" y="96"/>
                    </a:cubicBezTo>
                    <a:cubicBezTo>
                      <a:pt x="123" y="95"/>
                      <a:pt x="124" y="90"/>
                      <a:pt x="126" y="89"/>
                    </a:cubicBezTo>
                    <a:cubicBezTo>
                      <a:pt x="127" y="89"/>
                      <a:pt x="125" y="89"/>
                      <a:pt x="126" y="8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59" name="Freeform 636">
                <a:extLst>
                  <a:ext uri="{FF2B5EF4-FFF2-40B4-BE49-F238E27FC236}">
                    <a16:creationId xmlns:a16="http://schemas.microsoft.com/office/drawing/2014/main" id="{C5C5936B-CB72-4741-9332-47DB15B5F840}"/>
                  </a:ext>
                </a:extLst>
              </p:cNvPr>
              <p:cNvSpPr>
                <a:spLocks/>
              </p:cNvSpPr>
              <p:nvPr/>
            </p:nvSpPr>
            <p:spPr bwMode="auto">
              <a:xfrm>
                <a:off x="7531402" y="8287656"/>
                <a:ext cx="280256" cy="149721"/>
              </a:xfrm>
              <a:custGeom>
                <a:avLst/>
                <a:gdLst>
                  <a:gd name="T0" fmla="*/ 12 w 30"/>
                  <a:gd name="T1" fmla="*/ 15 h 16"/>
                  <a:gd name="T2" fmla="*/ 13 w 30"/>
                  <a:gd name="T3" fmla="*/ 13 h 16"/>
                  <a:gd name="T4" fmla="*/ 16 w 30"/>
                  <a:gd name="T5" fmla="*/ 11 h 16"/>
                  <a:gd name="T6" fmla="*/ 20 w 30"/>
                  <a:gd name="T7" fmla="*/ 10 h 16"/>
                  <a:gd name="T8" fmla="*/ 24 w 30"/>
                  <a:gd name="T9" fmla="*/ 7 h 16"/>
                  <a:gd name="T10" fmla="*/ 30 w 30"/>
                  <a:gd name="T11" fmla="*/ 5 h 16"/>
                  <a:gd name="T12" fmla="*/ 20 w 30"/>
                  <a:gd name="T13" fmla="*/ 1 h 16"/>
                  <a:gd name="T14" fmla="*/ 14 w 30"/>
                  <a:gd name="T15" fmla="*/ 2 h 16"/>
                  <a:gd name="T16" fmla="*/ 8 w 30"/>
                  <a:gd name="T17" fmla="*/ 1 h 16"/>
                  <a:gd name="T18" fmla="*/ 2 w 30"/>
                  <a:gd name="T19" fmla="*/ 4 h 16"/>
                  <a:gd name="T20" fmla="*/ 1 w 30"/>
                  <a:gd name="T21" fmla="*/ 9 h 16"/>
                  <a:gd name="T22" fmla="*/ 8 w 30"/>
                  <a:gd name="T23" fmla="*/ 14 h 16"/>
                  <a:gd name="T24" fmla="*/ 10 w 30"/>
                  <a:gd name="T25" fmla="*/ 14 h 16"/>
                  <a:gd name="T26" fmla="*/ 9 w 30"/>
                  <a:gd name="T27" fmla="*/ 16 h 16"/>
                  <a:gd name="T28" fmla="*/ 12 w 30"/>
                  <a:gd name="T2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16">
                    <a:moveTo>
                      <a:pt x="12" y="15"/>
                    </a:moveTo>
                    <a:cubicBezTo>
                      <a:pt x="13" y="15"/>
                      <a:pt x="13" y="14"/>
                      <a:pt x="13" y="13"/>
                    </a:cubicBezTo>
                    <a:cubicBezTo>
                      <a:pt x="13" y="12"/>
                      <a:pt x="15" y="11"/>
                      <a:pt x="16" y="11"/>
                    </a:cubicBezTo>
                    <a:cubicBezTo>
                      <a:pt x="18" y="10"/>
                      <a:pt x="18" y="12"/>
                      <a:pt x="20" y="10"/>
                    </a:cubicBezTo>
                    <a:cubicBezTo>
                      <a:pt x="21" y="9"/>
                      <a:pt x="22" y="6"/>
                      <a:pt x="24" y="7"/>
                    </a:cubicBezTo>
                    <a:cubicBezTo>
                      <a:pt x="27" y="7"/>
                      <a:pt x="27" y="6"/>
                      <a:pt x="30" y="5"/>
                    </a:cubicBezTo>
                    <a:cubicBezTo>
                      <a:pt x="26" y="3"/>
                      <a:pt x="25" y="0"/>
                      <a:pt x="20" y="1"/>
                    </a:cubicBezTo>
                    <a:cubicBezTo>
                      <a:pt x="18" y="1"/>
                      <a:pt x="16" y="2"/>
                      <a:pt x="14" y="2"/>
                    </a:cubicBezTo>
                    <a:cubicBezTo>
                      <a:pt x="12" y="2"/>
                      <a:pt x="10" y="1"/>
                      <a:pt x="8" y="1"/>
                    </a:cubicBezTo>
                    <a:cubicBezTo>
                      <a:pt x="5" y="2"/>
                      <a:pt x="4" y="2"/>
                      <a:pt x="2" y="4"/>
                    </a:cubicBezTo>
                    <a:cubicBezTo>
                      <a:pt x="2" y="5"/>
                      <a:pt x="0" y="7"/>
                      <a:pt x="1" y="9"/>
                    </a:cubicBezTo>
                    <a:cubicBezTo>
                      <a:pt x="4" y="11"/>
                      <a:pt x="8" y="9"/>
                      <a:pt x="8" y="14"/>
                    </a:cubicBezTo>
                    <a:cubicBezTo>
                      <a:pt x="8" y="14"/>
                      <a:pt x="10" y="14"/>
                      <a:pt x="10" y="14"/>
                    </a:cubicBezTo>
                    <a:cubicBezTo>
                      <a:pt x="10" y="14"/>
                      <a:pt x="9" y="16"/>
                      <a:pt x="9" y="16"/>
                    </a:cubicBezTo>
                    <a:cubicBezTo>
                      <a:pt x="10" y="16"/>
                      <a:pt x="12" y="16"/>
                      <a:pt x="12" y="1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0" name="Freeform 637">
                <a:extLst>
                  <a:ext uri="{FF2B5EF4-FFF2-40B4-BE49-F238E27FC236}">
                    <a16:creationId xmlns:a16="http://schemas.microsoft.com/office/drawing/2014/main" id="{ABE5F613-6630-8444-858B-24C58B18E519}"/>
                  </a:ext>
                </a:extLst>
              </p:cNvPr>
              <p:cNvSpPr>
                <a:spLocks/>
              </p:cNvSpPr>
              <p:nvPr/>
            </p:nvSpPr>
            <p:spPr bwMode="auto">
              <a:xfrm>
                <a:off x="7531402" y="8163419"/>
                <a:ext cx="66879" cy="140163"/>
              </a:xfrm>
              <a:custGeom>
                <a:avLst/>
                <a:gdLst>
                  <a:gd name="T0" fmla="*/ 5 w 7"/>
                  <a:gd name="T1" fmla="*/ 1 h 15"/>
                  <a:gd name="T2" fmla="*/ 2 w 7"/>
                  <a:gd name="T3" fmla="*/ 4 h 15"/>
                  <a:gd name="T4" fmla="*/ 1 w 7"/>
                  <a:gd name="T5" fmla="*/ 6 h 15"/>
                  <a:gd name="T6" fmla="*/ 2 w 7"/>
                  <a:gd name="T7" fmla="*/ 14 h 15"/>
                  <a:gd name="T8" fmla="*/ 6 w 7"/>
                  <a:gd name="T9" fmla="*/ 8 h 15"/>
                  <a:gd name="T10" fmla="*/ 7 w 7"/>
                  <a:gd name="T11" fmla="*/ 2 h 15"/>
                  <a:gd name="T12" fmla="*/ 5 w 7"/>
                  <a:gd name="T13" fmla="*/ 1 h 15"/>
                  <a:gd name="T14" fmla="*/ 5 w 7"/>
                  <a:gd name="T15" fmla="*/ 1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5">
                    <a:moveTo>
                      <a:pt x="5" y="1"/>
                    </a:moveTo>
                    <a:cubicBezTo>
                      <a:pt x="4" y="0"/>
                      <a:pt x="2" y="3"/>
                      <a:pt x="2" y="4"/>
                    </a:cubicBezTo>
                    <a:cubicBezTo>
                      <a:pt x="1" y="5"/>
                      <a:pt x="1" y="4"/>
                      <a:pt x="1" y="6"/>
                    </a:cubicBezTo>
                    <a:cubicBezTo>
                      <a:pt x="1" y="7"/>
                      <a:pt x="0" y="15"/>
                      <a:pt x="2" y="14"/>
                    </a:cubicBezTo>
                    <a:cubicBezTo>
                      <a:pt x="2" y="13"/>
                      <a:pt x="5" y="10"/>
                      <a:pt x="6" y="8"/>
                    </a:cubicBezTo>
                    <a:cubicBezTo>
                      <a:pt x="6" y="5"/>
                      <a:pt x="6" y="4"/>
                      <a:pt x="7" y="2"/>
                    </a:cubicBezTo>
                    <a:cubicBezTo>
                      <a:pt x="7" y="1"/>
                      <a:pt x="6" y="1"/>
                      <a:pt x="5" y="1"/>
                    </a:cubicBezTo>
                    <a:cubicBezTo>
                      <a:pt x="4" y="0"/>
                      <a:pt x="6" y="1"/>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1" name="Freeform 638">
                <a:extLst>
                  <a:ext uri="{FF2B5EF4-FFF2-40B4-BE49-F238E27FC236}">
                    <a16:creationId xmlns:a16="http://schemas.microsoft.com/office/drawing/2014/main" id="{0CCC14C2-2A77-C34E-9887-53F392590D78}"/>
                  </a:ext>
                </a:extLst>
              </p:cNvPr>
              <p:cNvSpPr>
                <a:spLocks/>
              </p:cNvSpPr>
              <p:nvPr/>
            </p:nvSpPr>
            <p:spPr bwMode="auto">
              <a:xfrm>
                <a:off x="8232035" y="8080592"/>
                <a:ext cx="121018" cy="101936"/>
              </a:xfrm>
              <a:custGeom>
                <a:avLst/>
                <a:gdLst>
                  <a:gd name="T0" fmla="*/ 12 w 13"/>
                  <a:gd name="T1" fmla="*/ 3 h 11"/>
                  <a:gd name="T2" fmla="*/ 6 w 13"/>
                  <a:gd name="T3" fmla="*/ 1 h 11"/>
                  <a:gd name="T4" fmla="*/ 7 w 13"/>
                  <a:gd name="T5" fmla="*/ 5 h 11"/>
                  <a:gd name="T6" fmla="*/ 9 w 13"/>
                  <a:gd name="T7" fmla="*/ 9 h 11"/>
                  <a:gd name="T8" fmla="*/ 6 w 13"/>
                  <a:gd name="T9" fmla="*/ 10 h 11"/>
                  <a:gd name="T10" fmla="*/ 5 w 13"/>
                  <a:gd name="T11" fmla="*/ 8 h 11"/>
                  <a:gd name="T12" fmla="*/ 0 w 13"/>
                  <a:gd name="T13" fmla="*/ 9 h 11"/>
                  <a:gd name="T14" fmla="*/ 3 w 13"/>
                  <a:gd name="T15" fmla="*/ 11 h 11"/>
                  <a:gd name="T16" fmla="*/ 13 w 13"/>
                  <a:gd name="T17" fmla="*/ 11 h 11"/>
                  <a:gd name="T18" fmla="*/ 12 w 13"/>
                  <a:gd name="T19" fmla="*/ 3 h 11"/>
                  <a:gd name="T20" fmla="*/ 12 w 13"/>
                  <a:gd name="T21"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
                    <a:moveTo>
                      <a:pt x="12" y="3"/>
                    </a:moveTo>
                    <a:cubicBezTo>
                      <a:pt x="10" y="3"/>
                      <a:pt x="8" y="0"/>
                      <a:pt x="6" y="1"/>
                    </a:cubicBezTo>
                    <a:cubicBezTo>
                      <a:pt x="3" y="2"/>
                      <a:pt x="7" y="3"/>
                      <a:pt x="7" y="5"/>
                    </a:cubicBezTo>
                    <a:cubicBezTo>
                      <a:pt x="8" y="6"/>
                      <a:pt x="10" y="8"/>
                      <a:pt x="9" y="9"/>
                    </a:cubicBezTo>
                    <a:cubicBezTo>
                      <a:pt x="8" y="10"/>
                      <a:pt x="7" y="10"/>
                      <a:pt x="6" y="10"/>
                    </a:cubicBezTo>
                    <a:cubicBezTo>
                      <a:pt x="4" y="9"/>
                      <a:pt x="6" y="9"/>
                      <a:pt x="5" y="8"/>
                    </a:cubicBezTo>
                    <a:cubicBezTo>
                      <a:pt x="5" y="8"/>
                      <a:pt x="0" y="9"/>
                      <a:pt x="0" y="9"/>
                    </a:cubicBezTo>
                    <a:cubicBezTo>
                      <a:pt x="0" y="11"/>
                      <a:pt x="2" y="11"/>
                      <a:pt x="3" y="11"/>
                    </a:cubicBezTo>
                    <a:cubicBezTo>
                      <a:pt x="6" y="10"/>
                      <a:pt x="9" y="11"/>
                      <a:pt x="13" y="11"/>
                    </a:cubicBezTo>
                    <a:cubicBezTo>
                      <a:pt x="13" y="8"/>
                      <a:pt x="12" y="5"/>
                      <a:pt x="12" y="3"/>
                    </a:cubicBezTo>
                    <a:cubicBezTo>
                      <a:pt x="11" y="3"/>
                      <a:pt x="12" y="5"/>
                      <a:pt x="12"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2" name="Freeform 639">
                <a:extLst>
                  <a:ext uri="{FF2B5EF4-FFF2-40B4-BE49-F238E27FC236}">
                    <a16:creationId xmlns:a16="http://schemas.microsoft.com/office/drawing/2014/main" id="{58DC6A8C-91BD-FF4E-9FFC-3423E69432E4}"/>
                  </a:ext>
                </a:extLst>
              </p:cNvPr>
              <p:cNvSpPr>
                <a:spLocks/>
              </p:cNvSpPr>
              <p:nvPr/>
            </p:nvSpPr>
            <p:spPr bwMode="auto">
              <a:xfrm>
                <a:off x="8343503" y="8080592"/>
                <a:ext cx="168791" cy="140163"/>
              </a:xfrm>
              <a:custGeom>
                <a:avLst/>
                <a:gdLst>
                  <a:gd name="T0" fmla="*/ 14 w 18"/>
                  <a:gd name="T1" fmla="*/ 7 h 15"/>
                  <a:gd name="T2" fmla="*/ 8 w 18"/>
                  <a:gd name="T3" fmla="*/ 3 h 15"/>
                  <a:gd name="T4" fmla="*/ 1 w 18"/>
                  <a:gd name="T5" fmla="*/ 1 h 15"/>
                  <a:gd name="T6" fmla="*/ 0 w 18"/>
                  <a:gd name="T7" fmla="*/ 3 h 15"/>
                  <a:gd name="T8" fmla="*/ 1 w 18"/>
                  <a:gd name="T9" fmla="*/ 10 h 15"/>
                  <a:gd name="T10" fmla="*/ 2 w 18"/>
                  <a:gd name="T11" fmla="*/ 12 h 15"/>
                  <a:gd name="T12" fmla="*/ 4 w 18"/>
                  <a:gd name="T13" fmla="*/ 10 h 15"/>
                  <a:gd name="T14" fmla="*/ 13 w 18"/>
                  <a:gd name="T15" fmla="*/ 10 h 15"/>
                  <a:gd name="T16" fmla="*/ 17 w 18"/>
                  <a:gd name="T17" fmla="*/ 10 h 15"/>
                  <a:gd name="T18" fmla="*/ 14 w 18"/>
                  <a:gd name="T19" fmla="*/ 7 h 15"/>
                  <a:gd name="T20" fmla="*/ 14 w 18"/>
                  <a:gd name="T21"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5">
                    <a:moveTo>
                      <a:pt x="14" y="7"/>
                    </a:moveTo>
                    <a:cubicBezTo>
                      <a:pt x="12" y="6"/>
                      <a:pt x="10" y="4"/>
                      <a:pt x="8" y="3"/>
                    </a:cubicBezTo>
                    <a:cubicBezTo>
                      <a:pt x="7" y="2"/>
                      <a:pt x="2" y="0"/>
                      <a:pt x="1" y="1"/>
                    </a:cubicBezTo>
                    <a:cubicBezTo>
                      <a:pt x="1" y="1"/>
                      <a:pt x="3" y="3"/>
                      <a:pt x="0" y="3"/>
                    </a:cubicBezTo>
                    <a:cubicBezTo>
                      <a:pt x="0" y="5"/>
                      <a:pt x="1" y="7"/>
                      <a:pt x="1" y="10"/>
                    </a:cubicBezTo>
                    <a:cubicBezTo>
                      <a:pt x="1" y="11"/>
                      <a:pt x="1" y="11"/>
                      <a:pt x="2" y="12"/>
                    </a:cubicBezTo>
                    <a:cubicBezTo>
                      <a:pt x="3" y="15"/>
                      <a:pt x="3" y="11"/>
                      <a:pt x="4" y="10"/>
                    </a:cubicBezTo>
                    <a:cubicBezTo>
                      <a:pt x="6" y="8"/>
                      <a:pt x="11" y="10"/>
                      <a:pt x="13" y="10"/>
                    </a:cubicBezTo>
                    <a:cubicBezTo>
                      <a:pt x="15" y="10"/>
                      <a:pt x="15" y="11"/>
                      <a:pt x="17" y="10"/>
                    </a:cubicBezTo>
                    <a:cubicBezTo>
                      <a:pt x="18" y="8"/>
                      <a:pt x="17" y="7"/>
                      <a:pt x="14" y="7"/>
                    </a:cubicBezTo>
                    <a:cubicBezTo>
                      <a:pt x="12" y="7"/>
                      <a:pt x="16" y="7"/>
                      <a:pt x="14"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3" name="Freeform 640">
                <a:extLst>
                  <a:ext uri="{FF2B5EF4-FFF2-40B4-BE49-F238E27FC236}">
                    <a16:creationId xmlns:a16="http://schemas.microsoft.com/office/drawing/2014/main" id="{A0A7B52F-5EBC-774C-BC55-A5D4E149106A}"/>
                  </a:ext>
                </a:extLst>
              </p:cNvPr>
              <p:cNvSpPr>
                <a:spLocks/>
              </p:cNvSpPr>
              <p:nvPr/>
            </p:nvSpPr>
            <p:spPr bwMode="auto">
              <a:xfrm>
                <a:off x="3843499" y="4965129"/>
                <a:ext cx="1812106" cy="1216878"/>
              </a:xfrm>
              <a:custGeom>
                <a:avLst/>
                <a:gdLst>
                  <a:gd name="T0" fmla="*/ 184 w 194"/>
                  <a:gd name="T1" fmla="*/ 118 h 130"/>
                  <a:gd name="T2" fmla="*/ 161 w 194"/>
                  <a:gd name="T3" fmla="*/ 97 h 130"/>
                  <a:gd name="T4" fmla="*/ 143 w 194"/>
                  <a:gd name="T5" fmla="*/ 92 h 130"/>
                  <a:gd name="T6" fmla="*/ 138 w 194"/>
                  <a:gd name="T7" fmla="*/ 76 h 130"/>
                  <a:gd name="T8" fmla="*/ 135 w 194"/>
                  <a:gd name="T9" fmla="*/ 14 h 130"/>
                  <a:gd name="T10" fmla="*/ 84 w 194"/>
                  <a:gd name="T11" fmla="*/ 8 h 130"/>
                  <a:gd name="T12" fmla="*/ 71 w 194"/>
                  <a:gd name="T13" fmla="*/ 5 h 130"/>
                  <a:gd name="T14" fmla="*/ 62 w 194"/>
                  <a:gd name="T15" fmla="*/ 1 h 130"/>
                  <a:gd name="T16" fmla="*/ 43 w 194"/>
                  <a:gd name="T17" fmla="*/ 8 h 130"/>
                  <a:gd name="T18" fmla="*/ 32 w 194"/>
                  <a:gd name="T19" fmla="*/ 11 h 130"/>
                  <a:gd name="T20" fmla="*/ 12 w 194"/>
                  <a:gd name="T21" fmla="*/ 23 h 130"/>
                  <a:gd name="T22" fmla="*/ 26 w 194"/>
                  <a:gd name="T23" fmla="*/ 38 h 130"/>
                  <a:gd name="T24" fmla="*/ 33 w 194"/>
                  <a:gd name="T25" fmla="*/ 42 h 130"/>
                  <a:gd name="T26" fmla="*/ 38 w 194"/>
                  <a:gd name="T27" fmla="*/ 45 h 130"/>
                  <a:gd name="T28" fmla="*/ 24 w 194"/>
                  <a:gd name="T29" fmla="*/ 42 h 130"/>
                  <a:gd name="T30" fmla="*/ 9 w 194"/>
                  <a:gd name="T31" fmla="*/ 46 h 130"/>
                  <a:gd name="T32" fmla="*/ 12 w 194"/>
                  <a:gd name="T33" fmla="*/ 58 h 130"/>
                  <a:gd name="T34" fmla="*/ 32 w 194"/>
                  <a:gd name="T35" fmla="*/ 58 h 130"/>
                  <a:gd name="T36" fmla="*/ 38 w 194"/>
                  <a:gd name="T37" fmla="*/ 61 h 130"/>
                  <a:gd name="T38" fmla="*/ 21 w 194"/>
                  <a:gd name="T39" fmla="*/ 71 h 130"/>
                  <a:gd name="T40" fmla="*/ 15 w 194"/>
                  <a:gd name="T41" fmla="*/ 78 h 130"/>
                  <a:gd name="T42" fmla="*/ 17 w 194"/>
                  <a:gd name="T43" fmla="*/ 84 h 130"/>
                  <a:gd name="T44" fmla="*/ 26 w 194"/>
                  <a:gd name="T45" fmla="*/ 89 h 130"/>
                  <a:gd name="T46" fmla="*/ 22 w 194"/>
                  <a:gd name="T47" fmla="*/ 94 h 130"/>
                  <a:gd name="T48" fmla="*/ 31 w 194"/>
                  <a:gd name="T49" fmla="*/ 93 h 130"/>
                  <a:gd name="T50" fmla="*/ 38 w 194"/>
                  <a:gd name="T51" fmla="*/ 102 h 130"/>
                  <a:gd name="T52" fmla="*/ 48 w 194"/>
                  <a:gd name="T53" fmla="*/ 105 h 130"/>
                  <a:gd name="T54" fmla="*/ 54 w 194"/>
                  <a:gd name="T55" fmla="*/ 103 h 130"/>
                  <a:gd name="T56" fmla="*/ 55 w 194"/>
                  <a:gd name="T57" fmla="*/ 106 h 130"/>
                  <a:gd name="T58" fmla="*/ 51 w 194"/>
                  <a:gd name="T59" fmla="*/ 114 h 130"/>
                  <a:gd name="T60" fmla="*/ 41 w 194"/>
                  <a:gd name="T61" fmla="*/ 124 h 130"/>
                  <a:gd name="T62" fmla="*/ 36 w 194"/>
                  <a:gd name="T63" fmla="*/ 126 h 130"/>
                  <a:gd name="T64" fmla="*/ 43 w 194"/>
                  <a:gd name="T65" fmla="*/ 125 h 130"/>
                  <a:gd name="T66" fmla="*/ 54 w 194"/>
                  <a:gd name="T67" fmla="*/ 118 h 130"/>
                  <a:gd name="T68" fmla="*/ 72 w 194"/>
                  <a:gd name="T69" fmla="*/ 107 h 130"/>
                  <a:gd name="T70" fmla="*/ 77 w 194"/>
                  <a:gd name="T71" fmla="*/ 91 h 130"/>
                  <a:gd name="T72" fmla="*/ 94 w 194"/>
                  <a:gd name="T73" fmla="*/ 86 h 130"/>
                  <a:gd name="T74" fmla="*/ 87 w 194"/>
                  <a:gd name="T75" fmla="*/ 97 h 130"/>
                  <a:gd name="T76" fmla="*/ 101 w 194"/>
                  <a:gd name="T77" fmla="*/ 88 h 130"/>
                  <a:gd name="T78" fmla="*/ 119 w 194"/>
                  <a:gd name="T79" fmla="*/ 92 h 130"/>
                  <a:gd name="T80" fmla="*/ 136 w 194"/>
                  <a:gd name="T81" fmla="*/ 95 h 130"/>
                  <a:gd name="T82" fmla="*/ 145 w 194"/>
                  <a:gd name="T83" fmla="*/ 98 h 130"/>
                  <a:gd name="T84" fmla="*/ 160 w 194"/>
                  <a:gd name="T85" fmla="*/ 102 h 130"/>
                  <a:gd name="T86" fmla="*/ 169 w 194"/>
                  <a:gd name="T87" fmla="*/ 104 h 130"/>
                  <a:gd name="T88" fmla="*/ 176 w 194"/>
                  <a:gd name="T89" fmla="*/ 111 h 130"/>
                  <a:gd name="T90" fmla="*/ 184 w 194"/>
                  <a:gd name="T91" fmla="*/ 121 h 130"/>
                  <a:gd name="T92" fmla="*/ 186 w 194"/>
                  <a:gd name="T93" fmla="*/ 125 h 130"/>
                  <a:gd name="T94" fmla="*/ 194 w 194"/>
                  <a:gd name="T95" fmla="*/ 126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130">
                    <a:moveTo>
                      <a:pt x="194" y="126"/>
                    </a:moveTo>
                    <a:cubicBezTo>
                      <a:pt x="193" y="125"/>
                      <a:pt x="191" y="125"/>
                      <a:pt x="193" y="123"/>
                    </a:cubicBezTo>
                    <a:cubicBezTo>
                      <a:pt x="193" y="122"/>
                      <a:pt x="192" y="122"/>
                      <a:pt x="191" y="122"/>
                    </a:cubicBezTo>
                    <a:cubicBezTo>
                      <a:pt x="189" y="120"/>
                      <a:pt x="185" y="119"/>
                      <a:pt x="184" y="118"/>
                    </a:cubicBezTo>
                    <a:cubicBezTo>
                      <a:pt x="180" y="113"/>
                      <a:pt x="178" y="107"/>
                      <a:pt x="174" y="103"/>
                    </a:cubicBezTo>
                    <a:cubicBezTo>
                      <a:pt x="172" y="102"/>
                      <a:pt x="170" y="100"/>
                      <a:pt x="169" y="99"/>
                    </a:cubicBezTo>
                    <a:cubicBezTo>
                      <a:pt x="167" y="98"/>
                      <a:pt x="167" y="95"/>
                      <a:pt x="165" y="95"/>
                    </a:cubicBezTo>
                    <a:cubicBezTo>
                      <a:pt x="164" y="95"/>
                      <a:pt x="161" y="97"/>
                      <a:pt x="161" y="97"/>
                    </a:cubicBezTo>
                    <a:cubicBezTo>
                      <a:pt x="162" y="99"/>
                      <a:pt x="159" y="100"/>
                      <a:pt x="158" y="100"/>
                    </a:cubicBezTo>
                    <a:cubicBezTo>
                      <a:pt x="155" y="101"/>
                      <a:pt x="152" y="97"/>
                      <a:pt x="150" y="95"/>
                    </a:cubicBezTo>
                    <a:cubicBezTo>
                      <a:pt x="149" y="94"/>
                      <a:pt x="148" y="94"/>
                      <a:pt x="147" y="92"/>
                    </a:cubicBezTo>
                    <a:cubicBezTo>
                      <a:pt x="146" y="90"/>
                      <a:pt x="144" y="91"/>
                      <a:pt x="143" y="92"/>
                    </a:cubicBezTo>
                    <a:cubicBezTo>
                      <a:pt x="141" y="92"/>
                      <a:pt x="141" y="91"/>
                      <a:pt x="139" y="92"/>
                    </a:cubicBezTo>
                    <a:cubicBezTo>
                      <a:pt x="139" y="92"/>
                      <a:pt x="138" y="92"/>
                      <a:pt x="138" y="91"/>
                    </a:cubicBezTo>
                    <a:cubicBezTo>
                      <a:pt x="138" y="90"/>
                      <a:pt x="138" y="90"/>
                      <a:pt x="138" y="89"/>
                    </a:cubicBezTo>
                    <a:cubicBezTo>
                      <a:pt x="138" y="85"/>
                      <a:pt x="138" y="80"/>
                      <a:pt x="138" y="76"/>
                    </a:cubicBezTo>
                    <a:cubicBezTo>
                      <a:pt x="138" y="64"/>
                      <a:pt x="138" y="51"/>
                      <a:pt x="138" y="38"/>
                    </a:cubicBezTo>
                    <a:cubicBezTo>
                      <a:pt x="138" y="33"/>
                      <a:pt x="138" y="27"/>
                      <a:pt x="138" y="21"/>
                    </a:cubicBezTo>
                    <a:cubicBezTo>
                      <a:pt x="138" y="20"/>
                      <a:pt x="138" y="18"/>
                      <a:pt x="138" y="16"/>
                    </a:cubicBezTo>
                    <a:cubicBezTo>
                      <a:pt x="138" y="15"/>
                      <a:pt x="137" y="15"/>
                      <a:pt x="135" y="14"/>
                    </a:cubicBezTo>
                    <a:cubicBezTo>
                      <a:pt x="130" y="12"/>
                      <a:pt x="127" y="12"/>
                      <a:pt x="122" y="12"/>
                    </a:cubicBezTo>
                    <a:cubicBezTo>
                      <a:pt x="117" y="12"/>
                      <a:pt x="113" y="11"/>
                      <a:pt x="108" y="10"/>
                    </a:cubicBezTo>
                    <a:cubicBezTo>
                      <a:pt x="102" y="10"/>
                      <a:pt x="97" y="8"/>
                      <a:pt x="92" y="8"/>
                    </a:cubicBezTo>
                    <a:cubicBezTo>
                      <a:pt x="89" y="8"/>
                      <a:pt x="87" y="9"/>
                      <a:pt x="84" y="8"/>
                    </a:cubicBezTo>
                    <a:cubicBezTo>
                      <a:pt x="84" y="8"/>
                      <a:pt x="80" y="7"/>
                      <a:pt x="80" y="7"/>
                    </a:cubicBezTo>
                    <a:cubicBezTo>
                      <a:pt x="80" y="7"/>
                      <a:pt x="81" y="5"/>
                      <a:pt x="81" y="4"/>
                    </a:cubicBezTo>
                    <a:cubicBezTo>
                      <a:pt x="81" y="4"/>
                      <a:pt x="78" y="4"/>
                      <a:pt x="78" y="4"/>
                    </a:cubicBezTo>
                    <a:cubicBezTo>
                      <a:pt x="76" y="4"/>
                      <a:pt x="73" y="5"/>
                      <a:pt x="71" y="5"/>
                    </a:cubicBezTo>
                    <a:cubicBezTo>
                      <a:pt x="69" y="5"/>
                      <a:pt x="70" y="1"/>
                      <a:pt x="67" y="3"/>
                    </a:cubicBezTo>
                    <a:cubicBezTo>
                      <a:pt x="66" y="3"/>
                      <a:pt x="65" y="5"/>
                      <a:pt x="64" y="4"/>
                    </a:cubicBezTo>
                    <a:cubicBezTo>
                      <a:pt x="62" y="4"/>
                      <a:pt x="62" y="3"/>
                      <a:pt x="64" y="2"/>
                    </a:cubicBezTo>
                    <a:cubicBezTo>
                      <a:pt x="66" y="2"/>
                      <a:pt x="63" y="1"/>
                      <a:pt x="62" y="1"/>
                    </a:cubicBezTo>
                    <a:cubicBezTo>
                      <a:pt x="58" y="0"/>
                      <a:pt x="58" y="1"/>
                      <a:pt x="56" y="3"/>
                    </a:cubicBezTo>
                    <a:cubicBezTo>
                      <a:pt x="53" y="6"/>
                      <a:pt x="49" y="4"/>
                      <a:pt x="45" y="5"/>
                    </a:cubicBezTo>
                    <a:cubicBezTo>
                      <a:pt x="41" y="6"/>
                      <a:pt x="45" y="8"/>
                      <a:pt x="45" y="8"/>
                    </a:cubicBezTo>
                    <a:cubicBezTo>
                      <a:pt x="44" y="8"/>
                      <a:pt x="43" y="8"/>
                      <a:pt x="43" y="8"/>
                    </a:cubicBezTo>
                    <a:cubicBezTo>
                      <a:pt x="43" y="8"/>
                      <a:pt x="44" y="10"/>
                      <a:pt x="43" y="10"/>
                    </a:cubicBezTo>
                    <a:cubicBezTo>
                      <a:pt x="42" y="10"/>
                      <a:pt x="42" y="8"/>
                      <a:pt x="42" y="7"/>
                    </a:cubicBezTo>
                    <a:cubicBezTo>
                      <a:pt x="41" y="7"/>
                      <a:pt x="38" y="10"/>
                      <a:pt x="38" y="10"/>
                    </a:cubicBezTo>
                    <a:cubicBezTo>
                      <a:pt x="36" y="11"/>
                      <a:pt x="34" y="9"/>
                      <a:pt x="32" y="11"/>
                    </a:cubicBezTo>
                    <a:cubicBezTo>
                      <a:pt x="30" y="12"/>
                      <a:pt x="28" y="13"/>
                      <a:pt x="27" y="15"/>
                    </a:cubicBezTo>
                    <a:cubicBezTo>
                      <a:pt x="27" y="17"/>
                      <a:pt x="27" y="19"/>
                      <a:pt x="25" y="20"/>
                    </a:cubicBezTo>
                    <a:cubicBezTo>
                      <a:pt x="23" y="21"/>
                      <a:pt x="22" y="22"/>
                      <a:pt x="20" y="22"/>
                    </a:cubicBezTo>
                    <a:cubicBezTo>
                      <a:pt x="19" y="22"/>
                      <a:pt x="13" y="22"/>
                      <a:pt x="12" y="23"/>
                    </a:cubicBezTo>
                    <a:cubicBezTo>
                      <a:pt x="12" y="24"/>
                      <a:pt x="10" y="27"/>
                      <a:pt x="10" y="27"/>
                    </a:cubicBezTo>
                    <a:cubicBezTo>
                      <a:pt x="11" y="28"/>
                      <a:pt x="14" y="28"/>
                      <a:pt x="15" y="29"/>
                    </a:cubicBezTo>
                    <a:cubicBezTo>
                      <a:pt x="18" y="30"/>
                      <a:pt x="21" y="32"/>
                      <a:pt x="23" y="34"/>
                    </a:cubicBezTo>
                    <a:cubicBezTo>
                      <a:pt x="24" y="35"/>
                      <a:pt x="24" y="37"/>
                      <a:pt x="26" y="38"/>
                    </a:cubicBezTo>
                    <a:cubicBezTo>
                      <a:pt x="28" y="38"/>
                      <a:pt x="29" y="38"/>
                      <a:pt x="31" y="37"/>
                    </a:cubicBezTo>
                    <a:cubicBezTo>
                      <a:pt x="31" y="37"/>
                      <a:pt x="34" y="38"/>
                      <a:pt x="34" y="38"/>
                    </a:cubicBezTo>
                    <a:cubicBezTo>
                      <a:pt x="36" y="41"/>
                      <a:pt x="31" y="39"/>
                      <a:pt x="31" y="39"/>
                    </a:cubicBezTo>
                    <a:cubicBezTo>
                      <a:pt x="29" y="39"/>
                      <a:pt x="32" y="41"/>
                      <a:pt x="33" y="42"/>
                    </a:cubicBezTo>
                    <a:cubicBezTo>
                      <a:pt x="34" y="44"/>
                      <a:pt x="35" y="43"/>
                      <a:pt x="37" y="42"/>
                    </a:cubicBezTo>
                    <a:cubicBezTo>
                      <a:pt x="38" y="41"/>
                      <a:pt x="41" y="41"/>
                      <a:pt x="42" y="42"/>
                    </a:cubicBezTo>
                    <a:cubicBezTo>
                      <a:pt x="43" y="43"/>
                      <a:pt x="38" y="44"/>
                      <a:pt x="38" y="44"/>
                    </a:cubicBezTo>
                    <a:cubicBezTo>
                      <a:pt x="37" y="44"/>
                      <a:pt x="38" y="44"/>
                      <a:pt x="38" y="45"/>
                    </a:cubicBezTo>
                    <a:cubicBezTo>
                      <a:pt x="38" y="46"/>
                      <a:pt x="36" y="45"/>
                      <a:pt x="36" y="45"/>
                    </a:cubicBezTo>
                    <a:cubicBezTo>
                      <a:pt x="35" y="45"/>
                      <a:pt x="34" y="46"/>
                      <a:pt x="32" y="46"/>
                    </a:cubicBezTo>
                    <a:cubicBezTo>
                      <a:pt x="30" y="46"/>
                      <a:pt x="26" y="47"/>
                      <a:pt x="24" y="46"/>
                    </a:cubicBezTo>
                    <a:cubicBezTo>
                      <a:pt x="22" y="45"/>
                      <a:pt x="25" y="43"/>
                      <a:pt x="24" y="42"/>
                    </a:cubicBezTo>
                    <a:cubicBezTo>
                      <a:pt x="23" y="42"/>
                      <a:pt x="21" y="42"/>
                      <a:pt x="20" y="43"/>
                    </a:cubicBezTo>
                    <a:cubicBezTo>
                      <a:pt x="19" y="43"/>
                      <a:pt x="17" y="43"/>
                      <a:pt x="16" y="43"/>
                    </a:cubicBezTo>
                    <a:cubicBezTo>
                      <a:pt x="14" y="44"/>
                      <a:pt x="15" y="46"/>
                      <a:pt x="15" y="46"/>
                    </a:cubicBezTo>
                    <a:cubicBezTo>
                      <a:pt x="13" y="46"/>
                      <a:pt x="11" y="45"/>
                      <a:pt x="9" y="46"/>
                    </a:cubicBezTo>
                    <a:cubicBezTo>
                      <a:pt x="8" y="47"/>
                      <a:pt x="6" y="48"/>
                      <a:pt x="5" y="49"/>
                    </a:cubicBezTo>
                    <a:cubicBezTo>
                      <a:pt x="0" y="52"/>
                      <a:pt x="12" y="52"/>
                      <a:pt x="12" y="53"/>
                    </a:cubicBezTo>
                    <a:cubicBezTo>
                      <a:pt x="11" y="54"/>
                      <a:pt x="8" y="54"/>
                      <a:pt x="10" y="55"/>
                    </a:cubicBezTo>
                    <a:cubicBezTo>
                      <a:pt x="11" y="56"/>
                      <a:pt x="11" y="58"/>
                      <a:pt x="12" y="58"/>
                    </a:cubicBezTo>
                    <a:cubicBezTo>
                      <a:pt x="16" y="59"/>
                      <a:pt x="19" y="58"/>
                      <a:pt x="23" y="58"/>
                    </a:cubicBezTo>
                    <a:cubicBezTo>
                      <a:pt x="24" y="59"/>
                      <a:pt x="25" y="59"/>
                      <a:pt x="26" y="59"/>
                    </a:cubicBezTo>
                    <a:cubicBezTo>
                      <a:pt x="28" y="59"/>
                      <a:pt x="27" y="59"/>
                      <a:pt x="29" y="60"/>
                    </a:cubicBezTo>
                    <a:cubicBezTo>
                      <a:pt x="29" y="60"/>
                      <a:pt x="31" y="58"/>
                      <a:pt x="32" y="58"/>
                    </a:cubicBezTo>
                    <a:cubicBezTo>
                      <a:pt x="33" y="57"/>
                      <a:pt x="34" y="57"/>
                      <a:pt x="35" y="57"/>
                    </a:cubicBezTo>
                    <a:cubicBezTo>
                      <a:pt x="36" y="56"/>
                      <a:pt x="37" y="55"/>
                      <a:pt x="37" y="55"/>
                    </a:cubicBezTo>
                    <a:cubicBezTo>
                      <a:pt x="38" y="56"/>
                      <a:pt x="39" y="57"/>
                      <a:pt x="38" y="58"/>
                    </a:cubicBezTo>
                    <a:cubicBezTo>
                      <a:pt x="37" y="59"/>
                      <a:pt x="36" y="59"/>
                      <a:pt x="38" y="61"/>
                    </a:cubicBezTo>
                    <a:cubicBezTo>
                      <a:pt x="40" y="65"/>
                      <a:pt x="38" y="68"/>
                      <a:pt x="33" y="67"/>
                    </a:cubicBezTo>
                    <a:cubicBezTo>
                      <a:pt x="33" y="67"/>
                      <a:pt x="32" y="66"/>
                      <a:pt x="31" y="67"/>
                    </a:cubicBezTo>
                    <a:cubicBezTo>
                      <a:pt x="30" y="68"/>
                      <a:pt x="29" y="70"/>
                      <a:pt x="28" y="70"/>
                    </a:cubicBezTo>
                    <a:cubicBezTo>
                      <a:pt x="26" y="71"/>
                      <a:pt x="20" y="68"/>
                      <a:pt x="21" y="71"/>
                    </a:cubicBezTo>
                    <a:cubicBezTo>
                      <a:pt x="21" y="71"/>
                      <a:pt x="18" y="73"/>
                      <a:pt x="19" y="73"/>
                    </a:cubicBezTo>
                    <a:cubicBezTo>
                      <a:pt x="19" y="73"/>
                      <a:pt x="20" y="73"/>
                      <a:pt x="20" y="73"/>
                    </a:cubicBezTo>
                    <a:cubicBezTo>
                      <a:pt x="21" y="74"/>
                      <a:pt x="18" y="75"/>
                      <a:pt x="17" y="76"/>
                    </a:cubicBezTo>
                    <a:cubicBezTo>
                      <a:pt x="16" y="76"/>
                      <a:pt x="15" y="77"/>
                      <a:pt x="15" y="78"/>
                    </a:cubicBezTo>
                    <a:cubicBezTo>
                      <a:pt x="14" y="80"/>
                      <a:pt x="16" y="80"/>
                      <a:pt x="14" y="81"/>
                    </a:cubicBezTo>
                    <a:cubicBezTo>
                      <a:pt x="12" y="82"/>
                      <a:pt x="14" y="84"/>
                      <a:pt x="15" y="85"/>
                    </a:cubicBezTo>
                    <a:cubicBezTo>
                      <a:pt x="15" y="86"/>
                      <a:pt x="18" y="81"/>
                      <a:pt x="19" y="81"/>
                    </a:cubicBezTo>
                    <a:cubicBezTo>
                      <a:pt x="19" y="81"/>
                      <a:pt x="17" y="84"/>
                      <a:pt x="17" y="84"/>
                    </a:cubicBezTo>
                    <a:cubicBezTo>
                      <a:pt x="16" y="85"/>
                      <a:pt x="19" y="87"/>
                      <a:pt x="20" y="87"/>
                    </a:cubicBezTo>
                    <a:cubicBezTo>
                      <a:pt x="21" y="88"/>
                      <a:pt x="21" y="89"/>
                      <a:pt x="22" y="88"/>
                    </a:cubicBezTo>
                    <a:cubicBezTo>
                      <a:pt x="23" y="87"/>
                      <a:pt x="24" y="86"/>
                      <a:pt x="24" y="86"/>
                    </a:cubicBezTo>
                    <a:cubicBezTo>
                      <a:pt x="24" y="87"/>
                      <a:pt x="25" y="89"/>
                      <a:pt x="26" y="89"/>
                    </a:cubicBezTo>
                    <a:cubicBezTo>
                      <a:pt x="24" y="90"/>
                      <a:pt x="23" y="89"/>
                      <a:pt x="22" y="89"/>
                    </a:cubicBezTo>
                    <a:cubicBezTo>
                      <a:pt x="21" y="90"/>
                      <a:pt x="20" y="87"/>
                      <a:pt x="19" y="87"/>
                    </a:cubicBezTo>
                    <a:cubicBezTo>
                      <a:pt x="18" y="87"/>
                      <a:pt x="16" y="90"/>
                      <a:pt x="18" y="91"/>
                    </a:cubicBezTo>
                    <a:cubicBezTo>
                      <a:pt x="20" y="92"/>
                      <a:pt x="20" y="93"/>
                      <a:pt x="22" y="94"/>
                    </a:cubicBezTo>
                    <a:cubicBezTo>
                      <a:pt x="23" y="96"/>
                      <a:pt x="25" y="95"/>
                      <a:pt x="27" y="95"/>
                    </a:cubicBezTo>
                    <a:cubicBezTo>
                      <a:pt x="28" y="94"/>
                      <a:pt x="30" y="95"/>
                      <a:pt x="30" y="93"/>
                    </a:cubicBezTo>
                    <a:cubicBezTo>
                      <a:pt x="30" y="91"/>
                      <a:pt x="31" y="88"/>
                      <a:pt x="33" y="89"/>
                    </a:cubicBezTo>
                    <a:cubicBezTo>
                      <a:pt x="33" y="88"/>
                      <a:pt x="31" y="92"/>
                      <a:pt x="31" y="93"/>
                    </a:cubicBezTo>
                    <a:cubicBezTo>
                      <a:pt x="31" y="94"/>
                      <a:pt x="35" y="97"/>
                      <a:pt x="34" y="98"/>
                    </a:cubicBezTo>
                    <a:cubicBezTo>
                      <a:pt x="32" y="100"/>
                      <a:pt x="35" y="101"/>
                      <a:pt x="35" y="101"/>
                    </a:cubicBezTo>
                    <a:cubicBezTo>
                      <a:pt x="34" y="101"/>
                      <a:pt x="32" y="104"/>
                      <a:pt x="32" y="104"/>
                    </a:cubicBezTo>
                    <a:cubicBezTo>
                      <a:pt x="33" y="105"/>
                      <a:pt x="38" y="102"/>
                      <a:pt x="38" y="102"/>
                    </a:cubicBezTo>
                    <a:cubicBezTo>
                      <a:pt x="38" y="103"/>
                      <a:pt x="37" y="103"/>
                      <a:pt x="37" y="104"/>
                    </a:cubicBezTo>
                    <a:cubicBezTo>
                      <a:pt x="37" y="104"/>
                      <a:pt x="39" y="102"/>
                      <a:pt x="40" y="101"/>
                    </a:cubicBezTo>
                    <a:cubicBezTo>
                      <a:pt x="41" y="101"/>
                      <a:pt x="45" y="102"/>
                      <a:pt x="45" y="103"/>
                    </a:cubicBezTo>
                    <a:cubicBezTo>
                      <a:pt x="46" y="104"/>
                      <a:pt x="48" y="107"/>
                      <a:pt x="48" y="105"/>
                    </a:cubicBezTo>
                    <a:cubicBezTo>
                      <a:pt x="48" y="104"/>
                      <a:pt x="50" y="100"/>
                      <a:pt x="50" y="100"/>
                    </a:cubicBezTo>
                    <a:cubicBezTo>
                      <a:pt x="50" y="99"/>
                      <a:pt x="53" y="102"/>
                      <a:pt x="53" y="101"/>
                    </a:cubicBezTo>
                    <a:cubicBezTo>
                      <a:pt x="53" y="101"/>
                      <a:pt x="50" y="101"/>
                      <a:pt x="50" y="102"/>
                    </a:cubicBezTo>
                    <a:cubicBezTo>
                      <a:pt x="50" y="104"/>
                      <a:pt x="53" y="104"/>
                      <a:pt x="54" y="103"/>
                    </a:cubicBezTo>
                    <a:cubicBezTo>
                      <a:pt x="55" y="102"/>
                      <a:pt x="56" y="103"/>
                      <a:pt x="57" y="102"/>
                    </a:cubicBezTo>
                    <a:cubicBezTo>
                      <a:pt x="57" y="102"/>
                      <a:pt x="59" y="100"/>
                      <a:pt x="59" y="100"/>
                    </a:cubicBezTo>
                    <a:cubicBezTo>
                      <a:pt x="59" y="100"/>
                      <a:pt x="57" y="103"/>
                      <a:pt x="56" y="104"/>
                    </a:cubicBezTo>
                    <a:cubicBezTo>
                      <a:pt x="56" y="105"/>
                      <a:pt x="56" y="105"/>
                      <a:pt x="55" y="106"/>
                    </a:cubicBezTo>
                    <a:cubicBezTo>
                      <a:pt x="55" y="107"/>
                      <a:pt x="56" y="106"/>
                      <a:pt x="56" y="107"/>
                    </a:cubicBezTo>
                    <a:cubicBezTo>
                      <a:pt x="56" y="107"/>
                      <a:pt x="55" y="108"/>
                      <a:pt x="54" y="109"/>
                    </a:cubicBezTo>
                    <a:cubicBezTo>
                      <a:pt x="54" y="111"/>
                      <a:pt x="54" y="111"/>
                      <a:pt x="55" y="112"/>
                    </a:cubicBezTo>
                    <a:cubicBezTo>
                      <a:pt x="55" y="112"/>
                      <a:pt x="52" y="114"/>
                      <a:pt x="51" y="114"/>
                    </a:cubicBezTo>
                    <a:cubicBezTo>
                      <a:pt x="50" y="116"/>
                      <a:pt x="49" y="117"/>
                      <a:pt x="47" y="118"/>
                    </a:cubicBezTo>
                    <a:cubicBezTo>
                      <a:pt x="45" y="118"/>
                      <a:pt x="43" y="120"/>
                      <a:pt x="42" y="121"/>
                    </a:cubicBezTo>
                    <a:cubicBezTo>
                      <a:pt x="41" y="121"/>
                      <a:pt x="41" y="122"/>
                      <a:pt x="40" y="122"/>
                    </a:cubicBezTo>
                    <a:cubicBezTo>
                      <a:pt x="40" y="123"/>
                      <a:pt x="41" y="124"/>
                      <a:pt x="41" y="124"/>
                    </a:cubicBezTo>
                    <a:cubicBezTo>
                      <a:pt x="40" y="125"/>
                      <a:pt x="37" y="124"/>
                      <a:pt x="36" y="124"/>
                    </a:cubicBezTo>
                    <a:cubicBezTo>
                      <a:pt x="33" y="124"/>
                      <a:pt x="32" y="125"/>
                      <a:pt x="30" y="127"/>
                    </a:cubicBezTo>
                    <a:cubicBezTo>
                      <a:pt x="29" y="128"/>
                      <a:pt x="30" y="130"/>
                      <a:pt x="31" y="129"/>
                    </a:cubicBezTo>
                    <a:cubicBezTo>
                      <a:pt x="33" y="128"/>
                      <a:pt x="35" y="125"/>
                      <a:pt x="36" y="126"/>
                    </a:cubicBezTo>
                    <a:cubicBezTo>
                      <a:pt x="36" y="125"/>
                      <a:pt x="35" y="129"/>
                      <a:pt x="38" y="126"/>
                    </a:cubicBezTo>
                    <a:cubicBezTo>
                      <a:pt x="38" y="126"/>
                      <a:pt x="40" y="129"/>
                      <a:pt x="41" y="127"/>
                    </a:cubicBezTo>
                    <a:cubicBezTo>
                      <a:pt x="41" y="126"/>
                      <a:pt x="40" y="126"/>
                      <a:pt x="41" y="126"/>
                    </a:cubicBezTo>
                    <a:cubicBezTo>
                      <a:pt x="42" y="125"/>
                      <a:pt x="42" y="125"/>
                      <a:pt x="43" y="125"/>
                    </a:cubicBezTo>
                    <a:cubicBezTo>
                      <a:pt x="44" y="125"/>
                      <a:pt x="44" y="125"/>
                      <a:pt x="45" y="124"/>
                    </a:cubicBezTo>
                    <a:cubicBezTo>
                      <a:pt x="46" y="123"/>
                      <a:pt x="48" y="123"/>
                      <a:pt x="50" y="122"/>
                    </a:cubicBezTo>
                    <a:cubicBezTo>
                      <a:pt x="53" y="121"/>
                      <a:pt x="49" y="121"/>
                      <a:pt x="51" y="120"/>
                    </a:cubicBezTo>
                    <a:cubicBezTo>
                      <a:pt x="52" y="119"/>
                      <a:pt x="53" y="118"/>
                      <a:pt x="54" y="118"/>
                    </a:cubicBezTo>
                    <a:cubicBezTo>
                      <a:pt x="56" y="117"/>
                      <a:pt x="58" y="116"/>
                      <a:pt x="59" y="116"/>
                    </a:cubicBezTo>
                    <a:cubicBezTo>
                      <a:pt x="62" y="114"/>
                      <a:pt x="60" y="115"/>
                      <a:pt x="60" y="113"/>
                    </a:cubicBezTo>
                    <a:cubicBezTo>
                      <a:pt x="60" y="113"/>
                      <a:pt x="68" y="109"/>
                      <a:pt x="69" y="108"/>
                    </a:cubicBezTo>
                    <a:cubicBezTo>
                      <a:pt x="70" y="108"/>
                      <a:pt x="72" y="108"/>
                      <a:pt x="72" y="107"/>
                    </a:cubicBezTo>
                    <a:cubicBezTo>
                      <a:pt x="72" y="104"/>
                      <a:pt x="73" y="105"/>
                      <a:pt x="75" y="104"/>
                    </a:cubicBezTo>
                    <a:cubicBezTo>
                      <a:pt x="78" y="102"/>
                      <a:pt x="69" y="101"/>
                      <a:pt x="73" y="97"/>
                    </a:cubicBezTo>
                    <a:cubicBezTo>
                      <a:pt x="75" y="96"/>
                      <a:pt x="77" y="96"/>
                      <a:pt x="78" y="95"/>
                    </a:cubicBezTo>
                    <a:cubicBezTo>
                      <a:pt x="79" y="94"/>
                      <a:pt x="79" y="91"/>
                      <a:pt x="77" y="91"/>
                    </a:cubicBezTo>
                    <a:cubicBezTo>
                      <a:pt x="79" y="91"/>
                      <a:pt x="79" y="92"/>
                      <a:pt x="81" y="91"/>
                    </a:cubicBezTo>
                    <a:cubicBezTo>
                      <a:pt x="82" y="90"/>
                      <a:pt x="83" y="88"/>
                      <a:pt x="85" y="87"/>
                    </a:cubicBezTo>
                    <a:cubicBezTo>
                      <a:pt x="86" y="86"/>
                      <a:pt x="88" y="84"/>
                      <a:pt x="89" y="84"/>
                    </a:cubicBezTo>
                    <a:cubicBezTo>
                      <a:pt x="90" y="84"/>
                      <a:pt x="95" y="84"/>
                      <a:pt x="94" y="86"/>
                    </a:cubicBezTo>
                    <a:cubicBezTo>
                      <a:pt x="93" y="87"/>
                      <a:pt x="91" y="85"/>
                      <a:pt x="89" y="86"/>
                    </a:cubicBezTo>
                    <a:cubicBezTo>
                      <a:pt x="87" y="87"/>
                      <a:pt x="87" y="88"/>
                      <a:pt x="86" y="90"/>
                    </a:cubicBezTo>
                    <a:cubicBezTo>
                      <a:pt x="86" y="92"/>
                      <a:pt x="84" y="94"/>
                      <a:pt x="84" y="96"/>
                    </a:cubicBezTo>
                    <a:cubicBezTo>
                      <a:pt x="83" y="97"/>
                      <a:pt x="87" y="96"/>
                      <a:pt x="87" y="97"/>
                    </a:cubicBezTo>
                    <a:cubicBezTo>
                      <a:pt x="86" y="97"/>
                      <a:pt x="81" y="99"/>
                      <a:pt x="85" y="99"/>
                    </a:cubicBezTo>
                    <a:cubicBezTo>
                      <a:pt x="88" y="99"/>
                      <a:pt x="90" y="97"/>
                      <a:pt x="93" y="96"/>
                    </a:cubicBezTo>
                    <a:cubicBezTo>
                      <a:pt x="95" y="94"/>
                      <a:pt x="97" y="94"/>
                      <a:pt x="99" y="93"/>
                    </a:cubicBezTo>
                    <a:cubicBezTo>
                      <a:pt x="103" y="92"/>
                      <a:pt x="101" y="90"/>
                      <a:pt x="101" y="88"/>
                    </a:cubicBezTo>
                    <a:cubicBezTo>
                      <a:pt x="100" y="84"/>
                      <a:pt x="109" y="87"/>
                      <a:pt x="111" y="88"/>
                    </a:cubicBezTo>
                    <a:cubicBezTo>
                      <a:pt x="113" y="88"/>
                      <a:pt x="114" y="90"/>
                      <a:pt x="116" y="91"/>
                    </a:cubicBezTo>
                    <a:cubicBezTo>
                      <a:pt x="116" y="91"/>
                      <a:pt x="118" y="88"/>
                      <a:pt x="119" y="89"/>
                    </a:cubicBezTo>
                    <a:cubicBezTo>
                      <a:pt x="119" y="89"/>
                      <a:pt x="119" y="91"/>
                      <a:pt x="119" y="92"/>
                    </a:cubicBezTo>
                    <a:cubicBezTo>
                      <a:pt x="121" y="93"/>
                      <a:pt x="122" y="93"/>
                      <a:pt x="123" y="93"/>
                    </a:cubicBezTo>
                    <a:cubicBezTo>
                      <a:pt x="126" y="93"/>
                      <a:pt x="129" y="92"/>
                      <a:pt x="131" y="93"/>
                    </a:cubicBezTo>
                    <a:cubicBezTo>
                      <a:pt x="132" y="93"/>
                      <a:pt x="133" y="94"/>
                      <a:pt x="134" y="93"/>
                    </a:cubicBezTo>
                    <a:cubicBezTo>
                      <a:pt x="135" y="93"/>
                      <a:pt x="135" y="94"/>
                      <a:pt x="136" y="95"/>
                    </a:cubicBezTo>
                    <a:cubicBezTo>
                      <a:pt x="137" y="95"/>
                      <a:pt x="139" y="96"/>
                      <a:pt x="140" y="96"/>
                    </a:cubicBezTo>
                    <a:cubicBezTo>
                      <a:pt x="142" y="96"/>
                      <a:pt x="143" y="94"/>
                      <a:pt x="144" y="94"/>
                    </a:cubicBezTo>
                    <a:cubicBezTo>
                      <a:pt x="146" y="93"/>
                      <a:pt x="145" y="96"/>
                      <a:pt x="145" y="96"/>
                    </a:cubicBezTo>
                    <a:cubicBezTo>
                      <a:pt x="144" y="97"/>
                      <a:pt x="144" y="97"/>
                      <a:pt x="145" y="98"/>
                    </a:cubicBezTo>
                    <a:cubicBezTo>
                      <a:pt x="148" y="99"/>
                      <a:pt x="150" y="100"/>
                      <a:pt x="152" y="101"/>
                    </a:cubicBezTo>
                    <a:cubicBezTo>
                      <a:pt x="154" y="103"/>
                      <a:pt x="156" y="105"/>
                      <a:pt x="158" y="106"/>
                    </a:cubicBezTo>
                    <a:cubicBezTo>
                      <a:pt x="159" y="106"/>
                      <a:pt x="160" y="105"/>
                      <a:pt x="161" y="105"/>
                    </a:cubicBezTo>
                    <a:cubicBezTo>
                      <a:pt x="162" y="104"/>
                      <a:pt x="160" y="103"/>
                      <a:pt x="160" y="102"/>
                    </a:cubicBezTo>
                    <a:cubicBezTo>
                      <a:pt x="160" y="101"/>
                      <a:pt x="163" y="103"/>
                      <a:pt x="163" y="103"/>
                    </a:cubicBezTo>
                    <a:cubicBezTo>
                      <a:pt x="163" y="104"/>
                      <a:pt x="166" y="106"/>
                      <a:pt x="167" y="105"/>
                    </a:cubicBezTo>
                    <a:cubicBezTo>
                      <a:pt x="167" y="105"/>
                      <a:pt x="165" y="99"/>
                      <a:pt x="165" y="99"/>
                    </a:cubicBezTo>
                    <a:cubicBezTo>
                      <a:pt x="166" y="99"/>
                      <a:pt x="168" y="104"/>
                      <a:pt x="169" y="104"/>
                    </a:cubicBezTo>
                    <a:cubicBezTo>
                      <a:pt x="169" y="105"/>
                      <a:pt x="170" y="107"/>
                      <a:pt x="171" y="107"/>
                    </a:cubicBezTo>
                    <a:cubicBezTo>
                      <a:pt x="172" y="107"/>
                      <a:pt x="173" y="105"/>
                      <a:pt x="173" y="105"/>
                    </a:cubicBezTo>
                    <a:cubicBezTo>
                      <a:pt x="171" y="106"/>
                      <a:pt x="177" y="110"/>
                      <a:pt x="177" y="111"/>
                    </a:cubicBezTo>
                    <a:cubicBezTo>
                      <a:pt x="176" y="111"/>
                      <a:pt x="176" y="111"/>
                      <a:pt x="176" y="111"/>
                    </a:cubicBezTo>
                    <a:cubicBezTo>
                      <a:pt x="175" y="112"/>
                      <a:pt x="177" y="112"/>
                      <a:pt x="177" y="113"/>
                    </a:cubicBezTo>
                    <a:cubicBezTo>
                      <a:pt x="177" y="113"/>
                      <a:pt x="175" y="114"/>
                      <a:pt x="176" y="114"/>
                    </a:cubicBezTo>
                    <a:cubicBezTo>
                      <a:pt x="177" y="115"/>
                      <a:pt x="178" y="116"/>
                      <a:pt x="179" y="117"/>
                    </a:cubicBezTo>
                    <a:cubicBezTo>
                      <a:pt x="181" y="119"/>
                      <a:pt x="182" y="120"/>
                      <a:pt x="184" y="121"/>
                    </a:cubicBezTo>
                    <a:cubicBezTo>
                      <a:pt x="184" y="121"/>
                      <a:pt x="182" y="125"/>
                      <a:pt x="183" y="125"/>
                    </a:cubicBezTo>
                    <a:cubicBezTo>
                      <a:pt x="184" y="126"/>
                      <a:pt x="184" y="124"/>
                      <a:pt x="184" y="124"/>
                    </a:cubicBezTo>
                    <a:cubicBezTo>
                      <a:pt x="185" y="123"/>
                      <a:pt x="185" y="126"/>
                      <a:pt x="186" y="127"/>
                    </a:cubicBezTo>
                    <a:cubicBezTo>
                      <a:pt x="186" y="127"/>
                      <a:pt x="186" y="126"/>
                      <a:pt x="186" y="125"/>
                    </a:cubicBezTo>
                    <a:cubicBezTo>
                      <a:pt x="186" y="127"/>
                      <a:pt x="192" y="130"/>
                      <a:pt x="193" y="127"/>
                    </a:cubicBezTo>
                    <a:cubicBezTo>
                      <a:pt x="193" y="127"/>
                      <a:pt x="193" y="128"/>
                      <a:pt x="193" y="128"/>
                    </a:cubicBezTo>
                    <a:cubicBezTo>
                      <a:pt x="193" y="128"/>
                      <a:pt x="194" y="127"/>
                      <a:pt x="194" y="126"/>
                    </a:cubicBezTo>
                    <a:cubicBezTo>
                      <a:pt x="193" y="126"/>
                      <a:pt x="194" y="127"/>
                      <a:pt x="194" y="12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4" name="Freeform 641">
                <a:extLst>
                  <a:ext uri="{FF2B5EF4-FFF2-40B4-BE49-F238E27FC236}">
                    <a16:creationId xmlns:a16="http://schemas.microsoft.com/office/drawing/2014/main" id="{477A81DB-5DF7-C940-B8CA-FD649898250E}"/>
                  </a:ext>
                </a:extLst>
              </p:cNvPr>
              <p:cNvSpPr>
                <a:spLocks/>
              </p:cNvSpPr>
              <p:nvPr/>
            </p:nvSpPr>
            <p:spPr bwMode="auto">
              <a:xfrm>
                <a:off x="5888086" y="6516489"/>
                <a:ext cx="2697455" cy="1337930"/>
              </a:xfrm>
              <a:custGeom>
                <a:avLst/>
                <a:gdLst>
                  <a:gd name="T0" fmla="*/ 84 w 289"/>
                  <a:gd name="T1" fmla="*/ 106 h 143"/>
                  <a:gd name="T2" fmla="*/ 105 w 289"/>
                  <a:gd name="T3" fmla="*/ 119 h 143"/>
                  <a:gd name="T4" fmla="*/ 125 w 289"/>
                  <a:gd name="T5" fmla="*/ 127 h 143"/>
                  <a:gd name="T6" fmla="*/ 137 w 289"/>
                  <a:gd name="T7" fmla="*/ 127 h 143"/>
                  <a:gd name="T8" fmla="*/ 149 w 289"/>
                  <a:gd name="T9" fmla="*/ 119 h 143"/>
                  <a:gd name="T10" fmla="*/ 162 w 289"/>
                  <a:gd name="T11" fmla="*/ 118 h 143"/>
                  <a:gd name="T12" fmla="*/ 177 w 289"/>
                  <a:gd name="T13" fmla="*/ 119 h 143"/>
                  <a:gd name="T14" fmla="*/ 171 w 289"/>
                  <a:gd name="T15" fmla="*/ 113 h 143"/>
                  <a:gd name="T16" fmla="*/ 186 w 289"/>
                  <a:gd name="T17" fmla="*/ 113 h 143"/>
                  <a:gd name="T18" fmla="*/ 209 w 289"/>
                  <a:gd name="T19" fmla="*/ 122 h 143"/>
                  <a:gd name="T20" fmla="*/ 213 w 289"/>
                  <a:gd name="T21" fmla="*/ 133 h 143"/>
                  <a:gd name="T22" fmla="*/ 220 w 289"/>
                  <a:gd name="T23" fmla="*/ 143 h 143"/>
                  <a:gd name="T24" fmla="*/ 215 w 289"/>
                  <a:gd name="T25" fmla="*/ 108 h 143"/>
                  <a:gd name="T26" fmla="*/ 234 w 289"/>
                  <a:gd name="T27" fmla="*/ 92 h 143"/>
                  <a:gd name="T28" fmla="*/ 239 w 289"/>
                  <a:gd name="T29" fmla="*/ 86 h 143"/>
                  <a:gd name="T30" fmla="*/ 244 w 289"/>
                  <a:gd name="T31" fmla="*/ 82 h 143"/>
                  <a:gd name="T32" fmla="*/ 242 w 289"/>
                  <a:gd name="T33" fmla="*/ 78 h 143"/>
                  <a:gd name="T34" fmla="*/ 238 w 289"/>
                  <a:gd name="T35" fmla="*/ 71 h 143"/>
                  <a:gd name="T36" fmla="*/ 239 w 289"/>
                  <a:gd name="T37" fmla="*/ 69 h 143"/>
                  <a:gd name="T38" fmla="*/ 242 w 289"/>
                  <a:gd name="T39" fmla="*/ 75 h 143"/>
                  <a:gd name="T40" fmla="*/ 246 w 289"/>
                  <a:gd name="T41" fmla="*/ 62 h 143"/>
                  <a:gd name="T42" fmla="*/ 253 w 289"/>
                  <a:gd name="T43" fmla="*/ 52 h 143"/>
                  <a:gd name="T44" fmla="*/ 265 w 289"/>
                  <a:gd name="T45" fmla="*/ 48 h 143"/>
                  <a:gd name="T46" fmla="*/ 271 w 289"/>
                  <a:gd name="T47" fmla="*/ 48 h 143"/>
                  <a:gd name="T48" fmla="*/ 274 w 289"/>
                  <a:gd name="T49" fmla="*/ 35 h 143"/>
                  <a:gd name="T50" fmla="*/ 288 w 289"/>
                  <a:gd name="T51" fmla="*/ 28 h 143"/>
                  <a:gd name="T52" fmla="*/ 276 w 289"/>
                  <a:gd name="T53" fmla="*/ 13 h 143"/>
                  <a:gd name="T54" fmla="*/ 264 w 289"/>
                  <a:gd name="T55" fmla="*/ 28 h 143"/>
                  <a:gd name="T56" fmla="*/ 237 w 289"/>
                  <a:gd name="T57" fmla="*/ 39 h 143"/>
                  <a:gd name="T58" fmla="*/ 224 w 289"/>
                  <a:gd name="T59" fmla="*/ 45 h 143"/>
                  <a:gd name="T60" fmla="*/ 208 w 289"/>
                  <a:gd name="T61" fmla="*/ 44 h 143"/>
                  <a:gd name="T62" fmla="*/ 203 w 289"/>
                  <a:gd name="T63" fmla="*/ 36 h 143"/>
                  <a:gd name="T64" fmla="*/ 196 w 289"/>
                  <a:gd name="T65" fmla="*/ 28 h 143"/>
                  <a:gd name="T66" fmla="*/ 185 w 289"/>
                  <a:gd name="T67" fmla="*/ 48 h 143"/>
                  <a:gd name="T68" fmla="*/ 187 w 289"/>
                  <a:gd name="T69" fmla="*/ 25 h 143"/>
                  <a:gd name="T70" fmla="*/ 196 w 289"/>
                  <a:gd name="T71" fmla="*/ 17 h 143"/>
                  <a:gd name="T72" fmla="*/ 184 w 289"/>
                  <a:gd name="T73" fmla="*/ 13 h 143"/>
                  <a:gd name="T74" fmla="*/ 165 w 289"/>
                  <a:gd name="T75" fmla="*/ 15 h 143"/>
                  <a:gd name="T76" fmla="*/ 158 w 289"/>
                  <a:gd name="T77" fmla="*/ 5 h 143"/>
                  <a:gd name="T78" fmla="*/ 147 w 289"/>
                  <a:gd name="T79" fmla="*/ 4 h 143"/>
                  <a:gd name="T80" fmla="*/ 30 w 289"/>
                  <a:gd name="T81" fmla="*/ 4 h 143"/>
                  <a:gd name="T82" fmla="*/ 7 w 289"/>
                  <a:gd name="T83" fmla="*/ 9 h 143"/>
                  <a:gd name="T84" fmla="*/ 8 w 289"/>
                  <a:gd name="T85" fmla="*/ 21 h 143"/>
                  <a:gd name="T86" fmla="*/ 2 w 289"/>
                  <a:gd name="T87" fmla="*/ 40 h 143"/>
                  <a:gd name="T88" fmla="*/ 5 w 289"/>
                  <a:gd name="T89" fmla="*/ 63 h 143"/>
                  <a:gd name="T90" fmla="*/ 12 w 289"/>
                  <a:gd name="T91" fmla="*/ 73 h 143"/>
                  <a:gd name="T92" fmla="*/ 21 w 289"/>
                  <a:gd name="T93" fmla="*/ 88 h 143"/>
                  <a:gd name="T94" fmla="*/ 39 w 289"/>
                  <a:gd name="T95" fmla="*/ 10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9" h="143">
                    <a:moveTo>
                      <a:pt x="68" y="108"/>
                    </a:moveTo>
                    <a:cubicBezTo>
                      <a:pt x="71" y="108"/>
                      <a:pt x="74" y="108"/>
                      <a:pt x="78" y="108"/>
                    </a:cubicBezTo>
                    <a:cubicBezTo>
                      <a:pt x="79" y="108"/>
                      <a:pt x="81" y="108"/>
                      <a:pt x="82" y="108"/>
                    </a:cubicBezTo>
                    <a:cubicBezTo>
                      <a:pt x="83" y="108"/>
                      <a:pt x="83" y="106"/>
                      <a:pt x="84" y="106"/>
                    </a:cubicBezTo>
                    <a:cubicBezTo>
                      <a:pt x="85" y="105"/>
                      <a:pt x="91" y="105"/>
                      <a:pt x="91" y="106"/>
                    </a:cubicBezTo>
                    <a:cubicBezTo>
                      <a:pt x="94" y="108"/>
                      <a:pt x="97" y="110"/>
                      <a:pt x="100" y="112"/>
                    </a:cubicBezTo>
                    <a:cubicBezTo>
                      <a:pt x="100" y="112"/>
                      <a:pt x="101" y="115"/>
                      <a:pt x="101" y="116"/>
                    </a:cubicBezTo>
                    <a:cubicBezTo>
                      <a:pt x="102" y="118"/>
                      <a:pt x="102" y="118"/>
                      <a:pt x="105" y="119"/>
                    </a:cubicBezTo>
                    <a:cubicBezTo>
                      <a:pt x="107" y="120"/>
                      <a:pt x="108" y="121"/>
                      <a:pt x="109" y="119"/>
                    </a:cubicBezTo>
                    <a:cubicBezTo>
                      <a:pt x="110" y="116"/>
                      <a:pt x="111" y="116"/>
                      <a:pt x="114" y="117"/>
                    </a:cubicBezTo>
                    <a:cubicBezTo>
                      <a:pt x="116" y="117"/>
                      <a:pt x="119" y="118"/>
                      <a:pt x="119" y="120"/>
                    </a:cubicBezTo>
                    <a:cubicBezTo>
                      <a:pt x="121" y="123"/>
                      <a:pt x="123" y="124"/>
                      <a:pt x="125" y="127"/>
                    </a:cubicBezTo>
                    <a:cubicBezTo>
                      <a:pt x="127" y="129"/>
                      <a:pt x="126" y="133"/>
                      <a:pt x="129" y="134"/>
                    </a:cubicBezTo>
                    <a:cubicBezTo>
                      <a:pt x="131" y="136"/>
                      <a:pt x="135" y="136"/>
                      <a:pt x="137" y="137"/>
                    </a:cubicBezTo>
                    <a:cubicBezTo>
                      <a:pt x="137" y="136"/>
                      <a:pt x="135" y="129"/>
                      <a:pt x="135" y="129"/>
                    </a:cubicBezTo>
                    <a:cubicBezTo>
                      <a:pt x="137" y="130"/>
                      <a:pt x="136" y="127"/>
                      <a:pt x="137" y="127"/>
                    </a:cubicBezTo>
                    <a:cubicBezTo>
                      <a:pt x="137" y="126"/>
                      <a:pt x="139" y="126"/>
                      <a:pt x="140" y="125"/>
                    </a:cubicBezTo>
                    <a:cubicBezTo>
                      <a:pt x="141" y="125"/>
                      <a:pt x="142" y="122"/>
                      <a:pt x="142" y="122"/>
                    </a:cubicBezTo>
                    <a:cubicBezTo>
                      <a:pt x="143" y="123"/>
                      <a:pt x="144" y="123"/>
                      <a:pt x="145" y="122"/>
                    </a:cubicBezTo>
                    <a:cubicBezTo>
                      <a:pt x="147" y="121"/>
                      <a:pt x="148" y="121"/>
                      <a:pt x="149" y="119"/>
                    </a:cubicBezTo>
                    <a:cubicBezTo>
                      <a:pt x="151" y="118"/>
                      <a:pt x="148" y="118"/>
                      <a:pt x="148" y="117"/>
                    </a:cubicBezTo>
                    <a:cubicBezTo>
                      <a:pt x="148" y="117"/>
                      <a:pt x="151" y="118"/>
                      <a:pt x="152" y="117"/>
                    </a:cubicBezTo>
                    <a:cubicBezTo>
                      <a:pt x="154" y="116"/>
                      <a:pt x="155" y="116"/>
                      <a:pt x="157" y="116"/>
                    </a:cubicBezTo>
                    <a:cubicBezTo>
                      <a:pt x="159" y="116"/>
                      <a:pt x="160" y="119"/>
                      <a:pt x="162" y="118"/>
                    </a:cubicBezTo>
                    <a:cubicBezTo>
                      <a:pt x="165" y="116"/>
                      <a:pt x="166" y="118"/>
                      <a:pt x="168" y="119"/>
                    </a:cubicBezTo>
                    <a:cubicBezTo>
                      <a:pt x="170" y="120"/>
                      <a:pt x="171" y="118"/>
                      <a:pt x="172" y="118"/>
                    </a:cubicBezTo>
                    <a:cubicBezTo>
                      <a:pt x="173" y="117"/>
                      <a:pt x="176" y="119"/>
                      <a:pt x="176" y="120"/>
                    </a:cubicBezTo>
                    <a:cubicBezTo>
                      <a:pt x="177" y="121"/>
                      <a:pt x="178" y="120"/>
                      <a:pt x="177" y="119"/>
                    </a:cubicBezTo>
                    <a:cubicBezTo>
                      <a:pt x="177" y="119"/>
                      <a:pt x="176" y="118"/>
                      <a:pt x="175" y="118"/>
                    </a:cubicBezTo>
                    <a:cubicBezTo>
                      <a:pt x="174" y="117"/>
                      <a:pt x="176" y="117"/>
                      <a:pt x="176" y="117"/>
                    </a:cubicBezTo>
                    <a:cubicBezTo>
                      <a:pt x="175" y="115"/>
                      <a:pt x="175" y="114"/>
                      <a:pt x="173" y="115"/>
                    </a:cubicBezTo>
                    <a:cubicBezTo>
                      <a:pt x="173" y="115"/>
                      <a:pt x="169" y="115"/>
                      <a:pt x="171" y="113"/>
                    </a:cubicBezTo>
                    <a:cubicBezTo>
                      <a:pt x="173" y="113"/>
                      <a:pt x="174" y="114"/>
                      <a:pt x="175" y="114"/>
                    </a:cubicBezTo>
                    <a:cubicBezTo>
                      <a:pt x="178" y="113"/>
                      <a:pt x="180" y="113"/>
                      <a:pt x="183" y="113"/>
                    </a:cubicBezTo>
                    <a:cubicBezTo>
                      <a:pt x="184" y="113"/>
                      <a:pt x="183" y="113"/>
                      <a:pt x="184" y="114"/>
                    </a:cubicBezTo>
                    <a:cubicBezTo>
                      <a:pt x="184" y="114"/>
                      <a:pt x="185" y="114"/>
                      <a:pt x="186" y="113"/>
                    </a:cubicBezTo>
                    <a:cubicBezTo>
                      <a:pt x="188" y="113"/>
                      <a:pt x="190" y="113"/>
                      <a:pt x="192" y="113"/>
                    </a:cubicBezTo>
                    <a:cubicBezTo>
                      <a:pt x="194" y="113"/>
                      <a:pt x="194" y="115"/>
                      <a:pt x="196" y="116"/>
                    </a:cubicBezTo>
                    <a:cubicBezTo>
                      <a:pt x="198" y="118"/>
                      <a:pt x="200" y="116"/>
                      <a:pt x="202" y="115"/>
                    </a:cubicBezTo>
                    <a:cubicBezTo>
                      <a:pt x="203" y="115"/>
                      <a:pt x="209" y="121"/>
                      <a:pt x="209" y="122"/>
                    </a:cubicBezTo>
                    <a:cubicBezTo>
                      <a:pt x="210" y="123"/>
                      <a:pt x="208" y="125"/>
                      <a:pt x="209" y="126"/>
                    </a:cubicBezTo>
                    <a:cubicBezTo>
                      <a:pt x="210" y="128"/>
                      <a:pt x="209" y="128"/>
                      <a:pt x="210" y="130"/>
                    </a:cubicBezTo>
                    <a:cubicBezTo>
                      <a:pt x="210" y="131"/>
                      <a:pt x="211" y="132"/>
                      <a:pt x="211" y="132"/>
                    </a:cubicBezTo>
                    <a:cubicBezTo>
                      <a:pt x="212" y="132"/>
                      <a:pt x="212" y="133"/>
                      <a:pt x="213" y="133"/>
                    </a:cubicBezTo>
                    <a:cubicBezTo>
                      <a:pt x="214" y="134"/>
                      <a:pt x="213" y="136"/>
                      <a:pt x="214" y="137"/>
                    </a:cubicBezTo>
                    <a:cubicBezTo>
                      <a:pt x="215" y="138"/>
                      <a:pt x="216" y="138"/>
                      <a:pt x="217" y="140"/>
                    </a:cubicBezTo>
                    <a:cubicBezTo>
                      <a:pt x="219" y="143"/>
                      <a:pt x="218" y="140"/>
                      <a:pt x="220" y="141"/>
                    </a:cubicBezTo>
                    <a:cubicBezTo>
                      <a:pt x="220" y="141"/>
                      <a:pt x="220" y="143"/>
                      <a:pt x="220" y="143"/>
                    </a:cubicBezTo>
                    <a:cubicBezTo>
                      <a:pt x="221" y="143"/>
                      <a:pt x="222" y="136"/>
                      <a:pt x="222" y="135"/>
                    </a:cubicBezTo>
                    <a:cubicBezTo>
                      <a:pt x="222" y="132"/>
                      <a:pt x="221" y="130"/>
                      <a:pt x="220" y="126"/>
                    </a:cubicBezTo>
                    <a:cubicBezTo>
                      <a:pt x="218" y="123"/>
                      <a:pt x="218" y="120"/>
                      <a:pt x="217" y="117"/>
                    </a:cubicBezTo>
                    <a:cubicBezTo>
                      <a:pt x="215" y="115"/>
                      <a:pt x="214" y="111"/>
                      <a:pt x="215" y="108"/>
                    </a:cubicBezTo>
                    <a:cubicBezTo>
                      <a:pt x="216" y="105"/>
                      <a:pt x="218" y="103"/>
                      <a:pt x="221" y="101"/>
                    </a:cubicBezTo>
                    <a:cubicBezTo>
                      <a:pt x="222" y="100"/>
                      <a:pt x="223" y="100"/>
                      <a:pt x="224" y="99"/>
                    </a:cubicBezTo>
                    <a:cubicBezTo>
                      <a:pt x="225" y="98"/>
                      <a:pt x="226" y="96"/>
                      <a:pt x="227" y="96"/>
                    </a:cubicBezTo>
                    <a:cubicBezTo>
                      <a:pt x="229" y="94"/>
                      <a:pt x="232" y="94"/>
                      <a:pt x="234" y="92"/>
                    </a:cubicBezTo>
                    <a:cubicBezTo>
                      <a:pt x="235" y="91"/>
                      <a:pt x="236" y="89"/>
                      <a:pt x="238" y="89"/>
                    </a:cubicBezTo>
                    <a:cubicBezTo>
                      <a:pt x="238" y="89"/>
                      <a:pt x="242" y="89"/>
                      <a:pt x="241" y="87"/>
                    </a:cubicBezTo>
                    <a:cubicBezTo>
                      <a:pt x="241" y="87"/>
                      <a:pt x="238" y="88"/>
                      <a:pt x="238" y="88"/>
                    </a:cubicBezTo>
                    <a:cubicBezTo>
                      <a:pt x="238" y="87"/>
                      <a:pt x="240" y="88"/>
                      <a:pt x="239" y="86"/>
                    </a:cubicBezTo>
                    <a:cubicBezTo>
                      <a:pt x="239" y="86"/>
                      <a:pt x="238" y="85"/>
                      <a:pt x="239" y="85"/>
                    </a:cubicBezTo>
                    <a:cubicBezTo>
                      <a:pt x="239" y="84"/>
                      <a:pt x="239" y="85"/>
                      <a:pt x="240" y="84"/>
                    </a:cubicBezTo>
                    <a:cubicBezTo>
                      <a:pt x="239" y="85"/>
                      <a:pt x="241" y="86"/>
                      <a:pt x="241" y="85"/>
                    </a:cubicBezTo>
                    <a:cubicBezTo>
                      <a:pt x="242" y="85"/>
                      <a:pt x="245" y="83"/>
                      <a:pt x="244" y="82"/>
                    </a:cubicBezTo>
                    <a:cubicBezTo>
                      <a:pt x="244" y="83"/>
                      <a:pt x="238" y="82"/>
                      <a:pt x="239" y="81"/>
                    </a:cubicBezTo>
                    <a:cubicBezTo>
                      <a:pt x="239" y="80"/>
                      <a:pt x="240" y="82"/>
                      <a:pt x="241" y="81"/>
                    </a:cubicBezTo>
                    <a:cubicBezTo>
                      <a:pt x="241" y="81"/>
                      <a:pt x="243" y="80"/>
                      <a:pt x="243" y="80"/>
                    </a:cubicBezTo>
                    <a:cubicBezTo>
                      <a:pt x="243" y="80"/>
                      <a:pt x="242" y="79"/>
                      <a:pt x="242" y="78"/>
                    </a:cubicBezTo>
                    <a:cubicBezTo>
                      <a:pt x="243" y="77"/>
                      <a:pt x="243" y="76"/>
                      <a:pt x="241" y="76"/>
                    </a:cubicBezTo>
                    <a:cubicBezTo>
                      <a:pt x="241" y="76"/>
                      <a:pt x="237" y="74"/>
                      <a:pt x="237" y="74"/>
                    </a:cubicBezTo>
                    <a:cubicBezTo>
                      <a:pt x="238" y="73"/>
                      <a:pt x="239" y="74"/>
                      <a:pt x="240" y="74"/>
                    </a:cubicBezTo>
                    <a:cubicBezTo>
                      <a:pt x="241" y="73"/>
                      <a:pt x="239" y="71"/>
                      <a:pt x="238" y="71"/>
                    </a:cubicBezTo>
                    <a:cubicBezTo>
                      <a:pt x="237" y="70"/>
                      <a:pt x="236" y="69"/>
                      <a:pt x="236" y="68"/>
                    </a:cubicBezTo>
                    <a:cubicBezTo>
                      <a:pt x="235" y="67"/>
                      <a:pt x="238" y="65"/>
                      <a:pt x="237" y="64"/>
                    </a:cubicBezTo>
                    <a:cubicBezTo>
                      <a:pt x="238" y="65"/>
                      <a:pt x="237" y="66"/>
                      <a:pt x="237" y="67"/>
                    </a:cubicBezTo>
                    <a:cubicBezTo>
                      <a:pt x="237" y="67"/>
                      <a:pt x="239" y="69"/>
                      <a:pt x="239" y="69"/>
                    </a:cubicBezTo>
                    <a:cubicBezTo>
                      <a:pt x="241" y="67"/>
                      <a:pt x="239" y="62"/>
                      <a:pt x="242" y="61"/>
                    </a:cubicBezTo>
                    <a:cubicBezTo>
                      <a:pt x="241" y="61"/>
                      <a:pt x="241" y="66"/>
                      <a:pt x="242" y="67"/>
                    </a:cubicBezTo>
                    <a:cubicBezTo>
                      <a:pt x="242" y="69"/>
                      <a:pt x="244" y="69"/>
                      <a:pt x="244" y="71"/>
                    </a:cubicBezTo>
                    <a:cubicBezTo>
                      <a:pt x="244" y="72"/>
                      <a:pt x="241" y="74"/>
                      <a:pt x="242" y="75"/>
                    </a:cubicBezTo>
                    <a:cubicBezTo>
                      <a:pt x="242" y="75"/>
                      <a:pt x="248" y="69"/>
                      <a:pt x="247" y="67"/>
                    </a:cubicBezTo>
                    <a:cubicBezTo>
                      <a:pt x="247" y="65"/>
                      <a:pt x="245" y="64"/>
                      <a:pt x="245" y="62"/>
                    </a:cubicBezTo>
                    <a:cubicBezTo>
                      <a:pt x="244" y="61"/>
                      <a:pt x="245" y="58"/>
                      <a:pt x="247" y="59"/>
                    </a:cubicBezTo>
                    <a:cubicBezTo>
                      <a:pt x="246" y="58"/>
                      <a:pt x="245" y="61"/>
                      <a:pt x="246" y="62"/>
                    </a:cubicBezTo>
                    <a:cubicBezTo>
                      <a:pt x="248" y="64"/>
                      <a:pt x="248" y="65"/>
                      <a:pt x="250" y="62"/>
                    </a:cubicBezTo>
                    <a:cubicBezTo>
                      <a:pt x="251" y="61"/>
                      <a:pt x="253" y="58"/>
                      <a:pt x="252" y="56"/>
                    </a:cubicBezTo>
                    <a:cubicBezTo>
                      <a:pt x="252" y="56"/>
                      <a:pt x="251" y="55"/>
                      <a:pt x="252" y="54"/>
                    </a:cubicBezTo>
                    <a:cubicBezTo>
                      <a:pt x="252" y="54"/>
                      <a:pt x="253" y="52"/>
                      <a:pt x="253" y="52"/>
                    </a:cubicBezTo>
                    <a:cubicBezTo>
                      <a:pt x="253" y="52"/>
                      <a:pt x="253" y="54"/>
                      <a:pt x="253" y="54"/>
                    </a:cubicBezTo>
                    <a:cubicBezTo>
                      <a:pt x="253" y="54"/>
                      <a:pt x="258" y="51"/>
                      <a:pt x="260" y="51"/>
                    </a:cubicBezTo>
                    <a:cubicBezTo>
                      <a:pt x="261" y="50"/>
                      <a:pt x="263" y="51"/>
                      <a:pt x="264" y="51"/>
                    </a:cubicBezTo>
                    <a:cubicBezTo>
                      <a:pt x="266" y="50"/>
                      <a:pt x="265" y="49"/>
                      <a:pt x="265" y="48"/>
                    </a:cubicBezTo>
                    <a:cubicBezTo>
                      <a:pt x="266" y="48"/>
                      <a:pt x="266" y="50"/>
                      <a:pt x="267" y="50"/>
                    </a:cubicBezTo>
                    <a:cubicBezTo>
                      <a:pt x="267" y="50"/>
                      <a:pt x="269" y="49"/>
                      <a:pt x="269" y="49"/>
                    </a:cubicBezTo>
                    <a:cubicBezTo>
                      <a:pt x="271" y="51"/>
                      <a:pt x="275" y="46"/>
                      <a:pt x="272" y="46"/>
                    </a:cubicBezTo>
                    <a:cubicBezTo>
                      <a:pt x="272" y="46"/>
                      <a:pt x="272" y="48"/>
                      <a:pt x="271" y="48"/>
                    </a:cubicBezTo>
                    <a:cubicBezTo>
                      <a:pt x="270" y="48"/>
                      <a:pt x="268" y="44"/>
                      <a:pt x="268" y="44"/>
                    </a:cubicBezTo>
                    <a:cubicBezTo>
                      <a:pt x="269" y="43"/>
                      <a:pt x="268" y="42"/>
                      <a:pt x="269" y="41"/>
                    </a:cubicBezTo>
                    <a:cubicBezTo>
                      <a:pt x="270" y="39"/>
                      <a:pt x="271" y="37"/>
                      <a:pt x="272" y="36"/>
                    </a:cubicBezTo>
                    <a:cubicBezTo>
                      <a:pt x="273" y="36"/>
                      <a:pt x="274" y="35"/>
                      <a:pt x="274" y="35"/>
                    </a:cubicBezTo>
                    <a:cubicBezTo>
                      <a:pt x="276" y="36"/>
                      <a:pt x="277" y="33"/>
                      <a:pt x="278" y="32"/>
                    </a:cubicBezTo>
                    <a:cubicBezTo>
                      <a:pt x="278" y="32"/>
                      <a:pt x="280" y="33"/>
                      <a:pt x="281" y="32"/>
                    </a:cubicBezTo>
                    <a:cubicBezTo>
                      <a:pt x="283" y="31"/>
                      <a:pt x="285" y="31"/>
                      <a:pt x="286" y="30"/>
                    </a:cubicBezTo>
                    <a:cubicBezTo>
                      <a:pt x="287" y="30"/>
                      <a:pt x="289" y="29"/>
                      <a:pt x="288" y="28"/>
                    </a:cubicBezTo>
                    <a:cubicBezTo>
                      <a:pt x="286" y="26"/>
                      <a:pt x="286" y="25"/>
                      <a:pt x="285" y="24"/>
                    </a:cubicBezTo>
                    <a:cubicBezTo>
                      <a:pt x="281" y="23"/>
                      <a:pt x="287" y="14"/>
                      <a:pt x="281" y="14"/>
                    </a:cubicBezTo>
                    <a:cubicBezTo>
                      <a:pt x="280" y="13"/>
                      <a:pt x="279" y="15"/>
                      <a:pt x="278" y="14"/>
                    </a:cubicBezTo>
                    <a:cubicBezTo>
                      <a:pt x="277" y="13"/>
                      <a:pt x="277" y="12"/>
                      <a:pt x="276" y="13"/>
                    </a:cubicBezTo>
                    <a:cubicBezTo>
                      <a:pt x="275" y="14"/>
                      <a:pt x="274" y="16"/>
                      <a:pt x="273" y="17"/>
                    </a:cubicBezTo>
                    <a:cubicBezTo>
                      <a:pt x="272" y="18"/>
                      <a:pt x="272" y="20"/>
                      <a:pt x="271" y="21"/>
                    </a:cubicBezTo>
                    <a:cubicBezTo>
                      <a:pt x="271" y="23"/>
                      <a:pt x="270" y="26"/>
                      <a:pt x="268" y="26"/>
                    </a:cubicBezTo>
                    <a:cubicBezTo>
                      <a:pt x="266" y="26"/>
                      <a:pt x="266" y="28"/>
                      <a:pt x="264" y="28"/>
                    </a:cubicBezTo>
                    <a:cubicBezTo>
                      <a:pt x="259" y="28"/>
                      <a:pt x="254" y="28"/>
                      <a:pt x="249" y="28"/>
                    </a:cubicBezTo>
                    <a:cubicBezTo>
                      <a:pt x="247" y="28"/>
                      <a:pt x="247" y="28"/>
                      <a:pt x="246" y="29"/>
                    </a:cubicBezTo>
                    <a:cubicBezTo>
                      <a:pt x="245" y="31"/>
                      <a:pt x="241" y="33"/>
                      <a:pt x="241" y="34"/>
                    </a:cubicBezTo>
                    <a:cubicBezTo>
                      <a:pt x="242" y="37"/>
                      <a:pt x="239" y="39"/>
                      <a:pt x="237" y="39"/>
                    </a:cubicBezTo>
                    <a:cubicBezTo>
                      <a:pt x="235" y="39"/>
                      <a:pt x="234" y="38"/>
                      <a:pt x="232" y="38"/>
                    </a:cubicBezTo>
                    <a:cubicBezTo>
                      <a:pt x="230" y="38"/>
                      <a:pt x="228" y="39"/>
                      <a:pt x="227" y="39"/>
                    </a:cubicBezTo>
                    <a:cubicBezTo>
                      <a:pt x="227" y="39"/>
                      <a:pt x="227" y="42"/>
                      <a:pt x="228" y="42"/>
                    </a:cubicBezTo>
                    <a:cubicBezTo>
                      <a:pt x="227" y="43"/>
                      <a:pt x="226" y="44"/>
                      <a:pt x="224" y="45"/>
                    </a:cubicBezTo>
                    <a:cubicBezTo>
                      <a:pt x="222" y="46"/>
                      <a:pt x="219" y="48"/>
                      <a:pt x="216" y="49"/>
                    </a:cubicBezTo>
                    <a:cubicBezTo>
                      <a:pt x="213" y="50"/>
                      <a:pt x="210" y="50"/>
                      <a:pt x="207" y="49"/>
                    </a:cubicBezTo>
                    <a:cubicBezTo>
                      <a:pt x="206" y="48"/>
                      <a:pt x="205" y="47"/>
                      <a:pt x="206" y="46"/>
                    </a:cubicBezTo>
                    <a:cubicBezTo>
                      <a:pt x="206" y="46"/>
                      <a:pt x="207" y="44"/>
                      <a:pt x="208" y="44"/>
                    </a:cubicBezTo>
                    <a:cubicBezTo>
                      <a:pt x="208" y="44"/>
                      <a:pt x="208" y="45"/>
                      <a:pt x="208" y="46"/>
                    </a:cubicBezTo>
                    <a:cubicBezTo>
                      <a:pt x="210" y="42"/>
                      <a:pt x="211" y="39"/>
                      <a:pt x="209" y="35"/>
                    </a:cubicBezTo>
                    <a:cubicBezTo>
                      <a:pt x="208" y="34"/>
                      <a:pt x="206" y="36"/>
                      <a:pt x="205" y="36"/>
                    </a:cubicBezTo>
                    <a:cubicBezTo>
                      <a:pt x="204" y="37"/>
                      <a:pt x="204" y="36"/>
                      <a:pt x="203" y="36"/>
                    </a:cubicBezTo>
                    <a:cubicBezTo>
                      <a:pt x="202" y="35"/>
                      <a:pt x="204" y="34"/>
                      <a:pt x="204" y="34"/>
                    </a:cubicBezTo>
                    <a:cubicBezTo>
                      <a:pt x="208" y="30"/>
                      <a:pt x="205" y="26"/>
                      <a:pt x="201" y="25"/>
                    </a:cubicBezTo>
                    <a:cubicBezTo>
                      <a:pt x="198" y="24"/>
                      <a:pt x="198" y="25"/>
                      <a:pt x="196" y="26"/>
                    </a:cubicBezTo>
                    <a:cubicBezTo>
                      <a:pt x="196" y="27"/>
                      <a:pt x="196" y="27"/>
                      <a:pt x="196" y="28"/>
                    </a:cubicBezTo>
                    <a:cubicBezTo>
                      <a:pt x="196" y="29"/>
                      <a:pt x="194" y="28"/>
                      <a:pt x="193" y="28"/>
                    </a:cubicBezTo>
                    <a:cubicBezTo>
                      <a:pt x="192" y="28"/>
                      <a:pt x="190" y="36"/>
                      <a:pt x="190" y="37"/>
                    </a:cubicBezTo>
                    <a:cubicBezTo>
                      <a:pt x="191" y="42"/>
                      <a:pt x="192" y="45"/>
                      <a:pt x="188" y="47"/>
                    </a:cubicBezTo>
                    <a:cubicBezTo>
                      <a:pt x="188" y="48"/>
                      <a:pt x="185" y="49"/>
                      <a:pt x="185" y="48"/>
                    </a:cubicBezTo>
                    <a:cubicBezTo>
                      <a:pt x="185" y="46"/>
                      <a:pt x="184" y="44"/>
                      <a:pt x="184" y="42"/>
                    </a:cubicBezTo>
                    <a:cubicBezTo>
                      <a:pt x="184" y="41"/>
                      <a:pt x="186" y="30"/>
                      <a:pt x="186" y="30"/>
                    </a:cubicBezTo>
                    <a:cubicBezTo>
                      <a:pt x="185" y="30"/>
                      <a:pt x="183" y="32"/>
                      <a:pt x="183" y="31"/>
                    </a:cubicBezTo>
                    <a:cubicBezTo>
                      <a:pt x="183" y="30"/>
                      <a:pt x="186" y="26"/>
                      <a:pt x="187" y="25"/>
                    </a:cubicBezTo>
                    <a:cubicBezTo>
                      <a:pt x="188" y="23"/>
                      <a:pt x="191" y="23"/>
                      <a:pt x="193" y="22"/>
                    </a:cubicBezTo>
                    <a:cubicBezTo>
                      <a:pt x="196" y="22"/>
                      <a:pt x="199" y="23"/>
                      <a:pt x="202" y="23"/>
                    </a:cubicBezTo>
                    <a:cubicBezTo>
                      <a:pt x="205" y="23"/>
                      <a:pt x="201" y="20"/>
                      <a:pt x="199" y="20"/>
                    </a:cubicBezTo>
                    <a:cubicBezTo>
                      <a:pt x="197" y="20"/>
                      <a:pt x="199" y="17"/>
                      <a:pt x="196" y="17"/>
                    </a:cubicBezTo>
                    <a:cubicBezTo>
                      <a:pt x="194" y="18"/>
                      <a:pt x="192" y="19"/>
                      <a:pt x="189" y="19"/>
                    </a:cubicBezTo>
                    <a:cubicBezTo>
                      <a:pt x="187" y="19"/>
                      <a:pt x="185" y="17"/>
                      <a:pt x="183" y="16"/>
                    </a:cubicBezTo>
                    <a:cubicBezTo>
                      <a:pt x="183" y="16"/>
                      <a:pt x="180" y="16"/>
                      <a:pt x="181" y="15"/>
                    </a:cubicBezTo>
                    <a:cubicBezTo>
                      <a:pt x="182" y="15"/>
                      <a:pt x="184" y="14"/>
                      <a:pt x="184" y="13"/>
                    </a:cubicBezTo>
                    <a:cubicBezTo>
                      <a:pt x="184" y="13"/>
                      <a:pt x="176" y="16"/>
                      <a:pt x="175" y="16"/>
                    </a:cubicBezTo>
                    <a:cubicBezTo>
                      <a:pt x="174" y="17"/>
                      <a:pt x="173" y="18"/>
                      <a:pt x="172" y="18"/>
                    </a:cubicBezTo>
                    <a:cubicBezTo>
                      <a:pt x="170" y="18"/>
                      <a:pt x="170" y="16"/>
                      <a:pt x="168" y="16"/>
                    </a:cubicBezTo>
                    <a:cubicBezTo>
                      <a:pt x="167" y="16"/>
                      <a:pt x="162" y="18"/>
                      <a:pt x="165" y="15"/>
                    </a:cubicBezTo>
                    <a:cubicBezTo>
                      <a:pt x="168" y="13"/>
                      <a:pt x="171" y="11"/>
                      <a:pt x="174" y="9"/>
                    </a:cubicBezTo>
                    <a:cubicBezTo>
                      <a:pt x="172" y="9"/>
                      <a:pt x="170" y="7"/>
                      <a:pt x="168" y="9"/>
                    </a:cubicBezTo>
                    <a:cubicBezTo>
                      <a:pt x="165" y="10"/>
                      <a:pt x="164" y="8"/>
                      <a:pt x="161" y="7"/>
                    </a:cubicBezTo>
                    <a:cubicBezTo>
                      <a:pt x="160" y="7"/>
                      <a:pt x="159" y="6"/>
                      <a:pt x="158" y="5"/>
                    </a:cubicBezTo>
                    <a:cubicBezTo>
                      <a:pt x="156" y="5"/>
                      <a:pt x="155" y="6"/>
                      <a:pt x="153" y="6"/>
                    </a:cubicBezTo>
                    <a:cubicBezTo>
                      <a:pt x="152" y="5"/>
                      <a:pt x="150" y="5"/>
                      <a:pt x="150" y="3"/>
                    </a:cubicBezTo>
                    <a:cubicBezTo>
                      <a:pt x="150" y="3"/>
                      <a:pt x="148" y="0"/>
                      <a:pt x="148" y="1"/>
                    </a:cubicBezTo>
                    <a:cubicBezTo>
                      <a:pt x="147" y="1"/>
                      <a:pt x="148" y="4"/>
                      <a:pt x="147" y="4"/>
                    </a:cubicBezTo>
                    <a:cubicBezTo>
                      <a:pt x="146" y="4"/>
                      <a:pt x="145" y="4"/>
                      <a:pt x="145" y="4"/>
                    </a:cubicBezTo>
                    <a:cubicBezTo>
                      <a:pt x="142" y="4"/>
                      <a:pt x="139" y="4"/>
                      <a:pt x="136" y="4"/>
                    </a:cubicBezTo>
                    <a:cubicBezTo>
                      <a:pt x="125" y="4"/>
                      <a:pt x="115" y="4"/>
                      <a:pt x="105" y="4"/>
                    </a:cubicBezTo>
                    <a:cubicBezTo>
                      <a:pt x="80" y="4"/>
                      <a:pt x="55" y="4"/>
                      <a:pt x="30" y="4"/>
                    </a:cubicBezTo>
                    <a:cubicBezTo>
                      <a:pt x="24" y="4"/>
                      <a:pt x="17" y="4"/>
                      <a:pt x="11" y="4"/>
                    </a:cubicBezTo>
                    <a:cubicBezTo>
                      <a:pt x="12" y="5"/>
                      <a:pt x="14" y="13"/>
                      <a:pt x="11" y="14"/>
                    </a:cubicBezTo>
                    <a:cubicBezTo>
                      <a:pt x="9" y="14"/>
                      <a:pt x="8" y="14"/>
                      <a:pt x="10" y="12"/>
                    </a:cubicBezTo>
                    <a:cubicBezTo>
                      <a:pt x="12" y="9"/>
                      <a:pt x="9" y="9"/>
                      <a:pt x="7" y="9"/>
                    </a:cubicBezTo>
                    <a:cubicBezTo>
                      <a:pt x="5" y="9"/>
                      <a:pt x="2" y="7"/>
                      <a:pt x="1" y="7"/>
                    </a:cubicBezTo>
                    <a:cubicBezTo>
                      <a:pt x="0" y="8"/>
                      <a:pt x="2" y="12"/>
                      <a:pt x="2" y="12"/>
                    </a:cubicBezTo>
                    <a:cubicBezTo>
                      <a:pt x="3" y="15"/>
                      <a:pt x="4" y="16"/>
                      <a:pt x="4" y="18"/>
                    </a:cubicBezTo>
                    <a:cubicBezTo>
                      <a:pt x="4" y="19"/>
                      <a:pt x="7" y="21"/>
                      <a:pt x="8" y="21"/>
                    </a:cubicBezTo>
                    <a:cubicBezTo>
                      <a:pt x="7" y="21"/>
                      <a:pt x="6" y="21"/>
                      <a:pt x="5" y="22"/>
                    </a:cubicBezTo>
                    <a:cubicBezTo>
                      <a:pt x="4" y="23"/>
                      <a:pt x="5" y="24"/>
                      <a:pt x="5" y="25"/>
                    </a:cubicBezTo>
                    <a:cubicBezTo>
                      <a:pt x="5" y="28"/>
                      <a:pt x="5" y="30"/>
                      <a:pt x="4" y="32"/>
                    </a:cubicBezTo>
                    <a:cubicBezTo>
                      <a:pt x="4" y="35"/>
                      <a:pt x="3" y="37"/>
                      <a:pt x="2" y="40"/>
                    </a:cubicBezTo>
                    <a:cubicBezTo>
                      <a:pt x="1" y="43"/>
                      <a:pt x="3" y="46"/>
                      <a:pt x="4" y="49"/>
                    </a:cubicBezTo>
                    <a:cubicBezTo>
                      <a:pt x="4" y="52"/>
                      <a:pt x="3" y="54"/>
                      <a:pt x="3" y="56"/>
                    </a:cubicBezTo>
                    <a:cubicBezTo>
                      <a:pt x="3" y="57"/>
                      <a:pt x="4" y="58"/>
                      <a:pt x="4" y="59"/>
                    </a:cubicBezTo>
                    <a:cubicBezTo>
                      <a:pt x="5" y="60"/>
                      <a:pt x="5" y="62"/>
                      <a:pt x="5" y="63"/>
                    </a:cubicBezTo>
                    <a:cubicBezTo>
                      <a:pt x="6" y="66"/>
                      <a:pt x="9" y="67"/>
                      <a:pt x="10" y="70"/>
                    </a:cubicBezTo>
                    <a:cubicBezTo>
                      <a:pt x="11" y="72"/>
                      <a:pt x="11" y="71"/>
                      <a:pt x="12" y="70"/>
                    </a:cubicBezTo>
                    <a:cubicBezTo>
                      <a:pt x="12" y="70"/>
                      <a:pt x="13" y="73"/>
                      <a:pt x="13" y="73"/>
                    </a:cubicBezTo>
                    <a:cubicBezTo>
                      <a:pt x="13" y="73"/>
                      <a:pt x="12" y="72"/>
                      <a:pt x="12" y="73"/>
                    </a:cubicBezTo>
                    <a:cubicBezTo>
                      <a:pt x="12" y="74"/>
                      <a:pt x="12" y="75"/>
                      <a:pt x="13" y="76"/>
                    </a:cubicBezTo>
                    <a:cubicBezTo>
                      <a:pt x="14" y="76"/>
                      <a:pt x="14" y="76"/>
                      <a:pt x="15" y="77"/>
                    </a:cubicBezTo>
                    <a:cubicBezTo>
                      <a:pt x="16" y="78"/>
                      <a:pt x="14" y="79"/>
                      <a:pt x="15" y="80"/>
                    </a:cubicBezTo>
                    <a:cubicBezTo>
                      <a:pt x="17" y="83"/>
                      <a:pt x="21" y="85"/>
                      <a:pt x="21" y="88"/>
                    </a:cubicBezTo>
                    <a:cubicBezTo>
                      <a:pt x="22" y="90"/>
                      <a:pt x="23" y="90"/>
                      <a:pt x="25" y="91"/>
                    </a:cubicBezTo>
                    <a:cubicBezTo>
                      <a:pt x="27" y="92"/>
                      <a:pt x="29" y="93"/>
                      <a:pt x="31" y="93"/>
                    </a:cubicBezTo>
                    <a:cubicBezTo>
                      <a:pt x="33" y="93"/>
                      <a:pt x="35" y="95"/>
                      <a:pt x="36" y="96"/>
                    </a:cubicBezTo>
                    <a:cubicBezTo>
                      <a:pt x="36" y="97"/>
                      <a:pt x="40" y="101"/>
                      <a:pt x="39" y="102"/>
                    </a:cubicBezTo>
                    <a:cubicBezTo>
                      <a:pt x="43" y="101"/>
                      <a:pt x="48" y="100"/>
                      <a:pt x="52" y="101"/>
                    </a:cubicBezTo>
                    <a:cubicBezTo>
                      <a:pt x="58" y="103"/>
                      <a:pt x="63" y="106"/>
                      <a:pt x="68" y="108"/>
                    </a:cubicBezTo>
                    <a:close/>
                  </a:path>
                </a:pathLst>
              </a:custGeom>
              <a:grpFill/>
              <a:ln w="9525"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5" name="Freeform 642">
                <a:extLst>
                  <a:ext uri="{FF2B5EF4-FFF2-40B4-BE49-F238E27FC236}">
                    <a16:creationId xmlns:a16="http://schemas.microsoft.com/office/drawing/2014/main" id="{9A76BB97-3535-DE45-A77B-4D26804E7744}"/>
                  </a:ext>
                </a:extLst>
              </p:cNvPr>
              <p:cNvSpPr>
                <a:spLocks noEditPoints="1"/>
              </p:cNvSpPr>
              <p:nvPr/>
            </p:nvSpPr>
            <p:spPr bwMode="auto">
              <a:xfrm>
                <a:off x="5133309" y="4907791"/>
                <a:ext cx="3984080" cy="2048308"/>
              </a:xfrm>
              <a:custGeom>
                <a:avLst/>
                <a:gdLst>
                  <a:gd name="T0" fmla="*/ 255 w 427"/>
                  <a:gd name="T1" fmla="*/ 181 h 219"/>
                  <a:gd name="T2" fmla="*/ 299 w 427"/>
                  <a:gd name="T3" fmla="*/ 195 h 219"/>
                  <a:gd name="T4" fmla="*/ 296 w 427"/>
                  <a:gd name="T5" fmla="*/ 215 h 219"/>
                  <a:gd name="T6" fmla="*/ 332 w 427"/>
                  <a:gd name="T7" fmla="*/ 200 h 219"/>
                  <a:gd name="T8" fmla="*/ 366 w 427"/>
                  <a:gd name="T9" fmla="*/ 196 h 219"/>
                  <a:gd name="T10" fmla="*/ 383 w 427"/>
                  <a:gd name="T11" fmla="*/ 200 h 219"/>
                  <a:gd name="T12" fmla="*/ 391 w 427"/>
                  <a:gd name="T13" fmla="*/ 201 h 219"/>
                  <a:gd name="T14" fmla="*/ 380 w 427"/>
                  <a:gd name="T15" fmla="*/ 188 h 219"/>
                  <a:gd name="T16" fmla="*/ 382 w 427"/>
                  <a:gd name="T17" fmla="*/ 176 h 219"/>
                  <a:gd name="T18" fmla="*/ 354 w 427"/>
                  <a:gd name="T19" fmla="*/ 180 h 219"/>
                  <a:gd name="T20" fmla="*/ 414 w 427"/>
                  <a:gd name="T21" fmla="*/ 160 h 219"/>
                  <a:gd name="T22" fmla="*/ 417 w 427"/>
                  <a:gd name="T23" fmla="*/ 144 h 219"/>
                  <a:gd name="T24" fmla="*/ 415 w 427"/>
                  <a:gd name="T25" fmla="*/ 139 h 219"/>
                  <a:gd name="T26" fmla="*/ 394 w 427"/>
                  <a:gd name="T27" fmla="*/ 126 h 219"/>
                  <a:gd name="T28" fmla="*/ 390 w 427"/>
                  <a:gd name="T29" fmla="*/ 110 h 219"/>
                  <a:gd name="T30" fmla="*/ 378 w 427"/>
                  <a:gd name="T31" fmla="*/ 104 h 219"/>
                  <a:gd name="T32" fmla="*/ 364 w 427"/>
                  <a:gd name="T33" fmla="*/ 112 h 219"/>
                  <a:gd name="T34" fmla="*/ 356 w 427"/>
                  <a:gd name="T35" fmla="*/ 107 h 219"/>
                  <a:gd name="T36" fmla="*/ 342 w 427"/>
                  <a:gd name="T37" fmla="*/ 85 h 219"/>
                  <a:gd name="T38" fmla="*/ 314 w 427"/>
                  <a:gd name="T39" fmla="*/ 91 h 219"/>
                  <a:gd name="T40" fmla="*/ 320 w 427"/>
                  <a:gd name="T41" fmla="*/ 116 h 219"/>
                  <a:gd name="T42" fmla="*/ 306 w 427"/>
                  <a:gd name="T43" fmla="*/ 159 h 219"/>
                  <a:gd name="T44" fmla="*/ 292 w 427"/>
                  <a:gd name="T45" fmla="*/ 135 h 219"/>
                  <a:gd name="T46" fmla="*/ 250 w 427"/>
                  <a:gd name="T47" fmla="*/ 119 h 219"/>
                  <a:gd name="T48" fmla="*/ 237 w 427"/>
                  <a:gd name="T49" fmla="*/ 86 h 219"/>
                  <a:gd name="T50" fmla="*/ 246 w 427"/>
                  <a:gd name="T51" fmla="*/ 77 h 219"/>
                  <a:gd name="T52" fmla="*/ 246 w 427"/>
                  <a:gd name="T53" fmla="*/ 70 h 219"/>
                  <a:gd name="T54" fmla="*/ 263 w 427"/>
                  <a:gd name="T55" fmla="*/ 58 h 219"/>
                  <a:gd name="T56" fmla="*/ 276 w 427"/>
                  <a:gd name="T57" fmla="*/ 48 h 219"/>
                  <a:gd name="T58" fmla="*/ 293 w 427"/>
                  <a:gd name="T59" fmla="*/ 36 h 219"/>
                  <a:gd name="T60" fmla="*/ 276 w 427"/>
                  <a:gd name="T61" fmla="*/ 23 h 219"/>
                  <a:gd name="T62" fmla="*/ 262 w 427"/>
                  <a:gd name="T63" fmla="*/ 35 h 219"/>
                  <a:gd name="T64" fmla="*/ 252 w 427"/>
                  <a:gd name="T65" fmla="*/ 23 h 219"/>
                  <a:gd name="T66" fmla="*/ 241 w 427"/>
                  <a:gd name="T67" fmla="*/ 10 h 219"/>
                  <a:gd name="T68" fmla="*/ 223 w 427"/>
                  <a:gd name="T69" fmla="*/ 6 h 219"/>
                  <a:gd name="T70" fmla="*/ 232 w 427"/>
                  <a:gd name="T71" fmla="*/ 27 h 219"/>
                  <a:gd name="T72" fmla="*/ 226 w 427"/>
                  <a:gd name="T73" fmla="*/ 40 h 219"/>
                  <a:gd name="T74" fmla="*/ 218 w 427"/>
                  <a:gd name="T75" fmla="*/ 37 h 219"/>
                  <a:gd name="T76" fmla="*/ 164 w 427"/>
                  <a:gd name="T77" fmla="*/ 29 h 219"/>
                  <a:gd name="T78" fmla="*/ 166 w 427"/>
                  <a:gd name="T79" fmla="*/ 41 h 219"/>
                  <a:gd name="T80" fmla="*/ 160 w 427"/>
                  <a:gd name="T81" fmla="*/ 40 h 219"/>
                  <a:gd name="T82" fmla="*/ 133 w 427"/>
                  <a:gd name="T83" fmla="*/ 30 h 219"/>
                  <a:gd name="T84" fmla="*/ 83 w 427"/>
                  <a:gd name="T85" fmla="*/ 23 h 219"/>
                  <a:gd name="T86" fmla="*/ 71 w 427"/>
                  <a:gd name="T87" fmla="*/ 18 h 219"/>
                  <a:gd name="T88" fmla="*/ 50 w 427"/>
                  <a:gd name="T89" fmla="*/ 24 h 219"/>
                  <a:gd name="T90" fmla="*/ 49 w 427"/>
                  <a:gd name="T91" fmla="*/ 22 h 219"/>
                  <a:gd name="T92" fmla="*/ 29 w 427"/>
                  <a:gd name="T93" fmla="*/ 23 h 219"/>
                  <a:gd name="T94" fmla="*/ 21 w 427"/>
                  <a:gd name="T95" fmla="*/ 28 h 219"/>
                  <a:gd name="T96" fmla="*/ 3 w 427"/>
                  <a:gd name="T97" fmla="*/ 97 h 219"/>
                  <a:gd name="T98" fmla="*/ 40 w 427"/>
                  <a:gd name="T99" fmla="*/ 116 h 219"/>
                  <a:gd name="T100" fmla="*/ 53 w 427"/>
                  <a:gd name="T101" fmla="*/ 141 h 219"/>
                  <a:gd name="T102" fmla="*/ 62 w 427"/>
                  <a:gd name="T103" fmla="*/ 150 h 219"/>
                  <a:gd name="T104" fmla="*/ 67 w 427"/>
                  <a:gd name="T105" fmla="*/ 160 h 219"/>
                  <a:gd name="T106" fmla="*/ 80 w 427"/>
                  <a:gd name="T107" fmla="*/ 166 h 219"/>
                  <a:gd name="T108" fmla="*/ 133 w 427"/>
                  <a:gd name="T109" fmla="*/ 176 h 219"/>
                  <a:gd name="T110" fmla="*/ 97 w 427"/>
                  <a:gd name="T111" fmla="*/ 57 h 219"/>
                  <a:gd name="T112" fmla="*/ 87 w 427"/>
                  <a:gd name="T113" fmla="*/ 51 h 219"/>
                  <a:gd name="T114" fmla="*/ 113 w 427"/>
                  <a:gd name="T115" fmla="*/ 49 h 219"/>
                  <a:gd name="T116" fmla="*/ 142 w 427"/>
                  <a:gd name="T117" fmla="*/ 85 h 219"/>
                  <a:gd name="T118" fmla="*/ 131 w 427"/>
                  <a:gd name="T119" fmla="*/ 85 h 219"/>
                  <a:gd name="T120" fmla="*/ 160 w 427"/>
                  <a:gd name="T121" fmla="*/ 78 h 219"/>
                  <a:gd name="T122" fmla="*/ 210 w 427"/>
                  <a:gd name="T123" fmla="*/ 150 h 219"/>
                  <a:gd name="T124" fmla="*/ 222 w 427"/>
                  <a:gd name="T125" fmla="*/ 16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7" h="219">
                    <a:moveTo>
                      <a:pt x="229" y="174"/>
                    </a:moveTo>
                    <a:cubicBezTo>
                      <a:pt x="229" y="174"/>
                      <a:pt x="229" y="173"/>
                      <a:pt x="229" y="173"/>
                    </a:cubicBezTo>
                    <a:cubicBezTo>
                      <a:pt x="229" y="173"/>
                      <a:pt x="232" y="177"/>
                      <a:pt x="232" y="177"/>
                    </a:cubicBezTo>
                    <a:cubicBezTo>
                      <a:pt x="234" y="177"/>
                      <a:pt x="235" y="178"/>
                      <a:pt x="236" y="178"/>
                    </a:cubicBezTo>
                    <a:cubicBezTo>
                      <a:pt x="238" y="178"/>
                      <a:pt x="238" y="177"/>
                      <a:pt x="239" y="178"/>
                    </a:cubicBezTo>
                    <a:cubicBezTo>
                      <a:pt x="242" y="179"/>
                      <a:pt x="244" y="180"/>
                      <a:pt x="246" y="181"/>
                    </a:cubicBezTo>
                    <a:cubicBezTo>
                      <a:pt x="247" y="182"/>
                      <a:pt x="248" y="181"/>
                      <a:pt x="249" y="181"/>
                    </a:cubicBezTo>
                    <a:cubicBezTo>
                      <a:pt x="250" y="180"/>
                      <a:pt x="251" y="180"/>
                      <a:pt x="252" y="180"/>
                    </a:cubicBezTo>
                    <a:cubicBezTo>
                      <a:pt x="253" y="180"/>
                      <a:pt x="254" y="181"/>
                      <a:pt x="255" y="181"/>
                    </a:cubicBezTo>
                    <a:cubicBezTo>
                      <a:pt x="257" y="181"/>
                      <a:pt x="258" y="180"/>
                      <a:pt x="259" y="179"/>
                    </a:cubicBezTo>
                    <a:cubicBezTo>
                      <a:pt x="260" y="178"/>
                      <a:pt x="263" y="175"/>
                      <a:pt x="264" y="175"/>
                    </a:cubicBezTo>
                    <a:cubicBezTo>
                      <a:pt x="264" y="175"/>
                      <a:pt x="265" y="176"/>
                      <a:pt x="265" y="176"/>
                    </a:cubicBezTo>
                    <a:cubicBezTo>
                      <a:pt x="267" y="176"/>
                      <a:pt x="268" y="176"/>
                      <a:pt x="269" y="176"/>
                    </a:cubicBezTo>
                    <a:cubicBezTo>
                      <a:pt x="273" y="176"/>
                      <a:pt x="272" y="179"/>
                      <a:pt x="274" y="181"/>
                    </a:cubicBezTo>
                    <a:cubicBezTo>
                      <a:pt x="275" y="182"/>
                      <a:pt x="279" y="181"/>
                      <a:pt x="279" y="183"/>
                    </a:cubicBezTo>
                    <a:cubicBezTo>
                      <a:pt x="279" y="185"/>
                      <a:pt x="280" y="187"/>
                      <a:pt x="281" y="189"/>
                    </a:cubicBezTo>
                    <a:cubicBezTo>
                      <a:pt x="281" y="194"/>
                      <a:pt x="290" y="193"/>
                      <a:pt x="293" y="194"/>
                    </a:cubicBezTo>
                    <a:cubicBezTo>
                      <a:pt x="295" y="194"/>
                      <a:pt x="298" y="194"/>
                      <a:pt x="299" y="195"/>
                    </a:cubicBezTo>
                    <a:cubicBezTo>
                      <a:pt x="300" y="196"/>
                      <a:pt x="305" y="201"/>
                      <a:pt x="304" y="201"/>
                    </a:cubicBezTo>
                    <a:cubicBezTo>
                      <a:pt x="302" y="203"/>
                      <a:pt x="302" y="203"/>
                      <a:pt x="300" y="202"/>
                    </a:cubicBezTo>
                    <a:cubicBezTo>
                      <a:pt x="299" y="201"/>
                      <a:pt x="295" y="199"/>
                      <a:pt x="295" y="199"/>
                    </a:cubicBezTo>
                    <a:cubicBezTo>
                      <a:pt x="295" y="200"/>
                      <a:pt x="298" y="201"/>
                      <a:pt x="297" y="203"/>
                    </a:cubicBezTo>
                    <a:cubicBezTo>
                      <a:pt x="296" y="204"/>
                      <a:pt x="295" y="206"/>
                      <a:pt x="295" y="207"/>
                    </a:cubicBezTo>
                    <a:cubicBezTo>
                      <a:pt x="295" y="209"/>
                      <a:pt x="295" y="210"/>
                      <a:pt x="294" y="211"/>
                    </a:cubicBezTo>
                    <a:cubicBezTo>
                      <a:pt x="294" y="212"/>
                      <a:pt x="291" y="213"/>
                      <a:pt x="291" y="213"/>
                    </a:cubicBezTo>
                    <a:cubicBezTo>
                      <a:pt x="290" y="214"/>
                      <a:pt x="287" y="219"/>
                      <a:pt x="291" y="219"/>
                    </a:cubicBezTo>
                    <a:cubicBezTo>
                      <a:pt x="292" y="219"/>
                      <a:pt x="294" y="217"/>
                      <a:pt x="296" y="215"/>
                    </a:cubicBezTo>
                    <a:cubicBezTo>
                      <a:pt x="298" y="214"/>
                      <a:pt x="299" y="216"/>
                      <a:pt x="301" y="215"/>
                    </a:cubicBezTo>
                    <a:cubicBezTo>
                      <a:pt x="304" y="215"/>
                      <a:pt x="305" y="213"/>
                      <a:pt x="308" y="213"/>
                    </a:cubicBezTo>
                    <a:cubicBezTo>
                      <a:pt x="308" y="211"/>
                      <a:pt x="308" y="212"/>
                      <a:pt x="306" y="211"/>
                    </a:cubicBezTo>
                    <a:cubicBezTo>
                      <a:pt x="305" y="211"/>
                      <a:pt x="305" y="210"/>
                      <a:pt x="306" y="210"/>
                    </a:cubicBezTo>
                    <a:cubicBezTo>
                      <a:pt x="307" y="208"/>
                      <a:pt x="308" y="207"/>
                      <a:pt x="311" y="207"/>
                    </a:cubicBezTo>
                    <a:cubicBezTo>
                      <a:pt x="312" y="207"/>
                      <a:pt x="315" y="205"/>
                      <a:pt x="317" y="206"/>
                    </a:cubicBezTo>
                    <a:cubicBezTo>
                      <a:pt x="319" y="207"/>
                      <a:pt x="320" y="203"/>
                      <a:pt x="322" y="206"/>
                    </a:cubicBezTo>
                    <a:cubicBezTo>
                      <a:pt x="324" y="204"/>
                      <a:pt x="325" y="203"/>
                      <a:pt x="327" y="201"/>
                    </a:cubicBezTo>
                    <a:cubicBezTo>
                      <a:pt x="329" y="200"/>
                      <a:pt x="330" y="200"/>
                      <a:pt x="332" y="200"/>
                    </a:cubicBezTo>
                    <a:cubicBezTo>
                      <a:pt x="335" y="200"/>
                      <a:pt x="339" y="200"/>
                      <a:pt x="342" y="200"/>
                    </a:cubicBezTo>
                    <a:cubicBezTo>
                      <a:pt x="345" y="200"/>
                      <a:pt x="346" y="201"/>
                      <a:pt x="347" y="199"/>
                    </a:cubicBezTo>
                    <a:cubicBezTo>
                      <a:pt x="348" y="198"/>
                      <a:pt x="349" y="199"/>
                      <a:pt x="350" y="198"/>
                    </a:cubicBezTo>
                    <a:cubicBezTo>
                      <a:pt x="351" y="196"/>
                      <a:pt x="352" y="195"/>
                      <a:pt x="352" y="193"/>
                    </a:cubicBezTo>
                    <a:cubicBezTo>
                      <a:pt x="353" y="191"/>
                      <a:pt x="353" y="190"/>
                      <a:pt x="354" y="188"/>
                    </a:cubicBezTo>
                    <a:cubicBezTo>
                      <a:pt x="355" y="187"/>
                      <a:pt x="356" y="186"/>
                      <a:pt x="357" y="185"/>
                    </a:cubicBezTo>
                    <a:cubicBezTo>
                      <a:pt x="358" y="184"/>
                      <a:pt x="359" y="187"/>
                      <a:pt x="361" y="186"/>
                    </a:cubicBezTo>
                    <a:cubicBezTo>
                      <a:pt x="363" y="184"/>
                      <a:pt x="365" y="187"/>
                      <a:pt x="365" y="189"/>
                    </a:cubicBezTo>
                    <a:cubicBezTo>
                      <a:pt x="365" y="190"/>
                      <a:pt x="364" y="196"/>
                      <a:pt x="366" y="196"/>
                    </a:cubicBezTo>
                    <a:cubicBezTo>
                      <a:pt x="367" y="197"/>
                      <a:pt x="368" y="199"/>
                      <a:pt x="369" y="201"/>
                    </a:cubicBezTo>
                    <a:cubicBezTo>
                      <a:pt x="370" y="199"/>
                      <a:pt x="381" y="196"/>
                      <a:pt x="381" y="196"/>
                    </a:cubicBezTo>
                    <a:cubicBezTo>
                      <a:pt x="381" y="195"/>
                      <a:pt x="380" y="195"/>
                      <a:pt x="380" y="194"/>
                    </a:cubicBezTo>
                    <a:cubicBezTo>
                      <a:pt x="380" y="194"/>
                      <a:pt x="382" y="196"/>
                      <a:pt x="382" y="196"/>
                    </a:cubicBezTo>
                    <a:cubicBezTo>
                      <a:pt x="382" y="197"/>
                      <a:pt x="380" y="197"/>
                      <a:pt x="380" y="197"/>
                    </a:cubicBezTo>
                    <a:cubicBezTo>
                      <a:pt x="380" y="197"/>
                      <a:pt x="386" y="198"/>
                      <a:pt x="386" y="198"/>
                    </a:cubicBezTo>
                    <a:cubicBezTo>
                      <a:pt x="386" y="198"/>
                      <a:pt x="386" y="198"/>
                      <a:pt x="386" y="198"/>
                    </a:cubicBezTo>
                    <a:cubicBezTo>
                      <a:pt x="386" y="198"/>
                      <a:pt x="386" y="199"/>
                      <a:pt x="386" y="199"/>
                    </a:cubicBezTo>
                    <a:cubicBezTo>
                      <a:pt x="385" y="199"/>
                      <a:pt x="384" y="199"/>
                      <a:pt x="383" y="200"/>
                    </a:cubicBezTo>
                    <a:cubicBezTo>
                      <a:pt x="383" y="201"/>
                      <a:pt x="382" y="198"/>
                      <a:pt x="382" y="198"/>
                    </a:cubicBezTo>
                    <a:cubicBezTo>
                      <a:pt x="381" y="198"/>
                      <a:pt x="381" y="199"/>
                      <a:pt x="381" y="199"/>
                    </a:cubicBezTo>
                    <a:cubicBezTo>
                      <a:pt x="381" y="199"/>
                      <a:pt x="381" y="198"/>
                      <a:pt x="380" y="199"/>
                    </a:cubicBezTo>
                    <a:cubicBezTo>
                      <a:pt x="379" y="200"/>
                      <a:pt x="378" y="200"/>
                      <a:pt x="377" y="201"/>
                    </a:cubicBezTo>
                    <a:cubicBezTo>
                      <a:pt x="375" y="202"/>
                      <a:pt x="371" y="205"/>
                      <a:pt x="373" y="208"/>
                    </a:cubicBezTo>
                    <a:cubicBezTo>
                      <a:pt x="376" y="210"/>
                      <a:pt x="378" y="208"/>
                      <a:pt x="379" y="207"/>
                    </a:cubicBezTo>
                    <a:cubicBezTo>
                      <a:pt x="380" y="206"/>
                      <a:pt x="384" y="203"/>
                      <a:pt x="384" y="202"/>
                    </a:cubicBezTo>
                    <a:cubicBezTo>
                      <a:pt x="384" y="203"/>
                      <a:pt x="386" y="204"/>
                      <a:pt x="387" y="203"/>
                    </a:cubicBezTo>
                    <a:cubicBezTo>
                      <a:pt x="387" y="202"/>
                      <a:pt x="390" y="201"/>
                      <a:pt x="391" y="201"/>
                    </a:cubicBezTo>
                    <a:cubicBezTo>
                      <a:pt x="393" y="200"/>
                      <a:pt x="395" y="199"/>
                      <a:pt x="397" y="199"/>
                    </a:cubicBezTo>
                    <a:cubicBezTo>
                      <a:pt x="398" y="199"/>
                      <a:pt x="398" y="199"/>
                      <a:pt x="398" y="198"/>
                    </a:cubicBezTo>
                    <a:cubicBezTo>
                      <a:pt x="397" y="197"/>
                      <a:pt x="398" y="197"/>
                      <a:pt x="398" y="197"/>
                    </a:cubicBezTo>
                    <a:cubicBezTo>
                      <a:pt x="398" y="196"/>
                      <a:pt x="396" y="197"/>
                      <a:pt x="395" y="196"/>
                    </a:cubicBezTo>
                    <a:cubicBezTo>
                      <a:pt x="394" y="196"/>
                      <a:pt x="395" y="194"/>
                      <a:pt x="393" y="196"/>
                    </a:cubicBezTo>
                    <a:cubicBezTo>
                      <a:pt x="391" y="197"/>
                      <a:pt x="387" y="196"/>
                      <a:pt x="385" y="195"/>
                    </a:cubicBezTo>
                    <a:cubicBezTo>
                      <a:pt x="384" y="195"/>
                      <a:pt x="385" y="193"/>
                      <a:pt x="384" y="193"/>
                    </a:cubicBezTo>
                    <a:cubicBezTo>
                      <a:pt x="384" y="193"/>
                      <a:pt x="382" y="193"/>
                      <a:pt x="381" y="192"/>
                    </a:cubicBezTo>
                    <a:cubicBezTo>
                      <a:pt x="380" y="192"/>
                      <a:pt x="380" y="189"/>
                      <a:pt x="380" y="188"/>
                    </a:cubicBezTo>
                    <a:cubicBezTo>
                      <a:pt x="380" y="187"/>
                      <a:pt x="378" y="188"/>
                      <a:pt x="377" y="187"/>
                    </a:cubicBezTo>
                    <a:cubicBezTo>
                      <a:pt x="377" y="187"/>
                      <a:pt x="379" y="185"/>
                      <a:pt x="379" y="185"/>
                    </a:cubicBezTo>
                    <a:cubicBezTo>
                      <a:pt x="380" y="184"/>
                      <a:pt x="380" y="181"/>
                      <a:pt x="378" y="181"/>
                    </a:cubicBezTo>
                    <a:cubicBezTo>
                      <a:pt x="378" y="181"/>
                      <a:pt x="376" y="185"/>
                      <a:pt x="375" y="183"/>
                    </a:cubicBezTo>
                    <a:cubicBezTo>
                      <a:pt x="375" y="181"/>
                      <a:pt x="374" y="182"/>
                      <a:pt x="373" y="181"/>
                    </a:cubicBezTo>
                    <a:cubicBezTo>
                      <a:pt x="373" y="180"/>
                      <a:pt x="376" y="181"/>
                      <a:pt x="376" y="181"/>
                    </a:cubicBezTo>
                    <a:cubicBezTo>
                      <a:pt x="378" y="181"/>
                      <a:pt x="379" y="180"/>
                      <a:pt x="380" y="180"/>
                    </a:cubicBezTo>
                    <a:cubicBezTo>
                      <a:pt x="381" y="179"/>
                      <a:pt x="382" y="179"/>
                      <a:pt x="383" y="179"/>
                    </a:cubicBezTo>
                    <a:cubicBezTo>
                      <a:pt x="384" y="178"/>
                      <a:pt x="382" y="176"/>
                      <a:pt x="382" y="176"/>
                    </a:cubicBezTo>
                    <a:cubicBezTo>
                      <a:pt x="382" y="176"/>
                      <a:pt x="383" y="176"/>
                      <a:pt x="383" y="176"/>
                    </a:cubicBezTo>
                    <a:cubicBezTo>
                      <a:pt x="383" y="176"/>
                      <a:pt x="379" y="174"/>
                      <a:pt x="379" y="174"/>
                    </a:cubicBezTo>
                    <a:cubicBezTo>
                      <a:pt x="377" y="173"/>
                      <a:pt x="375" y="173"/>
                      <a:pt x="373" y="174"/>
                    </a:cubicBezTo>
                    <a:cubicBezTo>
                      <a:pt x="369" y="175"/>
                      <a:pt x="366" y="176"/>
                      <a:pt x="363" y="178"/>
                    </a:cubicBezTo>
                    <a:cubicBezTo>
                      <a:pt x="360" y="179"/>
                      <a:pt x="358" y="181"/>
                      <a:pt x="355" y="183"/>
                    </a:cubicBezTo>
                    <a:cubicBezTo>
                      <a:pt x="354" y="184"/>
                      <a:pt x="353" y="185"/>
                      <a:pt x="352" y="187"/>
                    </a:cubicBezTo>
                    <a:cubicBezTo>
                      <a:pt x="352" y="187"/>
                      <a:pt x="348" y="189"/>
                      <a:pt x="348" y="189"/>
                    </a:cubicBezTo>
                    <a:cubicBezTo>
                      <a:pt x="348" y="188"/>
                      <a:pt x="353" y="184"/>
                      <a:pt x="354" y="183"/>
                    </a:cubicBezTo>
                    <a:cubicBezTo>
                      <a:pt x="354" y="182"/>
                      <a:pt x="355" y="181"/>
                      <a:pt x="354" y="180"/>
                    </a:cubicBezTo>
                    <a:cubicBezTo>
                      <a:pt x="353" y="180"/>
                      <a:pt x="351" y="179"/>
                      <a:pt x="350" y="179"/>
                    </a:cubicBezTo>
                    <a:cubicBezTo>
                      <a:pt x="351" y="179"/>
                      <a:pt x="353" y="180"/>
                      <a:pt x="354" y="180"/>
                    </a:cubicBezTo>
                    <a:cubicBezTo>
                      <a:pt x="356" y="181"/>
                      <a:pt x="358" y="178"/>
                      <a:pt x="359" y="177"/>
                    </a:cubicBezTo>
                    <a:cubicBezTo>
                      <a:pt x="360" y="176"/>
                      <a:pt x="361" y="174"/>
                      <a:pt x="363" y="173"/>
                    </a:cubicBezTo>
                    <a:cubicBezTo>
                      <a:pt x="365" y="173"/>
                      <a:pt x="367" y="174"/>
                      <a:pt x="368" y="172"/>
                    </a:cubicBezTo>
                    <a:cubicBezTo>
                      <a:pt x="369" y="168"/>
                      <a:pt x="371" y="167"/>
                      <a:pt x="375" y="167"/>
                    </a:cubicBezTo>
                    <a:cubicBezTo>
                      <a:pt x="379" y="167"/>
                      <a:pt x="383" y="167"/>
                      <a:pt x="387" y="167"/>
                    </a:cubicBezTo>
                    <a:cubicBezTo>
                      <a:pt x="394" y="167"/>
                      <a:pt x="404" y="169"/>
                      <a:pt x="409" y="163"/>
                    </a:cubicBezTo>
                    <a:cubicBezTo>
                      <a:pt x="411" y="161"/>
                      <a:pt x="412" y="160"/>
                      <a:pt x="414" y="160"/>
                    </a:cubicBezTo>
                    <a:cubicBezTo>
                      <a:pt x="416" y="160"/>
                      <a:pt x="418" y="160"/>
                      <a:pt x="421" y="158"/>
                    </a:cubicBezTo>
                    <a:cubicBezTo>
                      <a:pt x="422" y="158"/>
                      <a:pt x="425" y="156"/>
                      <a:pt x="425" y="155"/>
                    </a:cubicBezTo>
                    <a:cubicBezTo>
                      <a:pt x="427" y="152"/>
                      <a:pt x="422" y="153"/>
                      <a:pt x="422" y="152"/>
                    </a:cubicBezTo>
                    <a:cubicBezTo>
                      <a:pt x="422" y="151"/>
                      <a:pt x="424" y="151"/>
                      <a:pt x="424" y="151"/>
                    </a:cubicBezTo>
                    <a:cubicBezTo>
                      <a:pt x="425" y="150"/>
                      <a:pt x="424" y="149"/>
                      <a:pt x="424" y="148"/>
                    </a:cubicBezTo>
                    <a:cubicBezTo>
                      <a:pt x="424" y="148"/>
                      <a:pt x="425" y="147"/>
                      <a:pt x="425" y="147"/>
                    </a:cubicBezTo>
                    <a:cubicBezTo>
                      <a:pt x="425" y="146"/>
                      <a:pt x="423" y="145"/>
                      <a:pt x="423" y="145"/>
                    </a:cubicBezTo>
                    <a:cubicBezTo>
                      <a:pt x="422" y="144"/>
                      <a:pt x="421" y="144"/>
                      <a:pt x="421" y="143"/>
                    </a:cubicBezTo>
                    <a:cubicBezTo>
                      <a:pt x="420" y="143"/>
                      <a:pt x="418" y="146"/>
                      <a:pt x="417" y="144"/>
                    </a:cubicBezTo>
                    <a:cubicBezTo>
                      <a:pt x="417" y="144"/>
                      <a:pt x="419" y="143"/>
                      <a:pt x="418" y="143"/>
                    </a:cubicBezTo>
                    <a:cubicBezTo>
                      <a:pt x="418" y="142"/>
                      <a:pt x="417" y="141"/>
                      <a:pt x="416" y="141"/>
                    </a:cubicBezTo>
                    <a:cubicBezTo>
                      <a:pt x="415" y="140"/>
                      <a:pt x="411" y="141"/>
                      <a:pt x="410" y="142"/>
                    </a:cubicBezTo>
                    <a:cubicBezTo>
                      <a:pt x="409" y="144"/>
                      <a:pt x="406" y="145"/>
                      <a:pt x="404" y="146"/>
                    </a:cubicBezTo>
                    <a:cubicBezTo>
                      <a:pt x="403" y="146"/>
                      <a:pt x="400" y="144"/>
                      <a:pt x="400" y="143"/>
                    </a:cubicBezTo>
                    <a:cubicBezTo>
                      <a:pt x="400" y="142"/>
                      <a:pt x="403" y="145"/>
                      <a:pt x="403" y="145"/>
                    </a:cubicBezTo>
                    <a:cubicBezTo>
                      <a:pt x="404" y="145"/>
                      <a:pt x="408" y="142"/>
                      <a:pt x="408" y="142"/>
                    </a:cubicBezTo>
                    <a:cubicBezTo>
                      <a:pt x="408" y="142"/>
                      <a:pt x="406" y="141"/>
                      <a:pt x="406" y="141"/>
                    </a:cubicBezTo>
                    <a:cubicBezTo>
                      <a:pt x="409" y="140"/>
                      <a:pt x="412" y="140"/>
                      <a:pt x="415" y="139"/>
                    </a:cubicBezTo>
                    <a:cubicBezTo>
                      <a:pt x="415" y="139"/>
                      <a:pt x="417" y="138"/>
                      <a:pt x="416" y="137"/>
                    </a:cubicBezTo>
                    <a:cubicBezTo>
                      <a:pt x="416" y="137"/>
                      <a:pt x="414" y="135"/>
                      <a:pt x="414" y="135"/>
                    </a:cubicBezTo>
                    <a:cubicBezTo>
                      <a:pt x="412" y="136"/>
                      <a:pt x="410" y="136"/>
                      <a:pt x="409" y="134"/>
                    </a:cubicBezTo>
                    <a:cubicBezTo>
                      <a:pt x="408" y="134"/>
                      <a:pt x="404" y="137"/>
                      <a:pt x="404" y="136"/>
                    </a:cubicBezTo>
                    <a:cubicBezTo>
                      <a:pt x="404" y="136"/>
                      <a:pt x="407" y="133"/>
                      <a:pt x="404" y="134"/>
                    </a:cubicBezTo>
                    <a:cubicBezTo>
                      <a:pt x="404" y="134"/>
                      <a:pt x="400" y="135"/>
                      <a:pt x="400" y="135"/>
                    </a:cubicBezTo>
                    <a:cubicBezTo>
                      <a:pt x="401" y="133"/>
                      <a:pt x="404" y="133"/>
                      <a:pt x="402" y="130"/>
                    </a:cubicBezTo>
                    <a:cubicBezTo>
                      <a:pt x="402" y="130"/>
                      <a:pt x="398" y="128"/>
                      <a:pt x="398" y="128"/>
                    </a:cubicBezTo>
                    <a:cubicBezTo>
                      <a:pt x="396" y="128"/>
                      <a:pt x="396" y="126"/>
                      <a:pt x="394" y="126"/>
                    </a:cubicBezTo>
                    <a:cubicBezTo>
                      <a:pt x="395" y="126"/>
                      <a:pt x="392" y="122"/>
                      <a:pt x="392" y="122"/>
                    </a:cubicBezTo>
                    <a:cubicBezTo>
                      <a:pt x="392" y="122"/>
                      <a:pt x="393" y="123"/>
                      <a:pt x="394" y="123"/>
                    </a:cubicBezTo>
                    <a:cubicBezTo>
                      <a:pt x="395" y="124"/>
                      <a:pt x="395" y="122"/>
                      <a:pt x="396" y="122"/>
                    </a:cubicBezTo>
                    <a:cubicBezTo>
                      <a:pt x="400" y="121"/>
                      <a:pt x="393" y="118"/>
                      <a:pt x="392" y="117"/>
                    </a:cubicBezTo>
                    <a:cubicBezTo>
                      <a:pt x="392" y="118"/>
                      <a:pt x="394" y="116"/>
                      <a:pt x="394" y="116"/>
                    </a:cubicBezTo>
                    <a:cubicBezTo>
                      <a:pt x="395" y="115"/>
                      <a:pt x="393" y="115"/>
                      <a:pt x="392" y="114"/>
                    </a:cubicBezTo>
                    <a:cubicBezTo>
                      <a:pt x="392" y="114"/>
                      <a:pt x="391" y="113"/>
                      <a:pt x="390" y="113"/>
                    </a:cubicBezTo>
                    <a:cubicBezTo>
                      <a:pt x="390" y="113"/>
                      <a:pt x="388" y="113"/>
                      <a:pt x="388" y="113"/>
                    </a:cubicBezTo>
                    <a:cubicBezTo>
                      <a:pt x="389" y="112"/>
                      <a:pt x="391" y="113"/>
                      <a:pt x="390" y="110"/>
                    </a:cubicBezTo>
                    <a:cubicBezTo>
                      <a:pt x="389" y="110"/>
                      <a:pt x="386" y="111"/>
                      <a:pt x="386" y="111"/>
                    </a:cubicBezTo>
                    <a:cubicBezTo>
                      <a:pt x="386" y="110"/>
                      <a:pt x="389" y="110"/>
                      <a:pt x="388" y="108"/>
                    </a:cubicBezTo>
                    <a:cubicBezTo>
                      <a:pt x="388" y="107"/>
                      <a:pt x="388" y="106"/>
                      <a:pt x="387" y="105"/>
                    </a:cubicBezTo>
                    <a:cubicBezTo>
                      <a:pt x="387" y="105"/>
                      <a:pt x="386" y="106"/>
                      <a:pt x="386" y="105"/>
                    </a:cubicBezTo>
                    <a:cubicBezTo>
                      <a:pt x="386" y="106"/>
                      <a:pt x="384" y="102"/>
                      <a:pt x="384" y="102"/>
                    </a:cubicBezTo>
                    <a:cubicBezTo>
                      <a:pt x="383" y="100"/>
                      <a:pt x="382" y="99"/>
                      <a:pt x="382" y="98"/>
                    </a:cubicBezTo>
                    <a:cubicBezTo>
                      <a:pt x="381" y="96"/>
                      <a:pt x="381" y="94"/>
                      <a:pt x="379" y="97"/>
                    </a:cubicBezTo>
                    <a:cubicBezTo>
                      <a:pt x="379" y="97"/>
                      <a:pt x="378" y="101"/>
                      <a:pt x="379" y="100"/>
                    </a:cubicBezTo>
                    <a:cubicBezTo>
                      <a:pt x="375" y="101"/>
                      <a:pt x="377" y="101"/>
                      <a:pt x="378" y="104"/>
                    </a:cubicBezTo>
                    <a:cubicBezTo>
                      <a:pt x="378" y="103"/>
                      <a:pt x="377" y="103"/>
                      <a:pt x="377" y="104"/>
                    </a:cubicBezTo>
                    <a:cubicBezTo>
                      <a:pt x="376" y="104"/>
                      <a:pt x="376" y="104"/>
                      <a:pt x="375" y="105"/>
                    </a:cubicBezTo>
                    <a:cubicBezTo>
                      <a:pt x="375" y="105"/>
                      <a:pt x="377" y="106"/>
                      <a:pt x="377" y="106"/>
                    </a:cubicBezTo>
                    <a:cubicBezTo>
                      <a:pt x="376" y="107"/>
                      <a:pt x="374" y="106"/>
                      <a:pt x="374" y="107"/>
                    </a:cubicBezTo>
                    <a:cubicBezTo>
                      <a:pt x="373" y="108"/>
                      <a:pt x="375" y="110"/>
                      <a:pt x="373" y="111"/>
                    </a:cubicBezTo>
                    <a:cubicBezTo>
                      <a:pt x="374" y="111"/>
                      <a:pt x="372" y="107"/>
                      <a:pt x="370" y="109"/>
                    </a:cubicBezTo>
                    <a:cubicBezTo>
                      <a:pt x="370" y="110"/>
                      <a:pt x="366" y="113"/>
                      <a:pt x="366" y="113"/>
                    </a:cubicBezTo>
                    <a:cubicBezTo>
                      <a:pt x="365" y="113"/>
                      <a:pt x="365" y="112"/>
                      <a:pt x="365" y="111"/>
                    </a:cubicBezTo>
                    <a:cubicBezTo>
                      <a:pt x="364" y="111"/>
                      <a:pt x="364" y="112"/>
                      <a:pt x="364" y="112"/>
                    </a:cubicBezTo>
                    <a:cubicBezTo>
                      <a:pt x="363" y="111"/>
                      <a:pt x="364" y="111"/>
                      <a:pt x="364" y="110"/>
                    </a:cubicBezTo>
                    <a:cubicBezTo>
                      <a:pt x="364" y="111"/>
                      <a:pt x="357" y="116"/>
                      <a:pt x="357" y="115"/>
                    </a:cubicBezTo>
                    <a:cubicBezTo>
                      <a:pt x="356" y="114"/>
                      <a:pt x="360" y="113"/>
                      <a:pt x="361" y="113"/>
                    </a:cubicBezTo>
                    <a:cubicBezTo>
                      <a:pt x="363" y="111"/>
                      <a:pt x="363" y="110"/>
                      <a:pt x="362" y="108"/>
                    </a:cubicBezTo>
                    <a:cubicBezTo>
                      <a:pt x="361" y="107"/>
                      <a:pt x="358" y="107"/>
                      <a:pt x="357" y="107"/>
                    </a:cubicBezTo>
                    <a:cubicBezTo>
                      <a:pt x="356" y="107"/>
                      <a:pt x="356" y="108"/>
                      <a:pt x="356" y="108"/>
                    </a:cubicBezTo>
                    <a:cubicBezTo>
                      <a:pt x="355" y="110"/>
                      <a:pt x="353" y="108"/>
                      <a:pt x="352" y="108"/>
                    </a:cubicBezTo>
                    <a:cubicBezTo>
                      <a:pt x="353" y="108"/>
                      <a:pt x="355" y="106"/>
                      <a:pt x="355" y="106"/>
                    </a:cubicBezTo>
                    <a:cubicBezTo>
                      <a:pt x="355" y="106"/>
                      <a:pt x="356" y="107"/>
                      <a:pt x="356" y="107"/>
                    </a:cubicBezTo>
                    <a:cubicBezTo>
                      <a:pt x="355" y="107"/>
                      <a:pt x="357" y="105"/>
                      <a:pt x="357" y="105"/>
                    </a:cubicBezTo>
                    <a:cubicBezTo>
                      <a:pt x="358" y="103"/>
                      <a:pt x="356" y="104"/>
                      <a:pt x="355" y="103"/>
                    </a:cubicBezTo>
                    <a:cubicBezTo>
                      <a:pt x="355" y="103"/>
                      <a:pt x="356" y="98"/>
                      <a:pt x="354" y="99"/>
                    </a:cubicBezTo>
                    <a:cubicBezTo>
                      <a:pt x="355" y="98"/>
                      <a:pt x="356" y="98"/>
                      <a:pt x="355" y="96"/>
                    </a:cubicBezTo>
                    <a:cubicBezTo>
                      <a:pt x="353" y="95"/>
                      <a:pt x="357" y="94"/>
                      <a:pt x="356" y="92"/>
                    </a:cubicBezTo>
                    <a:cubicBezTo>
                      <a:pt x="356" y="91"/>
                      <a:pt x="354" y="93"/>
                      <a:pt x="353" y="92"/>
                    </a:cubicBezTo>
                    <a:cubicBezTo>
                      <a:pt x="352" y="91"/>
                      <a:pt x="350" y="91"/>
                      <a:pt x="349" y="91"/>
                    </a:cubicBezTo>
                    <a:cubicBezTo>
                      <a:pt x="347" y="90"/>
                      <a:pt x="346" y="90"/>
                      <a:pt x="345" y="88"/>
                    </a:cubicBezTo>
                    <a:cubicBezTo>
                      <a:pt x="345" y="86"/>
                      <a:pt x="342" y="87"/>
                      <a:pt x="342" y="85"/>
                    </a:cubicBezTo>
                    <a:cubicBezTo>
                      <a:pt x="342" y="84"/>
                      <a:pt x="340" y="85"/>
                      <a:pt x="340" y="85"/>
                    </a:cubicBezTo>
                    <a:cubicBezTo>
                      <a:pt x="341" y="83"/>
                      <a:pt x="339" y="83"/>
                      <a:pt x="338" y="82"/>
                    </a:cubicBezTo>
                    <a:cubicBezTo>
                      <a:pt x="336" y="81"/>
                      <a:pt x="336" y="80"/>
                      <a:pt x="334" y="81"/>
                    </a:cubicBezTo>
                    <a:cubicBezTo>
                      <a:pt x="332" y="82"/>
                      <a:pt x="331" y="83"/>
                      <a:pt x="329" y="82"/>
                    </a:cubicBezTo>
                    <a:cubicBezTo>
                      <a:pt x="327" y="81"/>
                      <a:pt x="326" y="83"/>
                      <a:pt x="324" y="82"/>
                    </a:cubicBezTo>
                    <a:cubicBezTo>
                      <a:pt x="322" y="80"/>
                      <a:pt x="320" y="80"/>
                      <a:pt x="318" y="80"/>
                    </a:cubicBezTo>
                    <a:cubicBezTo>
                      <a:pt x="316" y="80"/>
                      <a:pt x="314" y="80"/>
                      <a:pt x="313" y="82"/>
                    </a:cubicBezTo>
                    <a:cubicBezTo>
                      <a:pt x="312" y="84"/>
                      <a:pt x="315" y="85"/>
                      <a:pt x="315" y="86"/>
                    </a:cubicBezTo>
                    <a:cubicBezTo>
                      <a:pt x="316" y="87"/>
                      <a:pt x="315" y="90"/>
                      <a:pt x="314" y="91"/>
                    </a:cubicBezTo>
                    <a:cubicBezTo>
                      <a:pt x="314" y="92"/>
                      <a:pt x="314" y="91"/>
                      <a:pt x="313" y="92"/>
                    </a:cubicBezTo>
                    <a:cubicBezTo>
                      <a:pt x="313" y="92"/>
                      <a:pt x="315" y="94"/>
                      <a:pt x="315" y="94"/>
                    </a:cubicBezTo>
                    <a:cubicBezTo>
                      <a:pt x="315" y="96"/>
                      <a:pt x="316" y="98"/>
                      <a:pt x="316" y="99"/>
                    </a:cubicBezTo>
                    <a:cubicBezTo>
                      <a:pt x="316" y="100"/>
                      <a:pt x="316" y="100"/>
                      <a:pt x="316" y="101"/>
                    </a:cubicBezTo>
                    <a:cubicBezTo>
                      <a:pt x="316" y="102"/>
                      <a:pt x="315" y="101"/>
                      <a:pt x="315" y="101"/>
                    </a:cubicBezTo>
                    <a:cubicBezTo>
                      <a:pt x="314" y="102"/>
                      <a:pt x="314" y="104"/>
                      <a:pt x="314" y="104"/>
                    </a:cubicBezTo>
                    <a:cubicBezTo>
                      <a:pt x="313" y="105"/>
                      <a:pt x="312" y="106"/>
                      <a:pt x="312" y="107"/>
                    </a:cubicBezTo>
                    <a:cubicBezTo>
                      <a:pt x="311" y="109"/>
                      <a:pt x="311" y="109"/>
                      <a:pt x="312" y="110"/>
                    </a:cubicBezTo>
                    <a:cubicBezTo>
                      <a:pt x="315" y="112"/>
                      <a:pt x="318" y="114"/>
                      <a:pt x="320" y="116"/>
                    </a:cubicBezTo>
                    <a:cubicBezTo>
                      <a:pt x="321" y="119"/>
                      <a:pt x="322" y="124"/>
                      <a:pt x="321" y="127"/>
                    </a:cubicBezTo>
                    <a:cubicBezTo>
                      <a:pt x="319" y="131"/>
                      <a:pt x="313" y="133"/>
                      <a:pt x="310" y="135"/>
                    </a:cubicBezTo>
                    <a:cubicBezTo>
                      <a:pt x="309" y="136"/>
                      <a:pt x="308" y="136"/>
                      <a:pt x="307" y="137"/>
                    </a:cubicBezTo>
                    <a:cubicBezTo>
                      <a:pt x="304" y="138"/>
                      <a:pt x="308" y="141"/>
                      <a:pt x="308" y="143"/>
                    </a:cubicBezTo>
                    <a:cubicBezTo>
                      <a:pt x="308" y="143"/>
                      <a:pt x="309" y="145"/>
                      <a:pt x="309" y="146"/>
                    </a:cubicBezTo>
                    <a:cubicBezTo>
                      <a:pt x="309" y="148"/>
                      <a:pt x="309" y="149"/>
                      <a:pt x="310" y="151"/>
                    </a:cubicBezTo>
                    <a:cubicBezTo>
                      <a:pt x="311" y="153"/>
                      <a:pt x="311" y="154"/>
                      <a:pt x="309" y="156"/>
                    </a:cubicBezTo>
                    <a:cubicBezTo>
                      <a:pt x="309" y="156"/>
                      <a:pt x="310" y="160"/>
                      <a:pt x="309" y="161"/>
                    </a:cubicBezTo>
                    <a:cubicBezTo>
                      <a:pt x="308" y="161"/>
                      <a:pt x="307" y="157"/>
                      <a:pt x="306" y="159"/>
                    </a:cubicBezTo>
                    <a:cubicBezTo>
                      <a:pt x="305" y="161"/>
                      <a:pt x="307" y="164"/>
                      <a:pt x="307" y="164"/>
                    </a:cubicBezTo>
                    <a:cubicBezTo>
                      <a:pt x="307" y="163"/>
                      <a:pt x="301" y="158"/>
                      <a:pt x="298" y="161"/>
                    </a:cubicBezTo>
                    <a:cubicBezTo>
                      <a:pt x="299" y="160"/>
                      <a:pt x="302" y="159"/>
                      <a:pt x="300" y="157"/>
                    </a:cubicBezTo>
                    <a:cubicBezTo>
                      <a:pt x="299" y="156"/>
                      <a:pt x="298" y="155"/>
                      <a:pt x="297" y="155"/>
                    </a:cubicBezTo>
                    <a:cubicBezTo>
                      <a:pt x="297" y="154"/>
                      <a:pt x="295" y="154"/>
                      <a:pt x="294" y="154"/>
                    </a:cubicBezTo>
                    <a:cubicBezTo>
                      <a:pt x="294" y="153"/>
                      <a:pt x="295" y="153"/>
                      <a:pt x="294" y="151"/>
                    </a:cubicBezTo>
                    <a:cubicBezTo>
                      <a:pt x="293" y="150"/>
                      <a:pt x="292" y="148"/>
                      <a:pt x="293" y="146"/>
                    </a:cubicBezTo>
                    <a:cubicBezTo>
                      <a:pt x="294" y="143"/>
                      <a:pt x="291" y="142"/>
                      <a:pt x="291" y="140"/>
                    </a:cubicBezTo>
                    <a:cubicBezTo>
                      <a:pt x="291" y="138"/>
                      <a:pt x="293" y="137"/>
                      <a:pt x="292" y="135"/>
                    </a:cubicBezTo>
                    <a:cubicBezTo>
                      <a:pt x="290" y="133"/>
                      <a:pt x="286" y="133"/>
                      <a:pt x="283" y="133"/>
                    </a:cubicBezTo>
                    <a:cubicBezTo>
                      <a:pt x="282" y="133"/>
                      <a:pt x="281" y="133"/>
                      <a:pt x="279" y="133"/>
                    </a:cubicBezTo>
                    <a:cubicBezTo>
                      <a:pt x="279" y="133"/>
                      <a:pt x="277" y="135"/>
                      <a:pt x="277" y="135"/>
                    </a:cubicBezTo>
                    <a:cubicBezTo>
                      <a:pt x="277" y="134"/>
                      <a:pt x="278" y="134"/>
                      <a:pt x="277" y="133"/>
                    </a:cubicBezTo>
                    <a:cubicBezTo>
                      <a:pt x="277" y="132"/>
                      <a:pt x="276" y="131"/>
                      <a:pt x="275" y="131"/>
                    </a:cubicBezTo>
                    <a:cubicBezTo>
                      <a:pt x="273" y="130"/>
                      <a:pt x="271" y="130"/>
                      <a:pt x="269" y="129"/>
                    </a:cubicBezTo>
                    <a:cubicBezTo>
                      <a:pt x="266" y="128"/>
                      <a:pt x="264" y="125"/>
                      <a:pt x="261" y="123"/>
                    </a:cubicBezTo>
                    <a:cubicBezTo>
                      <a:pt x="259" y="122"/>
                      <a:pt x="257" y="121"/>
                      <a:pt x="256" y="121"/>
                    </a:cubicBezTo>
                    <a:cubicBezTo>
                      <a:pt x="254" y="121"/>
                      <a:pt x="252" y="119"/>
                      <a:pt x="250" y="119"/>
                    </a:cubicBezTo>
                    <a:cubicBezTo>
                      <a:pt x="249" y="119"/>
                      <a:pt x="240" y="121"/>
                      <a:pt x="240" y="121"/>
                    </a:cubicBezTo>
                    <a:cubicBezTo>
                      <a:pt x="240" y="120"/>
                      <a:pt x="241" y="120"/>
                      <a:pt x="242" y="119"/>
                    </a:cubicBezTo>
                    <a:cubicBezTo>
                      <a:pt x="242" y="118"/>
                      <a:pt x="241" y="117"/>
                      <a:pt x="241" y="117"/>
                    </a:cubicBezTo>
                    <a:cubicBezTo>
                      <a:pt x="240" y="114"/>
                      <a:pt x="239" y="112"/>
                      <a:pt x="238" y="110"/>
                    </a:cubicBezTo>
                    <a:cubicBezTo>
                      <a:pt x="237" y="108"/>
                      <a:pt x="236" y="108"/>
                      <a:pt x="234" y="108"/>
                    </a:cubicBezTo>
                    <a:cubicBezTo>
                      <a:pt x="231" y="108"/>
                      <a:pt x="230" y="108"/>
                      <a:pt x="230" y="105"/>
                    </a:cubicBezTo>
                    <a:cubicBezTo>
                      <a:pt x="231" y="103"/>
                      <a:pt x="230" y="100"/>
                      <a:pt x="230" y="98"/>
                    </a:cubicBezTo>
                    <a:cubicBezTo>
                      <a:pt x="231" y="95"/>
                      <a:pt x="233" y="93"/>
                      <a:pt x="234" y="90"/>
                    </a:cubicBezTo>
                    <a:cubicBezTo>
                      <a:pt x="235" y="88"/>
                      <a:pt x="235" y="87"/>
                      <a:pt x="237" y="86"/>
                    </a:cubicBezTo>
                    <a:cubicBezTo>
                      <a:pt x="238" y="86"/>
                      <a:pt x="237" y="85"/>
                      <a:pt x="237" y="84"/>
                    </a:cubicBezTo>
                    <a:cubicBezTo>
                      <a:pt x="238" y="84"/>
                      <a:pt x="240" y="82"/>
                      <a:pt x="240" y="82"/>
                    </a:cubicBezTo>
                    <a:cubicBezTo>
                      <a:pt x="240" y="82"/>
                      <a:pt x="240" y="82"/>
                      <a:pt x="239" y="81"/>
                    </a:cubicBezTo>
                    <a:cubicBezTo>
                      <a:pt x="239" y="81"/>
                      <a:pt x="240" y="81"/>
                      <a:pt x="240" y="81"/>
                    </a:cubicBezTo>
                    <a:cubicBezTo>
                      <a:pt x="240" y="79"/>
                      <a:pt x="242" y="80"/>
                      <a:pt x="243" y="80"/>
                    </a:cubicBezTo>
                    <a:cubicBezTo>
                      <a:pt x="244" y="80"/>
                      <a:pt x="244" y="79"/>
                      <a:pt x="244" y="79"/>
                    </a:cubicBezTo>
                    <a:cubicBezTo>
                      <a:pt x="245" y="77"/>
                      <a:pt x="243" y="78"/>
                      <a:pt x="242" y="77"/>
                    </a:cubicBezTo>
                    <a:cubicBezTo>
                      <a:pt x="242" y="77"/>
                      <a:pt x="244" y="77"/>
                      <a:pt x="244" y="77"/>
                    </a:cubicBezTo>
                    <a:cubicBezTo>
                      <a:pt x="245" y="76"/>
                      <a:pt x="246" y="77"/>
                      <a:pt x="246" y="77"/>
                    </a:cubicBezTo>
                    <a:cubicBezTo>
                      <a:pt x="248" y="79"/>
                      <a:pt x="248" y="77"/>
                      <a:pt x="250" y="76"/>
                    </a:cubicBezTo>
                    <a:cubicBezTo>
                      <a:pt x="252" y="74"/>
                      <a:pt x="248" y="72"/>
                      <a:pt x="246" y="71"/>
                    </a:cubicBezTo>
                    <a:cubicBezTo>
                      <a:pt x="245" y="71"/>
                      <a:pt x="241" y="72"/>
                      <a:pt x="241" y="72"/>
                    </a:cubicBezTo>
                    <a:cubicBezTo>
                      <a:pt x="240" y="70"/>
                      <a:pt x="243" y="70"/>
                      <a:pt x="240" y="69"/>
                    </a:cubicBezTo>
                    <a:cubicBezTo>
                      <a:pt x="239" y="69"/>
                      <a:pt x="234" y="69"/>
                      <a:pt x="234" y="68"/>
                    </a:cubicBezTo>
                    <a:cubicBezTo>
                      <a:pt x="234" y="67"/>
                      <a:pt x="236" y="67"/>
                      <a:pt x="236" y="67"/>
                    </a:cubicBezTo>
                    <a:cubicBezTo>
                      <a:pt x="237" y="66"/>
                      <a:pt x="237" y="67"/>
                      <a:pt x="238" y="67"/>
                    </a:cubicBezTo>
                    <a:cubicBezTo>
                      <a:pt x="237" y="68"/>
                      <a:pt x="240" y="68"/>
                      <a:pt x="240" y="68"/>
                    </a:cubicBezTo>
                    <a:cubicBezTo>
                      <a:pt x="242" y="68"/>
                      <a:pt x="245" y="70"/>
                      <a:pt x="246" y="70"/>
                    </a:cubicBezTo>
                    <a:cubicBezTo>
                      <a:pt x="247" y="70"/>
                      <a:pt x="248" y="71"/>
                      <a:pt x="249" y="71"/>
                    </a:cubicBezTo>
                    <a:cubicBezTo>
                      <a:pt x="251" y="72"/>
                      <a:pt x="250" y="71"/>
                      <a:pt x="251" y="71"/>
                    </a:cubicBezTo>
                    <a:cubicBezTo>
                      <a:pt x="252" y="71"/>
                      <a:pt x="255" y="71"/>
                      <a:pt x="254" y="70"/>
                    </a:cubicBezTo>
                    <a:cubicBezTo>
                      <a:pt x="253" y="69"/>
                      <a:pt x="254" y="67"/>
                      <a:pt x="255" y="66"/>
                    </a:cubicBezTo>
                    <a:cubicBezTo>
                      <a:pt x="255" y="67"/>
                      <a:pt x="258" y="68"/>
                      <a:pt x="258" y="68"/>
                    </a:cubicBezTo>
                    <a:cubicBezTo>
                      <a:pt x="260" y="68"/>
                      <a:pt x="261" y="68"/>
                      <a:pt x="263" y="67"/>
                    </a:cubicBezTo>
                    <a:cubicBezTo>
                      <a:pt x="264" y="66"/>
                      <a:pt x="265" y="64"/>
                      <a:pt x="266" y="63"/>
                    </a:cubicBezTo>
                    <a:cubicBezTo>
                      <a:pt x="267" y="62"/>
                      <a:pt x="269" y="61"/>
                      <a:pt x="268" y="59"/>
                    </a:cubicBezTo>
                    <a:cubicBezTo>
                      <a:pt x="267" y="57"/>
                      <a:pt x="264" y="58"/>
                      <a:pt x="263" y="58"/>
                    </a:cubicBezTo>
                    <a:cubicBezTo>
                      <a:pt x="260" y="58"/>
                      <a:pt x="258" y="57"/>
                      <a:pt x="256" y="56"/>
                    </a:cubicBezTo>
                    <a:cubicBezTo>
                      <a:pt x="255" y="55"/>
                      <a:pt x="254" y="54"/>
                      <a:pt x="252" y="53"/>
                    </a:cubicBezTo>
                    <a:cubicBezTo>
                      <a:pt x="252" y="53"/>
                      <a:pt x="247" y="53"/>
                      <a:pt x="247" y="53"/>
                    </a:cubicBezTo>
                    <a:cubicBezTo>
                      <a:pt x="247" y="52"/>
                      <a:pt x="252" y="53"/>
                      <a:pt x="253" y="53"/>
                    </a:cubicBezTo>
                    <a:cubicBezTo>
                      <a:pt x="255" y="53"/>
                      <a:pt x="255" y="52"/>
                      <a:pt x="257" y="53"/>
                    </a:cubicBezTo>
                    <a:cubicBezTo>
                      <a:pt x="261" y="55"/>
                      <a:pt x="265" y="59"/>
                      <a:pt x="269" y="56"/>
                    </a:cubicBezTo>
                    <a:cubicBezTo>
                      <a:pt x="271" y="54"/>
                      <a:pt x="272" y="53"/>
                      <a:pt x="273" y="51"/>
                    </a:cubicBezTo>
                    <a:cubicBezTo>
                      <a:pt x="274" y="50"/>
                      <a:pt x="268" y="49"/>
                      <a:pt x="271" y="47"/>
                    </a:cubicBezTo>
                    <a:cubicBezTo>
                      <a:pt x="272" y="47"/>
                      <a:pt x="275" y="47"/>
                      <a:pt x="276" y="48"/>
                    </a:cubicBezTo>
                    <a:cubicBezTo>
                      <a:pt x="279" y="48"/>
                      <a:pt x="279" y="50"/>
                      <a:pt x="282" y="48"/>
                    </a:cubicBezTo>
                    <a:cubicBezTo>
                      <a:pt x="282" y="48"/>
                      <a:pt x="285" y="49"/>
                      <a:pt x="284" y="47"/>
                    </a:cubicBezTo>
                    <a:cubicBezTo>
                      <a:pt x="283" y="46"/>
                      <a:pt x="279" y="44"/>
                      <a:pt x="278" y="44"/>
                    </a:cubicBezTo>
                    <a:cubicBezTo>
                      <a:pt x="280" y="43"/>
                      <a:pt x="282" y="45"/>
                      <a:pt x="284" y="45"/>
                    </a:cubicBezTo>
                    <a:cubicBezTo>
                      <a:pt x="285" y="45"/>
                      <a:pt x="287" y="50"/>
                      <a:pt x="289" y="49"/>
                    </a:cubicBezTo>
                    <a:cubicBezTo>
                      <a:pt x="289" y="49"/>
                      <a:pt x="288" y="48"/>
                      <a:pt x="288" y="48"/>
                    </a:cubicBezTo>
                    <a:cubicBezTo>
                      <a:pt x="289" y="47"/>
                      <a:pt x="290" y="47"/>
                      <a:pt x="292" y="46"/>
                    </a:cubicBezTo>
                    <a:cubicBezTo>
                      <a:pt x="293" y="45"/>
                      <a:pt x="296" y="42"/>
                      <a:pt x="297" y="41"/>
                    </a:cubicBezTo>
                    <a:cubicBezTo>
                      <a:pt x="297" y="38"/>
                      <a:pt x="295" y="38"/>
                      <a:pt x="293" y="36"/>
                    </a:cubicBezTo>
                    <a:cubicBezTo>
                      <a:pt x="293" y="36"/>
                      <a:pt x="290" y="30"/>
                      <a:pt x="290" y="31"/>
                    </a:cubicBezTo>
                    <a:cubicBezTo>
                      <a:pt x="291" y="30"/>
                      <a:pt x="295" y="30"/>
                      <a:pt x="296" y="30"/>
                    </a:cubicBezTo>
                    <a:cubicBezTo>
                      <a:pt x="299" y="29"/>
                      <a:pt x="294" y="28"/>
                      <a:pt x="294" y="27"/>
                    </a:cubicBezTo>
                    <a:cubicBezTo>
                      <a:pt x="293" y="26"/>
                      <a:pt x="297" y="26"/>
                      <a:pt x="297" y="25"/>
                    </a:cubicBezTo>
                    <a:cubicBezTo>
                      <a:pt x="297" y="25"/>
                      <a:pt x="287" y="21"/>
                      <a:pt x="287" y="21"/>
                    </a:cubicBezTo>
                    <a:cubicBezTo>
                      <a:pt x="288" y="21"/>
                      <a:pt x="290" y="20"/>
                      <a:pt x="291" y="20"/>
                    </a:cubicBezTo>
                    <a:cubicBezTo>
                      <a:pt x="288" y="20"/>
                      <a:pt x="285" y="19"/>
                      <a:pt x="282" y="19"/>
                    </a:cubicBezTo>
                    <a:cubicBezTo>
                      <a:pt x="280" y="19"/>
                      <a:pt x="277" y="20"/>
                      <a:pt x="276" y="19"/>
                    </a:cubicBezTo>
                    <a:cubicBezTo>
                      <a:pt x="278" y="20"/>
                      <a:pt x="275" y="21"/>
                      <a:pt x="276" y="23"/>
                    </a:cubicBezTo>
                    <a:cubicBezTo>
                      <a:pt x="277" y="24"/>
                      <a:pt x="280" y="25"/>
                      <a:pt x="280" y="26"/>
                    </a:cubicBezTo>
                    <a:cubicBezTo>
                      <a:pt x="280" y="26"/>
                      <a:pt x="278" y="27"/>
                      <a:pt x="278" y="27"/>
                    </a:cubicBezTo>
                    <a:cubicBezTo>
                      <a:pt x="278" y="27"/>
                      <a:pt x="280" y="28"/>
                      <a:pt x="279" y="28"/>
                    </a:cubicBezTo>
                    <a:cubicBezTo>
                      <a:pt x="277" y="29"/>
                      <a:pt x="276" y="27"/>
                      <a:pt x="275" y="31"/>
                    </a:cubicBezTo>
                    <a:cubicBezTo>
                      <a:pt x="274" y="33"/>
                      <a:pt x="274" y="35"/>
                      <a:pt x="273" y="37"/>
                    </a:cubicBezTo>
                    <a:cubicBezTo>
                      <a:pt x="272" y="37"/>
                      <a:pt x="271" y="38"/>
                      <a:pt x="271" y="39"/>
                    </a:cubicBezTo>
                    <a:cubicBezTo>
                      <a:pt x="271" y="40"/>
                      <a:pt x="270" y="40"/>
                      <a:pt x="270" y="41"/>
                    </a:cubicBezTo>
                    <a:cubicBezTo>
                      <a:pt x="267" y="42"/>
                      <a:pt x="268" y="43"/>
                      <a:pt x="266" y="40"/>
                    </a:cubicBezTo>
                    <a:cubicBezTo>
                      <a:pt x="265" y="39"/>
                      <a:pt x="262" y="37"/>
                      <a:pt x="262" y="35"/>
                    </a:cubicBezTo>
                    <a:cubicBezTo>
                      <a:pt x="262" y="35"/>
                      <a:pt x="262" y="32"/>
                      <a:pt x="263" y="32"/>
                    </a:cubicBezTo>
                    <a:cubicBezTo>
                      <a:pt x="263" y="32"/>
                      <a:pt x="265" y="33"/>
                      <a:pt x="265" y="31"/>
                    </a:cubicBezTo>
                    <a:cubicBezTo>
                      <a:pt x="264" y="29"/>
                      <a:pt x="264" y="28"/>
                      <a:pt x="262" y="26"/>
                    </a:cubicBezTo>
                    <a:cubicBezTo>
                      <a:pt x="260" y="25"/>
                      <a:pt x="258" y="23"/>
                      <a:pt x="256" y="25"/>
                    </a:cubicBezTo>
                    <a:cubicBezTo>
                      <a:pt x="255" y="26"/>
                      <a:pt x="255" y="28"/>
                      <a:pt x="255" y="30"/>
                    </a:cubicBezTo>
                    <a:cubicBezTo>
                      <a:pt x="255" y="31"/>
                      <a:pt x="251" y="31"/>
                      <a:pt x="251" y="30"/>
                    </a:cubicBezTo>
                    <a:cubicBezTo>
                      <a:pt x="251" y="29"/>
                      <a:pt x="251" y="26"/>
                      <a:pt x="250" y="25"/>
                    </a:cubicBezTo>
                    <a:cubicBezTo>
                      <a:pt x="246" y="22"/>
                      <a:pt x="251" y="25"/>
                      <a:pt x="251" y="24"/>
                    </a:cubicBezTo>
                    <a:cubicBezTo>
                      <a:pt x="252" y="24"/>
                      <a:pt x="253" y="23"/>
                      <a:pt x="252" y="23"/>
                    </a:cubicBezTo>
                    <a:cubicBezTo>
                      <a:pt x="252" y="22"/>
                      <a:pt x="251" y="21"/>
                      <a:pt x="250" y="22"/>
                    </a:cubicBezTo>
                    <a:cubicBezTo>
                      <a:pt x="249" y="23"/>
                      <a:pt x="249" y="21"/>
                      <a:pt x="248" y="21"/>
                    </a:cubicBezTo>
                    <a:cubicBezTo>
                      <a:pt x="247" y="20"/>
                      <a:pt x="246" y="22"/>
                      <a:pt x="245" y="21"/>
                    </a:cubicBezTo>
                    <a:cubicBezTo>
                      <a:pt x="243" y="20"/>
                      <a:pt x="242" y="21"/>
                      <a:pt x="243" y="18"/>
                    </a:cubicBezTo>
                    <a:cubicBezTo>
                      <a:pt x="243" y="18"/>
                      <a:pt x="243" y="18"/>
                      <a:pt x="244" y="18"/>
                    </a:cubicBezTo>
                    <a:cubicBezTo>
                      <a:pt x="244" y="17"/>
                      <a:pt x="244" y="17"/>
                      <a:pt x="244" y="16"/>
                    </a:cubicBezTo>
                    <a:cubicBezTo>
                      <a:pt x="245" y="16"/>
                      <a:pt x="245" y="16"/>
                      <a:pt x="246" y="16"/>
                    </a:cubicBezTo>
                    <a:cubicBezTo>
                      <a:pt x="245" y="16"/>
                      <a:pt x="244" y="13"/>
                      <a:pt x="244" y="13"/>
                    </a:cubicBezTo>
                    <a:cubicBezTo>
                      <a:pt x="243" y="11"/>
                      <a:pt x="241" y="11"/>
                      <a:pt x="241" y="10"/>
                    </a:cubicBezTo>
                    <a:cubicBezTo>
                      <a:pt x="239" y="9"/>
                      <a:pt x="240" y="9"/>
                      <a:pt x="239" y="7"/>
                    </a:cubicBezTo>
                    <a:cubicBezTo>
                      <a:pt x="239" y="5"/>
                      <a:pt x="237" y="4"/>
                      <a:pt x="237" y="3"/>
                    </a:cubicBezTo>
                    <a:cubicBezTo>
                      <a:pt x="236" y="1"/>
                      <a:pt x="234" y="1"/>
                      <a:pt x="232" y="1"/>
                    </a:cubicBezTo>
                    <a:cubicBezTo>
                      <a:pt x="231" y="1"/>
                      <a:pt x="232" y="0"/>
                      <a:pt x="230" y="0"/>
                    </a:cubicBezTo>
                    <a:cubicBezTo>
                      <a:pt x="229" y="0"/>
                      <a:pt x="228" y="0"/>
                      <a:pt x="228" y="2"/>
                    </a:cubicBezTo>
                    <a:cubicBezTo>
                      <a:pt x="228" y="2"/>
                      <a:pt x="225" y="3"/>
                      <a:pt x="225" y="3"/>
                    </a:cubicBezTo>
                    <a:cubicBezTo>
                      <a:pt x="226" y="3"/>
                      <a:pt x="228" y="3"/>
                      <a:pt x="228" y="4"/>
                    </a:cubicBezTo>
                    <a:cubicBezTo>
                      <a:pt x="228" y="4"/>
                      <a:pt x="226" y="5"/>
                      <a:pt x="226" y="5"/>
                    </a:cubicBezTo>
                    <a:cubicBezTo>
                      <a:pt x="225" y="6"/>
                      <a:pt x="224" y="4"/>
                      <a:pt x="223" y="6"/>
                    </a:cubicBezTo>
                    <a:cubicBezTo>
                      <a:pt x="222" y="6"/>
                      <a:pt x="221" y="9"/>
                      <a:pt x="221" y="10"/>
                    </a:cubicBezTo>
                    <a:cubicBezTo>
                      <a:pt x="222" y="10"/>
                      <a:pt x="224" y="10"/>
                      <a:pt x="225" y="11"/>
                    </a:cubicBezTo>
                    <a:cubicBezTo>
                      <a:pt x="224" y="10"/>
                      <a:pt x="222" y="14"/>
                      <a:pt x="222" y="15"/>
                    </a:cubicBezTo>
                    <a:cubicBezTo>
                      <a:pt x="222" y="16"/>
                      <a:pt x="224" y="18"/>
                      <a:pt x="225" y="19"/>
                    </a:cubicBezTo>
                    <a:cubicBezTo>
                      <a:pt x="226" y="19"/>
                      <a:pt x="228" y="21"/>
                      <a:pt x="229" y="21"/>
                    </a:cubicBezTo>
                    <a:cubicBezTo>
                      <a:pt x="231" y="20"/>
                      <a:pt x="231" y="20"/>
                      <a:pt x="232" y="21"/>
                    </a:cubicBezTo>
                    <a:cubicBezTo>
                      <a:pt x="233" y="21"/>
                      <a:pt x="235" y="23"/>
                      <a:pt x="235" y="23"/>
                    </a:cubicBezTo>
                    <a:cubicBezTo>
                      <a:pt x="234" y="24"/>
                      <a:pt x="233" y="22"/>
                      <a:pt x="233" y="24"/>
                    </a:cubicBezTo>
                    <a:cubicBezTo>
                      <a:pt x="233" y="26"/>
                      <a:pt x="232" y="26"/>
                      <a:pt x="232" y="27"/>
                    </a:cubicBezTo>
                    <a:cubicBezTo>
                      <a:pt x="231" y="29"/>
                      <a:pt x="233" y="29"/>
                      <a:pt x="234" y="28"/>
                    </a:cubicBezTo>
                    <a:cubicBezTo>
                      <a:pt x="234" y="28"/>
                      <a:pt x="236" y="25"/>
                      <a:pt x="236" y="26"/>
                    </a:cubicBezTo>
                    <a:cubicBezTo>
                      <a:pt x="237" y="27"/>
                      <a:pt x="236" y="29"/>
                      <a:pt x="236" y="30"/>
                    </a:cubicBezTo>
                    <a:cubicBezTo>
                      <a:pt x="235" y="31"/>
                      <a:pt x="234" y="31"/>
                      <a:pt x="233" y="31"/>
                    </a:cubicBezTo>
                    <a:cubicBezTo>
                      <a:pt x="233" y="32"/>
                      <a:pt x="233" y="33"/>
                      <a:pt x="232" y="34"/>
                    </a:cubicBezTo>
                    <a:cubicBezTo>
                      <a:pt x="231" y="34"/>
                      <a:pt x="229" y="34"/>
                      <a:pt x="228" y="35"/>
                    </a:cubicBezTo>
                    <a:cubicBezTo>
                      <a:pt x="227" y="35"/>
                      <a:pt x="226" y="37"/>
                      <a:pt x="226" y="37"/>
                    </a:cubicBezTo>
                    <a:cubicBezTo>
                      <a:pt x="227" y="38"/>
                      <a:pt x="228" y="39"/>
                      <a:pt x="228" y="41"/>
                    </a:cubicBezTo>
                    <a:cubicBezTo>
                      <a:pt x="228" y="42"/>
                      <a:pt x="227" y="41"/>
                      <a:pt x="226" y="40"/>
                    </a:cubicBezTo>
                    <a:cubicBezTo>
                      <a:pt x="226" y="40"/>
                      <a:pt x="225" y="40"/>
                      <a:pt x="225" y="41"/>
                    </a:cubicBezTo>
                    <a:cubicBezTo>
                      <a:pt x="224" y="41"/>
                      <a:pt x="222" y="40"/>
                      <a:pt x="222" y="39"/>
                    </a:cubicBezTo>
                    <a:cubicBezTo>
                      <a:pt x="222" y="38"/>
                      <a:pt x="224" y="35"/>
                      <a:pt x="224" y="34"/>
                    </a:cubicBezTo>
                    <a:cubicBezTo>
                      <a:pt x="225" y="32"/>
                      <a:pt x="222" y="34"/>
                      <a:pt x="222" y="34"/>
                    </a:cubicBezTo>
                    <a:cubicBezTo>
                      <a:pt x="221" y="34"/>
                      <a:pt x="218" y="32"/>
                      <a:pt x="217" y="31"/>
                    </a:cubicBezTo>
                    <a:cubicBezTo>
                      <a:pt x="215" y="30"/>
                      <a:pt x="216" y="32"/>
                      <a:pt x="214" y="32"/>
                    </a:cubicBezTo>
                    <a:cubicBezTo>
                      <a:pt x="213" y="32"/>
                      <a:pt x="210" y="31"/>
                      <a:pt x="212" y="33"/>
                    </a:cubicBezTo>
                    <a:cubicBezTo>
                      <a:pt x="213" y="34"/>
                      <a:pt x="213" y="35"/>
                      <a:pt x="215" y="35"/>
                    </a:cubicBezTo>
                    <a:cubicBezTo>
                      <a:pt x="216" y="35"/>
                      <a:pt x="218" y="35"/>
                      <a:pt x="218" y="37"/>
                    </a:cubicBezTo>
                    <a:cubicBezTo>
                      <a:pt x="220" y="41"/>
                      <a:pt x="214" y="36"/>
                      <a:pt x="213" y="35"/>
                    </a:cubicBezTo>
                    <a:cubicBezTo>
                      <a:pt x="211" y="35"/>
                      <a:pt x="211" y="37"/>
                      <a:pt x="209" y="37"/>
                    </a:cubicBezTo>
                    <a:cubicBezTo>
                      <a:pt x="207" y="37"/>
                      <a:pt x="206" y="36"/>
                      <a:pt x="204" y="36"/>
                    </a:cubicBezTo>
                    <a:cubicBezTo>
                      <a:pt x="200" y="37"/>
                      <a:pt x="197" y="37"/>
                      <a:pt x="193" y="37"/>
                    </a:cubicBezTo>
                    <a:cubicBezTo>
                      <a:pt x="190" y="36"/>
                      <a:pt x="186" y="34"/>
                      <a:pt x="182" y="33"/>
                    </a:cubicBezTo>
                    <a:cubicBezTo>
                      <a:pt x="181" y="33"/>
                      <a:pt x="179" y="33"/>
                      <a:pt x="178" y="32"/>
                    </a:cubicBezTo>
                    <a:cubicBezTo>
                      <a:pt x="177" y="30"/>
                      <a:pt x="177" y="28"/>
                      <a:pt x="176" y="28"/>
                    </a:cubicBezTo>
                    <a:cubicBezTo>
                      <a:pt x="174" y="27"/>
                      <a:pt x="172" y="28"/>
                      <a:pt x="171" y="28"/>
                    </a:cubicBezTo>
                    <a:cubicBezTo>
                      <a:pt x="168" y="29"/>
                      <a:pt x="166" y="29"/>
                      <a:pt x="164" y="29"/>
                    </a:cubicBezTo>
                    <a:cubicBezTo>
                      <a:pt x="163" y="30"/>
                      <a:pt x="161" y="31"/>
                      <a:pt x="161" y="32"/>
                    </a:cubicBezTo>
                    <a:cubicBezTo>
                      <a:pt x="161" y="32"/>
                      <a:pt x="165" y="34"/>
                      <a:pt x="166" y="34"/>
                    </a:cubicBezTo>
                    <a:cubicBezTo>
                      <a:pt x="166" y="34"/>
                      <a:pt x="165" y="31"/>
                      <a:pt x="167" y="32"/>
                    </a:cubicBezTo>
                    <a:cubicBezTo>
                      <a:pt x="168" y="32"/>
                      <a:pt x="168" y="33"/>
                      <a:pt x="169" y="32"/>
                    </a:cubicBezTo>
                    <a:cubicBezTo>
                      <a:pt x="170" y="32"/>
                      <a:pt x="176" y="28"/>
                      <a:pt x="176" y="30"/>
                    </a:cubicBezTo>
                    <a:cubicBezTo>
                      <a:pt x="176" y="31"/>
                      <a:pt x="173" y="32"/>
                      <a:pt x="172" y="33"/>
                    </a:cubicBezTo>
                    <a:cubicBezTo>
                      <a:pt x="171" y="34"/>
                      <a:pt x="169" y="34"/>
                      <a:pt x="167" y="34"/>
                    </a:cubicBezTo>
                    <a:cubicBezTo>
                      <a:pt x="166" y="35"/>
                      <a:pt x="163" y="37"/>
                      <a:pt x="165" y="38"/>
                    </a:cubicBezTo>
                    <a:cubicBezTo>
                      <a:pt x="167" y="38"/>
                      <a:pt x="167" y="39"/>
                      <a:pt x="166" y="41"/>
                    </a:cubicBezTo>
                    <a:cubicBezTo>
                      <a:pt x="166" y="42"/>
                      <a:pt x="168" y="42"/>
                      <a:pt x="168" y="43"/>
                    </a:cubicBezTo>
                    <a:cubicBezTo>
                      <a:pt x="169" y="44"/>
                      <a:pt x="169" y="46"/>
                      <a:pt x="167" y="44"/>
                    </a:cubicBezTo>
                    <a:cubicBezTo>
                      <a:pt x="165" y="42"/>
                      <a:pt x="167" y="46"/>
                      <a:pt x="166" y="45"/>
                    </a:cubicBezTo>
                    <a:cubicBezTo>
                      <a:pt x="165" y="45"/>
                      <a:pt x="163" y="42"/>
                      <a:pt x="162" y="43"/>
                    </a:cubicBezTo>
                    <a:cubicBezTo>
                      <a:pt x="164" y="42"/>
                      <a:pt x="167" y="43"/>
                      <a:pt x="164" y="41"/>
                    </a:cubicBezTo>
                    <a:cubicBezTo>
                      <a:pt x="165" y="41"/>
                      <a:pt x="166" y="40"/>
                      <a:pt x="164" y="39"/>
                    </a:cubicBezTo>
                    <a:cubicBezTo>
                      <a:pt x="166" y="40"/>
                      <a:pt x="161" y="40"/>
                      <a:pt x="162" y="40"/>
                    </a:cubicBezTo>
                    <a:cubicBezTo>
                      <a:pt x="162" y="39"/>
                      <a:pt x="162" y="39"/>
                      <a:pt x="163" y="39"/>
                    </a:cubicBezTo>
                    <a:cubicBezTo>
                      <a:pt x="163" y="38"/>
                      <a:pt x="160" y="40"/>
                      <a:pt x="160" y="40"/>
                    </a:cubicBezTo>
                    <a:cubicBezTo>
                      <a:pt x="159" y="40"/>
                      <a:pt x="160" y="38"/>
                      <a:pt x="159" y="37"/>
                    </a:cubicBezTo>
                    <a:cubicBezTo>
                      <a:pt x="159" y="37"/>
                      <a:pt x="157" y="37"/>
                      <a:pt x="157" y="37"/>
                    </a:cubicBezTo>
                    <a:cubicBezTo>
                      <a:pt x="155" y="37"/>
                      <a:pt x="155" y="34"/>
                      <a:pt x="153" y="35"/>
                    </a:cubicBezTo>
                    <a:cubicBezTo>
                      <a:pt x="151" y="37"/>
                      <a:pt x="150" y="37"/>
                      <a:pt x="147" y="37"/>
                    </a:cubicBezTo>
                    <a:cubicBezTo>
                      <a:pt x="143" y="37"/>
                      <a:pt x="140" y="37"/>
                      <a:pt x="136" y="37"/>
                    </a:cubicBezTo>
                    <a:cubicBezTo>
                      <a:pt x="135" y="37"/>
                      <a:pt x="128" y="37"/>
                      <a:pt x="128" y="36"/>
                    </a:cubicBezTo>
                    <a:cubicBezTo>
                      <a:pt x="127" y="36"/>
                      <a:pt x="130" y="34"/>
                      <a:pt x="131" y="33"/>
                    </a:cubicBezTo>
                    <a:cubicBezTo>
                      <a:pt x="132" y="32"/>
                      <a:pt x="133" y="33"/>
                      <a:pt x="135" y="33"/>
                    </a:cubicBezTo>
                    <a:cubicBezTo>
                      <a:pt x="136" y="32"/>
                      <a:pt x="133" y="30"/>
                      <a:pt x="133" y="30"/>
                    </a:cubicBezTo>
                    <a:cubicBezTo>
                      <a:pt x="131" y="28"/>
                      <a:pt x="130" y="28"/>
                      <a:pt x="128" y="27"/>
                    </a:cubicBezTo>
                    <a:cubicBezTo>
                      <a:pt x="127" y="27"/>
                      <a:pt x="126" y="26"/>
                      <a:pt x="125" y="27"/>
                    </a:cubicBezTo>
                    <a:cubicBezTo>
                      <a:pt x="124" y="28"/>
                      <a:pt x="123" y="29"/>
                      <a:pt x="122" y="28"/>
                    </a:cubicBezTo>
                    <a:cubicBezTo>
                      <a:pt x="119" y="26"/>
                      <a:pt x="116" y="26"/>
                      <a:pt x="113" y="25"/>
                    </a:cubicBezTo>
                    <a:cubicBezTo>
                      <a:pt x="109" y="24"/>
                      <a:pt x="106" y="24"/>
                      <a:pt x="102" y="22"/>
                    </a:cubicBezTo>
                    <a:cubicBezTo>
                      <a:pt x="99" y="20"/>
                      <a:pt x="97" y="19"/>
                      <a:pt x="93" y="19"/>
                    </a:cubicBezTo>
                    <a:cubicBezTo>
                      <a:pt x="92" y="19"/>
                      <a:pt x="91" y="19"/>
                      <a:pt x="90" y="20"/>
                    </a:cubicBezTo>
                    <a:cubicBezTo>
                      <a:pt x="89" y="21"/>
                      <a:pt x="88" y="23"/>
                      <a:pt x="87" y="23"/>
                    </a:cubicBezTo>
                    <a:cubicBezTo>
                      <a:pt x="86" y="23"/>
                      <a:pt x="83" y="24"/>
                      <a:pt x="83" y="23"/>
                    </a:cubicBezTo>
                    <a:cubicBezTo>
                      <a:pt x="83" y="22"/>
                      <a:pt x="85" y="21"/>
                      <a:pt x="85" y="20"/>
                    </a:cubicBezTo>
                    <a:cubicBezTo>
                      <a:pt x="85" y="20"/>
                      <a:pt x="82" y="21"/>
                      <a:pt x="82" y="20"/>
                    </a:cubicBezTo>
                    <a:cubicBezTo>
                      <a:pt x="83" y="19"/>
                      <a:pt x="83" y="18"/>
                      <a:pt x="82" y="17"/>
                    </a:cubicBezTo>
                    <a:cubicBezTo>
                      <a:pt x="82" y="15"/>
                      <a:pt x="78" y="17"/>
                      <a:pt x="78" y="18"/>
                    </a:cubicBezTo>
                    <a:cubicBezTo>
                      <a:pt x="78" y="18"/>
                      <a:pt x="80" y="17"/>
                      <a:pt x="80" y="18"/>
                    </a:cubicBezTo>
                    <a:cubicBezTo>
                      <a:pt x="81" y="18"/>
                      <a:pt x="77" y="20"/>
                      <a:pt x="80" y="20"/>
                    </a:cubicBezTo>
                    <a:cubicBezTo>
                      <a:pt x="79" y="20"/>
                      <a:pt x="78" y="20"/>
                      <a:pt x="78" y="22"/>
                    </a:cubicBezTo>
                    <a:cubicBezTo>
                      <a:pt x="78" y="23"/>
                      <a:pt x="77" y="24"/>
                      <a:pt x="76" y="23"/>
                    </a:cubicBezTo>
                    <a:cubicBezTo>
                      <a:pt x="73" y="22"/>
                      <a:pt x="72" y="21"/>
                      <a:pt x="71" y="18"/>
                    </a:cubicBezTo>
                    <a:cubicBezTo>
                      <a:pt x="70" y="16"/>
                      <a:pt x="68" y="15"/>
                      <a:pt x="66" y="13"/>
                    </a:cubicBezTo>
                    <a:cubicBezTo>
                      <a:pt x="65" y="13"/>
                      <a:pt x="64" y="11"/>
                      <a:pt x="63" y="12"/>
                    </a:cubicBezTo>
                    <a:cubicBezTo>
                      <a:pt x="63" y="14"/>
                      <a:pt x="66" y="15"/>
                      <a:pt x="67" y="16"/>
                    </a:cubicBezTo>
                    <a:cubicBezTo>
                      <a:pt x="67" y="15"/>
                      <a:pt x="63" y="16"/>
                      <a:pt x="63" y="17"/>
                    </a:cubicBezTo>
                    <a:cubicBezTo>
                      <a:pt x="62" y="18"/>
                      <a:pt x="63" y="18"/>
                      <a:pt x="62" y="19"/>
                    </a:cubicBezTo>
                    <a:cubicBezTo>
                      <a:pt x="61" y="19"/>
                      <a:pt x="60" y="21"/>
                      <a:pt x="59" y="20"/>
                    </a:cubicBezTo>
                    <a:cubicBezTo>
                      <a:pt x="59" y="20"/>
                      <a:pt x="59" y="19"/>
                      <a:pt x="59" y="19"/>
                    </a:cubicBezTo>
                    <a:cubicBezTo>
                      <a:pt x="59" y="18"/>
                      <a:pt x="54" y="20"/>
                      <a:pt x="54" y="21"/>
                    </a:cubicBezTo>
                    <a:cubicBezTo>
                      <a:pt x="53" y="22"/>
                      <a:pt x="52" y="23"/>
                      <a:pt x="50" y="24"/>
                    </a:cubicBezTo>
                    <a:cubicBezTo>
                      <a:pt x="49" y="25"/>
                      <a:pt x="50" y="22"/>
                      <a:pt x="49" y="22"/>
                    </a:cubicBezTo>
                    <a:cubicBezTo>
                      <a:pt x="48" y="22"/>
                      <a:pt x="47" y="23"/>
                      <a:pt x="46" y="23"/>
                    </a:cubicBezTo>
                    <a:cubicBezTo>
                      <a:pt x="45" y="23"/>
                      <a:pt x="45" y="25"/>
                      <a:pt x="44" y="25"/>
                    </a:cubicBezTo>
                    <a:cubicBezTo>
                      <a:pt x="43" y="25"/>
                      <a:pt x="40" y="27"/>
                      <a:pt x="41" y="27"/>
                    </a:cubicBezTo>
                    <a:cubicBezTo>
                      <a:pt x="41" y="28"/>
                      <a:pt x="43" y="28"/>
                      <a:pt x="40" y="29"/>
                    </a:cubicBezTo>
                    <a:cubicBezTo>
                      <a:pt x="40" y="29"/>
                      <a:pt x="37" y="29"/>
                      <a:pt x="37" y="28"/>
                    </a:cubicBezTo>
                    <a:cubicBezTo>
                      <a:pt x="37" y="27"/>
                      <a:pt x="40" y="26"/>
                      <a:pt x="40" y="26"/>
                    </a:cubicBezTo>
                    <a:cubicBezTo>
                      <a:pt x="41" y="24"/>
                      <a:pt x="43" y="23"/>
                      <a:pt x="44" y="22"/>
                    </a:cubicBezTo>
                    <a:cubicBezTo>
                      <a:pt x="46" y="21"/>
                      <a:pt x="47" y="21"/>
                      <a:pt x="49" y="22"/>
                    </a:cubicBezTo>
                    <a:cubicBezTo>
                      <a:pt x="48" y="22"/>
                      <a:pt x="56" y="18"/>
                      <a:pt x="56" y="18"/>
                    </a:cubicBezTo>
                    <a:cubicBezTo>
                      <a:pt x="58" y="17"/>
                      <a:pt x="57" y="16"/>
                      <a:pt x="56" y="16"/>
                    </a:cubicBezTo>
                    <a:cubicBezTo>
                      <a:pt x="54" y="16"/>
                      <a:pt x="52" y="16"/>
                      <a:pt x="50" y="17"/>
                    </a:cubicBezTo>
                    <a:cubicBezTo>
                      <a:pt x="49" y="17"/>
                      <a:pt x="49" y="19"/>
                      <a:pt x="47" y="19"/>
                    </a:cubicBezTo>
                    <a:cubicBezTo>
                      <a:pt x="46" y="19"/>
                      <a:pt x="44" y="20"/>
                      <a:pt x="43" y="20"/>
                    </a:cubicBezTo>
                    <a:cubicBezTo>
                      <a:pt x="41" y="20"/>
                      <a:pt x="36" y="25"/>
                      <a:pt x="35" y="24"/>
                    </a:cubicBezTo>
                    <a:cubicBezTo>
                      <a:pt x="34" y="24"/>
                      <a:pt x="36" y="23"/>
                      <a:pt x="36" y="22"/>
                    </a:cubicBezTo>
                    <a:cubicBezTo>
                      <a:pt x="36" y="22"/>
                      <a:pt x="33" y="21"/>
                      <a:pt x="33" y="21"/>
                    </a:cubicBezTo>
                    <a:cubicBezTo>
                      <a:pt x="33" y="21"/>
                      <a:pt x="30" y="23"/>
                      <a:pt x="29" y="23"/>
                    </a:cubicBezTo>
                    <a:cubicBezTo>
                      <a:pt x="28" y="23"/>
                      <a:pt x="26" y="24"/>
                      <a:pt x="25" y="25"/>
                    </a:cubicBezTo>
                    <a:cubicBezTo>
                      <a:pt x="24" y="25"/>
                      <a:pt x="26" y="26"/>
                      <a:pt x="26" y="26"/>
                    </a:cubicBezTo>
                    <a:cubicBezTo>
                      <a:pt x="27" y="26"/>
                      <a:pt x="26" y="27"/>
                      <a:pt x="26" y="27"/>
                    </a:cubicBezTo>
                    <a:cubicBezTo>
                      <a:pt x="26" y="28"/>
                      <a:pt x="30" y="27"/>
                      <a:pt x="30" y="27"/>
                    </a:cubicBezTo>
                    <a:cubicBezTo>
                      <a:pt x="31" y="26"/>
                      <a:pt x="33" y="25"/>
                      <a:pt x="34" y="24"/>
                    </a:cubicBezTo>
                    <a:cubicBezTo>
                      <a:pt x="29" y="26"/>
                      <a:pt x="34" y="27"/>
                      <a:pt x="33" y="29"/>
                    </a:cubicBezTo>
                    <a:cubicBezTo>
                      <a:pt x="33" y="29"/>
                      <a:pt x="32" y="28"/>
                      <a:pt x="32" y="28"/>
                    </a:cubicBezTo>
                    <a:cubicBezTo>
                      <a:pt x="30" y="27"/>
                      <a:pt x="29" y="28"/>
                      <a:pt x="28" y="29"/>
                    </a:cubicBezTo>
                    <a:cubicBezTo>
                      <a:pt x="27" y="29"/>
                      <a:pt x="23" y="28"/>
                      <a:pt x="21" y="28"/>
                    </a:cubicBezTo>
                    <a:cubicBezTo>
                      <a:pt x="19" y="28"/>
                      <a:pt x="16" y="26"/>
                      <a:pt x="14" y="25"/>
                    </a:cubicBezTo>
                    <a:cubicBezTo>
                      <a:pt x="13" y="25"/>
                      <a:pt x="12" y="24"/>
                      <a:pt x="11" y="24"/>
                    </a:cubicBezTo>
                    <a:cubicBezTo>
                      <a:pt x="10" y="23"/>
                      <a:pt x="9" y="21"/>
                      <a:pt x="10" y="21"/>
                    </a:cubicBezTo>
                    <a:cubicBezTo>
                      <a:pt x="9" y="21"/>
                      <a:pt x="7" y="21"/>
                      <a:pt x="6" y="22"/>
                    </a:cubicBezTo>
                    <a:cubicBezTo>
                      <a:pt x="4" y="22"/>
                      <a:pt x="2" y="22"/>
                      <a:pt x="0" y="21"/>
                    </a:cubicBezTo>
                    <a:cubicBezTo>
                      <a:pt x="0" y="41"/>
                      <a:pt x="0" y="61"/>
                      <a:pt x="0" y="80"/>
                    </a:cubicBezTo>
                    <a:cubicBezTo>
                      <a:pt x="0" y="85"/>
                      <a:pt x="0" y="89"/>
                      <a:pt x="0" y="94"/>
                    </a:cubicBezTo>
                    <a:cubicBezTo>
                      <a:pt x="0" y="95"/>
                      <a:pt x="0" y="96"/>
                      <a:pt x="0" y="97"/>
                    </a:cubicBezTo>
                    <a:cubicBezTo>
                      <a:pt x="0" y="99"/>
                      <a:pt x="2" y="97"/>
                      <a:pt x="3" y="97"/>
                    </a:cubicBezTo>
                    <a:cubicBezTo>
                      <a:pt x="5" y="98"/>
                      <a:pt x="5" y="97"/>
                      <a:pt x="7" y="97"/>
                    </a:cubicBezTo>
                    <a:cubicBezTo>
                      <a:pt x="9" y="97"/>
                      <a:pt x="9" y="98"/>
                      <a:pt x="10" y="99"/>
                    </a:cubicBezTo>
                    <a:cubicBezTo>
                      <a:pt x="11" y="101"/>
                      <a:pt x="16" y="107"/>
                      <a:pt x="18" y="107"/>
                    </a:cubicBezTo>
                    <a:cubicBezTo>
                      <a:pt x="19" y="107"/>
                      <a:pt x="21" y="106"/>
                      <a:pt x="22" y="105"/>
                    </a:cubicBezTo>
                    <a:cubicBezTo>
                      <a:pt x="23" y="104"/>
                      <a:pt x="22" y="103"/>
                      <a:pt x="23" y="102"/>
                    </a:cubicBezTo>
                    <a:cubicBezTo>
                      <a:pt x="24" y="102"/>
                      <a:pt x="28" y="101"/>
                      <a:pt x="28" y="102"/>
                    </a:cubicBezTo>
                    <a:cubicBezTo>
                      <a:pt x="30" y="104"/>
                      <a:pt x="32" y="105"/>
                      <a:pt x="33" y="107"/>
                    </a:cubicBezTo>
                    <a:cubicBezTo>
                      <a:pt x="35" y="109"/>
                      <a:pt x="37" y="110"/>
                      <a:pt x="38" y="112"/>
                    </a:cubicBezTo>
                    <a:cubicBezTo>
                      <a:pt x="39" y="113"/>
                      <a:pt x="39" y="114"/>
                      <a:pt x="40" y="116"/>
                    </a:cubicBezTo>
                    <a:cubicBezTo>
                      <a:pt x="42" y="118"/>
                      <a:pt x="43" y="122"/>
                      <a:pt x="46" y="124"/>
                    </a:cubicBezTo>
                    <a:cubicBezTo>
                      <a:pt x="48" y="126"/>
                      <a:pt x="52" y="127"/>
                      <a:pt x="54" y="128"/>
                    </a:cubicBezTo>
                    <a:cubicBezTo>
                      <a:pt x="56" y="129"/>
                      <a:pt x="53" y="130"/>
                      <a:pt x="54" y="132"/>
                    </a:cubicBezTo>
                    <a:cubicBezTo>
                      <a:pt x="55" y="132"/>
                      <a:pt x="56" y="132"/>
                      <a:pt x="56" y="133"/>
                    </a:cubicBezTo>
                    <a:cubicBezTo>
                      <a:pt x="56" y="133"/>
                      <a:pt x="55" y="136"/>
                      <a:pt x="56" y="135"/>
                    </a:cubicBezTo>
                    <a:cubicBezTo>
                      <a:pt x="55" y="136"/>
                      <a:pt x="53" y="136"/>
                      <a:pt x="53" y="138"/>
                    </a:cubicBezTo>
                    <a:cubicBezTo>
                      <a:pt x="52" y="139"/>
                      <a:pt x="55" y="141"/>
                      <a:pt x="56" y="141"/>
                    </a:cubicBezTo>
                    <a:cubicBezTo>
                      <a:pt x="56" y="141"/>
                      <a:pt x="54" y="143"/>
                      <a:pt x="54" y="143"/>
                    </a:cubicBezTo>
                    <a:cubicBezTo>
                      <a:pt x="54" y="143"/>
                      <a:pt x="53" y="142"/>
                      <a:pt x="53" y="141"/>
                    </a:cubicBezTo>
                    <a:cubicBezTo>
                      <a:pt x="52" y="141"/>
                      <a:pt x="53" y="143"/>
                      <a:pt x="53" y="143"/>
                    </a:cubicBezTo>
                    <a:cubicBezTo>
                      <a:pt x="54" y="144"/>
                      <a:pt x="53" y="145"/>
                      <a:pt x="54" y="146"/>
                    </a:cubicBezTo>
                    <a:cubicBezTo>
                      <a:pt x="55" y="148"/>
                      <a:pt x="55" y="148"/>
                      <a:pt x="57" y="147"/>
                    </a:cubicBezTo>
                    <a:cubicBezTo>
                      <a:pt x="57" y="147"/>
                      <a:pt x="58" y="147"/>
                      <a:pt x="58" y="147"/>
                    </a:cubicBezTo>
                    <a:cubicBezTo>
                      <a:pt x="59" y="147"/>
                      <a:pt x="59" y="145"/>
                      <a:pt x="59" y="145"/>
                    </a:cubicBezTo>
                    <a:cubicBezTo>
                      <a:pt x="59" y="145"/>
                      <a:pt x="60" y="147"/>
                      <a:pt x="61" y="147"/>
                    </a:cubicBezTo>
                    <a:cubicBezTo>
                      <a:pt x="61" y="147"/>
                      <a:pt x="60" y="149"/>
                      <a:pt x="60" y="150"/>
                    </a:cubicBezTo>
                    <a:cubicBezTo>
                      <a:pt x="59" y="151"/>
                      <a:pt x="59" y="152"/>
                      <a:pt x="61" y="151"/>
                    </a:cubicBezTo>
                    <a:cubicBezTo>
                      <a:pt x="61" y="150"/>
                      <a:pt x="62" y="150"/>
                      <a:pt x="62" y="150"/>
                    </a:cubicBezTo>
                    <a:cubicBezTo>
                      <a:pt x="63" y="150"/>
                      <a:pt x="63" y="149"/>
                      <a:pt x="63" y="149"/>
                    </a:cubicBezTo>
                    <a:cubicBezTo>
                      <a:pt x="65" y="148"/>
                      <a:pt x="64" y="151"/>
                      <a:pt x="64" y="152"/>
                    </a:cubicBezTo>
                    <a:cubicBezTo>
                      <a:pt x="64" y="153"/>
                      <a:pt x="65" y="154"/>
                      <a:pt x="66" y="154"/>
                    </a:cubicBezTo>
                    <a:cubicBezTo>
                      <a:pt x="67" y="154"/>
                      <a:pt x="68" y="152"/>
                      <a:pt x="69" y="152"/>
                    </a:cubicBezTo>
                    <a:cubicBezTo>
                      <a:pt x="69" y="152"/>
                      <a:pt x="68" y="153"/>
                      <a:pt x="68" y="153"/>
                    </a:cubicBezTo>
                    <a:cubicBezTo>
                      <a:pt x="68" y="153"/>
                      <a:pt x="70" y="154"/>
                      <a:pt x="70" y="154"/>
                    </a:cubicBezTo>
                    <a:cubicBezTo>
                      <a:pt x="70" y="154"/>
                      <a:pt x="63" y="156"/>
                      <a:pt x="66" y="158"/>
                    </a:cubicBezTo>
                    <a:cubicBezTo>
                      <a:pt x="66" y="158"/>
                      <a:pt x="72" y="157"/>
                      <a:pt x="71" y="158"/>
                    </a:cubicBezTo>
                    <a:cubicBezTo>
                      <a:pt x="71" y="158"/>
                      <a:pt x="66" y="158"/>
                      <a:pt x="67" y="160"/>
                    </a:cubicBezTo>
                    <a:cubicBezTo>
                      <a:pt x="67" y="160"/>
                      <a:pt x="69" y="160"/>
                      <a:pt x="69" y="160"/>
                    </a:cubicBezTo>
                    <a:cubicBezTo>
                      <a:pt x="68" y="161"/>
                      <a:pt x="66" y="161"/>
                      <a:pt x="67" y="162"/>
                    </a:cubicBezTo>
                    <a:cubicBezTo>
                      <a:pt x="69" y="163"/>
                      <a:pt x="71" y="163"/>
                      <a:pt x="72" y="163"/>
                    </a:cubicBezTo>
                    <a:cubicBezTo>
                      <a:pt x="74" y="163"/>
                      <a:pt x="73" y="164"/>
                      <a:pt x="74" y="164"/>
                    </a:cubicBezTo>
                    <a:cubicBezTo>
                      <a:pt x="76" y="165"/>
                      <a:pt x="76" y="162"/>
                      <a:pt x="77" y="162"/>
                    </a:cubicBezTo>
                    <a:cubicBezTo>
                      <a:pt x="78" y="162"/>
                      <a:pt x="77" y="164"/>
                      <a:pt x="77" y="164"/>
                    </a:cubicBezTo>
                    <a:cubicBezTo>
                      <a:pt x="76" y="165"/>
                      <a:pt x="76" y="165"/>
                      <a:pt x="77" y="166"/>
                    </a:cubicBezTo>
                    <a:cubicBezTo>
                      <a:pt x="80" y="168"/>
                      <a:pt x="81" y="163"/>
                      <a:pt x="81" y="163"/>
                    </a:cubicBezTo>
                    <a:cubicBezTo>
                      <a:pt x="81" y="163"/>
                      <a:pt x="81" y="166"/>
                      <a:pt x="80" y="166"/>
                    </a:cubicBezTo>
                    <a:cubicBezTo>
                      <a:pt x="80" y="167"/>
                      <a:pt x="82" y="166"/>
                      <a:pt x="83" y="166"/>
                    </a:cubicBezTo>
                    <a:cubicBezTo>
                      <a:pt x="82" y="168"/>
                      <a:pt x="81" y="169"/>
                      <a:pt x="83" y="170"/>
                    </a:cubicBezTo>
                    <a:cubicBezTo>
                      <a:pt x="85" y="171"/>
                      <a:pt x="86" y="168"/>
                      <a:pt x="86" y="168"/>
                    </a:cubicBezTo>
                    <a:cubicBezTo>
                      <a:pt x="86" y="168"/>
                      <a:pt x="86" y="169"/>
                      <a:pt x="86" y="170"/>
                    </a:cubicBezTo>
                    <a:cubicBezTo>
                      <a:pt x="87" y="172"/>
                      <a:pt x="86" y="171"/>
                      <a:pt x="85" y="171"/>
                    </a:cubicBezTo>
                    <a:cubicBezTo>
                      <a:pt x="84" y="172"/>
                      <a:pt x="90" y="173"/>
                      <a:pt x="89" y="171"/>
                    </a:cubicBezTo>
                    <a:cubicBezTo>
                      <a:pt x="91" y="174"/>
                      <a:pt x="90" y="176"/>
                      <a:pt x="94" y="176"/>
                    </a:cubicBezTo>
                    <a:cubicBezTo>
                      <a:pt x="97" y="176"/>
                      <a:pt x="99" y="176"/>
                      <a:pt x="102" y="176"/>
                    </a:cubicBezTo>
                    <a:cubicBezTo>
                      <a:pt x="113" y="176"/>
                      <a:pt x="123" y="176"/>
                      <a:pt x="133" y="176"/>
                    </a:cubicBezTo>
                    <a:cubicBezTo>
                      <a:pt x="158" y="176"/>
                      <a:pt x="183" y="176"/>
                      <a:pt x="208" y="176"/>
                    </a:cubicBezTo>
                    <a:cubicBezTo>
                      <a:pt x="213" y="176"/>
                      <a:pt x="218" y="176"/>
                      <a:pt x="223" y="176"/>
                    </a:cubicBezTo>
                    <a:cubicBezTo>
                      <a:pt x="224" y="176"/>
                      <a:pt x="229" y="177"/>
                      <a:pt x="229" y="174"/>
                    </a:cubicBezTo>
                    <a:close/>
                    <a:moveTo>
                      <a:pt x="112" y="54"/>
                    </a:moveTo>
                    <a:cubicBezTo>
                      <a:pt x="110" y="54"/>
                      <a:pt x="108" y="53"/>
                      <a:pt x="106" y="54"/>
                    </a:cubicBezTo>
                    <a:cubicBezTo>
                      <a:pt x="104" y="57"/>
                      <a:pt x="108" y="56"/>
                      <a:pt x="108" y="57"/>
                    </a:cubicBezTo>
                    <a:cubicBezTo>
                      <a:pt x="108" y="56"/>
                      <a:pt x="100" y="60"/>
                      <a:pt x="100" y="60"/>
                    </a:cubicBezTo>
                    <a:cubicBezTo>
                      <a:pt x="98" y="59"/>
                      <a:pt x="107" y="53"/>
                      <a:pt x="99" y="56"/>
                    </a:cubicBezTo>
                    <a:cubicBezTo>
                      <a:pt x="98" y="56"/>
                      <a:pt x="97" y="57"/>
                      <a:pt x="97" y="57"/>
                    </a:cubicBezTo>
                    <a:cubicBezTo>
                      <a:pt x="96" y="58"/>
                      <a:pt x="97" y="59"/>
                      <a:pt x="96" y="60"/>
                    </a:cubicBezTo>
                    <a:cubicBezTo>
                      <a:pt x="95" y="60"/>
                      <a:pt x="88" y="59"/>
                      <a:pt x="88" y="59"/>
                    </a:cubicBezTo>
                    <a:cubicBezTo>
                      <a:pt x="88" y="58"/>
                      <a:pt x="91" y="59"/>
                      <a:pt x="91" y="58"/>
                    </a:cubicBezTo>
                    <a:cubicBezTo>
                      <a:pt x="92" y="57"/>
                      <a:pt x="91" y="57"/>
                      <a:pt x="92" y="56"/>
                    </a:cubicBezTo>
                    <a:cubicBezTo>
                      <a:pt x="92" y="55"/>
                      <a:pt x="94" y="54"/>
                      <a:pt x="94" y="54"/>
                    </a:cubicBezTo>
                    <a:cubicBezTo>
                      <a:pt x="94" y="53"/>
                      <a:pt x="91" y="52"/>
                      <a:pt x="94" y="52"/>
                    </a:cubicBezTo>
                    <a:cubicBezTo>
                      <a:pt x="94" y="52"/>
                      <a:pt x="98" y="53"/>
                      <a:pt x="98" y="52"/>
                    </a:cubicBezTo>
                    <a:cubicBezTo>
                      <a:pt x="98" y="51"/>
                      <a:pt x="93" y="50"/>
                      <a:pt x="92" y="50"/>
                    </a:cubicBezTo>
                    <a:cubicBezTo>
                      <a:pt x="91" y="50"/>
                      <a:pt x="89" y="51"/>
                      <a:pt x="87" y="51"/>
                    </a:cubicBezTo>
                    <a:cubicBezTo>
                      <a:pt x="86" y="51"/>
                      <a:pt x="84" y="50"/>
                      <a:pt x="82" y="51"/>
                    </a:cubicBezTo>
                    <a:cubicBezTo>
                      <a:pt x="81" y="51"/>
                      <a:pt x="79" y="53"/>
                      <a:pt x="80" y="51"/>
                    </a:cubicBezTo>
                    <a:cubicBezTo>
                      <a:pt x="81" y="49"/>
                      <a:pt x="83" y="50"/>
                      <a:pt x="84" y="49"/>
                    </a:cubicBezTo>
                    <a:cubicBezTo>
                      <a:pt x="86" y="49"/>
                      <a:pt x="89" y="48"/>
                      <a:pt x="91" y="47"/>
                    </a:cubicBezTo>
                    <a:cubicBezTo>
                      <a:pt x="95" y="46"/>
                      <a:pt x="99" y="46"/>
                      <a:pt x="102" y="44"/>
                    </a:cubicBezTo>
                    <a:cubicBezTo>
                      <a:pt x="104" y="44"/>
                      <a:pt x="107" y="43"/>
                      <a:pt x="108" y="45"/>
                    </a:cubicBezTo>
                    <a:cubicBezTo>
                      <a:pt x="109" y="46"/>
                      <a:pt x="105" y="47"/>
                      <a:pt x="104" y="48"/>
                    </a:cubicBezTo>
                    <a:cubicBezTo>
                      <a:pt x="102" y="49"/>
                      <a:pt x="110" y="49"/>
                      <a:pt x="111" y="49"/>
                    </a:cubicBezTo>
                    <a:cubicBezTo>
                      <a:pt x="111" y="49"/>
                      <a:pt x="113" y="49"/>
                      <a:pt x="113" y="49"/>
                    </a:cubicBezTo>
                    <a:cubicBezTo>
                      <a:pt x="114" y="48"/>
                      <a:pt x="116" y="46"/>
                      <a:pt x="117" y="47"/>
                    </a:cubicBezTo>
                    <a:cubicBezTo>
                      <a:pt x="118" y="48"/>
                      <a:pt x="113" y="54"/>
                      <a:pt x="112" y="54"/>
                    </a:cubicBezTo>
                    <a:cubicBezTo>
                      <a:pt x="110" y="54"/>
                      <a:pt x="114" y="54"/>
                      <a:pt x="112" y="54"/>
                    </a:cubicBezTo>
                    <a:close/>
                    <a:moveTo>
                      <a:pt x="157" y="78"/>
                    </a:moveTo>
                    <a:cubicBezTo>
                      <a:pt x="157" y="78"/>
                      <a:pt x="152" y="78"/>
                      <a:pt x="153" y="78"/>
                    </a:cubicBezTo>
                    <a:cubicBezTo>
                      <a:pt x="153" y="79"/>
                      <a:pt x="155" y="78"/>
                      <a:pt x="155" y="79"/>
                    </a:cubicBezTo>
                    <a:cubicBezTo>
                      <a:pt x="155" y="80"/>
                      <a:pt x="151" y="81"/>
                      <a:pt x="150" y="81"/>
                    </a:cubicBezTo>
                    <a:cubicBezTo>
                      <a:pt x="148" y="81"/>
                      <a:pt x="147" y="83"/>
                      <a:pt x="145" y="84"/>
                    </a:cubicBezTo>
                    <a:cubicBezTo>
                      <a:pt x="145" y="84"/>
                      <a:pt x="141" y="84"/>
                      <a:pt x="142" y="85"/>
                    </a:cubicBezTo>
                    <a:cubicBezTo>
                      <a:pt x="142" y="86"/>
                      <a:pt x="145" y="86"/>
                      <a:pt x="142" y="88"/>
                    </a:cubicBezTo>
                    <a:cubicBezTo>
                      <a:pt x="141" y="88"/>
                      <a:pt x="137" y="88"/>
                      <a:pt x="137" y="89"/>
                    </a:cubicBezTo>
                    <a:cubicBezTo>
                      <a:pt x="136" y="89"/>
                      <a:pt x="137" y="90"/>
                      <a:pt x="137" y="90"/>
                    </a:cubicBezTo>
                    <a:cubicBezTo>
                      <a:pt x="137" y="92"/>
                      <a:pt x="135" y="92"/>
                      <a:pt x="134" y="92"/>
                    </a:cubicBezTo>
                    <a:cubicBezTo>
                      <a:pt x="131" y="93"/>
                      <a:pt x="128" y="93"/>
                      <a:pt x="125" y="93"/>
                    </a:cubicBezTo>
                    <a:cubicBezTo>
                      <a:pt x="125" y="93"/>
                      <a:pt x="120" y="90"/>
                      <a:pt x="120" y="90"/>
                    </a:cubicBezTo>
                    <a:cubicBezTo>
                      <a:pt x="122" y="89"/>
                      <a:pt x="125" y="90"/>
                      <a:pt x="126" y="89"/>
                    </a:cubicBezTo>
                    <a:cubicBezTo>
                      <a:pt x="127" y="89"/>
                      <a:pt x="126" y="87"/>
                      <a:pt x="127" y="87"/>
                    </a:cubicBezTo>
                    <a:cubicBezTo>
                      <a:pt x="128" y="85"/>
                      <a:pt x="130" y="86"/>
                      <a:pt x="131" y="85"/>
                    </a:cubicBezTo>
                    <a:cubicBezTo>
                      <a:pt x="132" y="85"/>
                      <a:pt x="130" y="83"/>
                      <a:pt x="130" y="83"/>
                    </a:cubicBezTo>
                    <a:cubicBezTo>
                      <a:pt x="128" y="82"/>
                      <a:pt x="128" y="82"/>
                      <a:pt x="128" y="81"/>
                    </a:cubicBezTo>
                    <a:cubicBezTo>
                      <a:pt x="128" y="79"/>
                      <a:pt x="126" y="80"/>
                      <a:pt x="126" y="79"/>
                    </a:cubicBezTo>
                    <a:cubicBezTo>
                      <a:pt x="125" y="78"/>
                      <a:pt x="128" y="79"/>
                      <a:pt x="128" y="79"/>
                    </a:cubicBezTo>
                    <a:cubicBezTo>
                      <a:pt x="131" y="80"/>
                      <a:pt x="134" y="81"/>
                      <a:pt x="136" y="82"/>
                    </a:cubicBezTo>
                    <a:cubicBezTo>
                      <a:pt x="138" y="84"/>
                      <a:pt x="142" y="83"/>
                      <a:pt x="144" y="82"/>
                    </a:cubicBezTo>
                    <a:cubicBezTo>
                      <a:pt x="147" y="81"/>
                      <a:pt x="148" y="78"/>
                      <a:pt x="152" y="77"/>
                    </a:cubicBezTo>
                    <a:cubicBezTo>
                      <a:pt x="153" y="76"/>
                      <a:pt x="155" y="76"/>
                      <a:pt x="157" y="77"/>
                    </a:cubicBezTo>
                    <a:cubicBezTo>
                      <a:pt x="157" y="77"/>
                      <a:pt x="160" y="78"/>
                      <a:pt x="160" y="78"/>
                    </a:cubicBezTo>
                    <a:cubicBezTo>
                      <a:pt x="160" y="78"/>
                      <a:pt x="158" y="78"/>
                      <a:pt x="157" y="78"/>
                    </a:cubicBezTo>
                    <a:close/>
                    <a:moveTo>
                      <a:pt x="222" y="165"/>
                    </a:moveTo>
                    <a:cubicBezTo>
                      <a:pt x="221" y="167"/>
                      <a:pt x="219" y="163"/>
                      <a:pt x="219" y="162"/>
                    </a:cubicBezTo>
                    <a:cubicBezTo>
                      <a:pt x="219" y="160"/>
                      <a:pt x="221" y="159"/>
                      <a:pt x="221" y="157"/>
                    </a:cubicBezTo>
                    <a:cubicBezTo>
                      <a:pt x="220" y="156"/>
                      <a:pt x="219" y="159"/>
                      <a:pt x="218" y="158"/>
                    </a:cubicBezTo>
                    <a:cubicBezTo>
                      <a:pt x="218" y="157"/>
                      <a:pt x="218" y="154"/>
                      <a:pt x="216" y="154"/>
                    </a:cubicBezTo>
                    <a:cubicBezTo>
                      <a:pt x="216" y="154"/>
                      <a:pt x="216" y="156"/>
                      <a:pt x="215" y="156"/>
                    </a:cubicBezTo>
                    <a:cubicBezTo>
                      <a:pt x="214" y="155"/>
                      <a:pt x="214" y="154"/>
                      <a:pt x="213" y="153"/>
                    </a:cubicBezTo>
                    <a:cubicBezTo>
                      <a:pt x="212" y="152"/>
                      <a:pt x="211" y="151"/>
                      <a:pt x="210" y="150"/>
                    </a:cubicBezTo>
                    <a:cubicBezTo>
                      <a:pt x="209" y="149"/>
                      <a:pt x="212" y="149"/>
                      <a:pt x="212" y="148"/>
                    </a:cubicBezTo>
                    <a:cubicBezTo>
                      <a:pt x="211" y="147"/>
                      <a:pt x="209" y="148"/>
                      <a:pt x="209" y="147"/>
                    </a:cubicBezTo>
                    <a:cubicBezTo>
                      <a:pt x="209" y="146"/>
                      <a:pt x="210" y="143"/>
                      <a:pt x="210" y="142"/>
                    </a:cubicBezTo>
                    <a:cubicBezTo>
                      <a:pt x="212" y="140"/>
                      <a:pt x="217" y="147"/>
                      <a:pt x="217" y="148"/>
                    </a:cubicBezTo>
                    <a:cubicBezTo>
                      <a:pt x="218" y="150"/>
                      <a:pt x="219" y="151"/>
                      <a:pt x="219" y="153"/>
                    </a:cubicBezTo>
                    <a:cubicBezTo>
                      <a:pt x="220" y="155"/>
                      <a:pt x="220" y="154"/>
                      <a:pt x="221" y="156"/>
                    </a:cubicBezTo>
                    <a:cubicBezTo>
                      <a:pt x="221" y="157"/>
                      <a:pt x="222" y="158"/>
                      <a:pt x="222" y="159"/>
                    </a:cubicBezTo>
                    <a:cubicBezTo>
                      <a:pt x="223" y="161"/>
                      <a:pt x="222" y="163"/>
                      <a:pt x="222" y="165"/>
                    </a:cubicBezTo>
                    <a:cubicBezTo>
                      <a:pt x="221" y="166"/>
                      <a:pt x="222" y="164"/>
                      <a:pt x="222" y="16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6" name="Freeform 643">
                <a:extLst>
                  <a:ext uri="{FF2B5EF4-FFF2-40B4-BE49-F238E27FC236}">
                    <a16:creationId xmlns:a16="http://schemas.microsoft.com/office/drawing/2014/main" id="{659B0C1E-5DEA-644E-9411-3E1BFDD27B53}"/>
                  </a:ext>
                </a:extLst>
              </p:cNvPr>
              <p:cNvSpPr>
                <a:spLocks/>
              </p:cNvSpPr>
              <p:nvPr/>
            </p:nvSpPr>
            <p:spPr bwMode="auto">
              <a:xfrm>
                <a:off x="17343512" y="9466307"/>
                <a:ext cx="95541" cy="82827"/>
              </a:xfrm>
              <a:custGeom>
                <a:avLst/>
                <a:gdLst>
                  <a:gd name="T0" fmla="*/ 9 w 10"/>
                  <a:gd name="T1" fmla="*/ 0 h 9"/>
                  <a:gd name="T2" fmla="*/ 2 w 10"/>
                  <a:gd name="T3" fmla="*/ 7 h 9"/>
                  <a:gd name="T4" fmla="*/ 10 w 10"/>
                  <a:gd name="T5" fmla="*/ 3 h 9"/>
                  <a:gd name="T6" fmla="*/ 9 w 10"/>
                  <a:gd name="T7" fmla="*/ 0 h 9"/>
                </a:gdLst>
                <a:ahLst/>
                <a:cxnLst>
                  <a:cxn ang="0">
                    <a:pos x="T0" y="T1"/>
                  </a:cxn>
                  <a:cxn ang="0">
                    <a:pos x="T2" y="T3"/>
                  </a:cxn>
                  <a:cxn ang="0">
                    <a:pos x="T4" y="T5"/>
                  </a:cxn>
                  <a:cxn ang="0">
                    <a:pos x="T6" y="T7"/>
                  </a:cxn>
                </a:cxnLst>
                <a:rect l="0" t="0" r="r" b="b"/>
                <a:pathLst>
                  <a:path w="10" h="9">
                    <a:moveTo>
                      <a:pt x="9" y="0"/>
                    </a:moveTo>
                    <a:cubicBezTo>
                      <a:pt x="7" y="1"/>
                      <a:pt x="0" y="4"/>
                      <a:pt x="2" y="7"/>
                    </a:cubicBezTo>
                    <a:cubicBezTo>
                      <a:pt x="4" y="9"/>
                      <a:pt x="9" y="3"/>
                      <a:pt x="10" y="3"/>
                    </a:cubicBezTo>
                    <a:cubicBezTo>
                      <a:pt x="10" y="2"/>
                      <a:pt x="9" y="1"/>
                      <a:pt x="9"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7" name="Freeform 644">
                <a:extLst>
                  <a:ext uri="{FF2B5EF4-FFF2-40B4-BE49-F238E27FC236}">
                    <a16:creationId xmlns:a16="http://schemas.microsoft.com/office/drawing/2014/main" id="{94B87D21-B828-784D-B2EF-517344F18FEF}"/>
                  </a:ext>
                </a:extLst>
              </p:cNvPr>
              <p:cNvSpPr>
                <a:spLocks/>
              </p:cNvSpPr>
              <p:nvPr/>
            </p:nvSpPr>
            <p:spPr bwMode="auto">
              <a:xfrm>
                <a:off x="17419944" y="9447193"/>
                <a:ext cx="121018" cy="44598"/>
              </a:xfrm>
              <a:custGeom>
                <a:avLst/>
                <a:gdLst>
                  <a:gd name="T0" fmla="*/ 12 w 13"/>
                  <a:gd name="T1" fmla="*/ 0 h 5"/>
                  <a:gd name="T2" fmla="*/ 7 w 13"/>
                  <a:gd name="T3" fmla="*/ 0 h 5"/>
                  <a:gd name="T4" fmla="*/ 1 w 13"/>
                  <a:gd name="T5" fmla="*/ 2 h 5"/>
                  <a:gd name="T6" fmla="*/ 5 w 13"/>
                  <a:gd name="T7" fmla="*/ 3 h 5"/>
                  <a:gd name="T8" fmla="*/ 12 w 13"/>
                  <a:gd name="T9" fmla="*/ 0 h 5"/>
                </a:gdLst>
                <a:ahLst/>
                <a:cxnLst>
                  <a:cxn ang="0">
                    <a:pos x="T0" y="T1"/>
                  </a:cxn>
                  <a:cxn ang="0">
                    <a:pos x="T2" y="T3"/>
                  </a:cxn>
                  <a:cxn ang="0">
                    <a:pos x="T4" y="T5"/>
                  </a:cxn>
                  <a:cxn ang="0">
                    <a:pos x="T6" y="T7"/>
                  </a:cxn>
                  <a:cxn ang="0">
                    <a:pos x="T8" y="T9"/>
                  </a:cxn>
                </a:cxnLst>
                <a:rect l="0" t="0" r="r" b="b"/>
                <a:pathLst>
                  <a:path w="13" h="5">
                    <a:moveTo>
                      <a:pt x="12" y="0"/>
                    </a:moveTo>
                    <a:cubicBezTo>
                      <a:pt x="13" y="0"/>
                      <a:pt x="7" y="0"/>
                      <a:pt x="7" y="0"/>
                    </a:cubicBezTo>
                    <a:cubicBezTo>
                      <a:pt x="6" y="0"/>
                      <a:pt x="0" y="1"/>
                      <a:pt x="1" y="2"/>
                    </a:cubicBezTo>
                    <a:cubicBezTo>
                      <a:pt x="3" y="5"/>
                      <a:pt x="2" y="5"/>
                      <a:pt x="5" y="3"/>
                    </a:cubicBezTo>
                    <a:cubicBezTo>
                      <a:pt x="8" y="2"/>
                      <a:pt x="10" y="2"/>
                      <a:pt x="1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8" name="Freeform 645">
                <a:extLst>
                  <a:ext uri="{FF2B5EF4-FFF2-40B4-BE49-F238E27FC236}">
                    <a16:creationId xmlns:a16="http://schemas.microsoft.com/office/drawing/2014/main" id="{40B9011B-C256-6547-AE72-448FC2371E44}"/>
                  </a:ext>
                </a:extLst>
              </p:cNvPr>
              <p:cNvSpPr>
                <a:spLocks/>
              </p:cNvSpPr>
              <p:nvPr/>
            </p:nvSpPr>
            <p:spPr bwMode="auto">
              <a:xfrm>
                <a:off x="12273444" y="6414553"/>
                <a:ext cx="289811" cy="159279"/>
              </a:xfrm>
              <a:custGeom>
                <a:avLst/>
                <a:gdLst>
                  <a:gd name="T0" fmla="*/ 10 w 31"/>
                  <a:gd name="T1" fmla="*/ 17 h 17"/>
                  <a:gd name="T2" fmla="*/ 13 w 31"/>
                  <a:gd name="T3" fmla="*/ 14 h 17"/>
                  <a:gd name="T4" fmla="*/ 18 w 31"/>
                  <a:gd name="T5" fmla="*/ 16 h 17"/>
                  <a:gd name="T6" fmla="*/ 21 w 31"/>
                  <a:gd name="T7" fmla="*/ 16 h 17"/>
                  <a:gd name="T8" fmla="*/ 23 w 31"/>
                  <a:gd name="T9" fmla="*/ 15 h 17"/>
                  <a:gd name="T10" fmla="*/ 29 w 31"/>
                  <a:gd name="T11" fmla="*/ 11 h 17"/>
                  <a:gd name="T12" fmla="*/ 27 w 31"/>
                  <a:gd name="T13" fmla="*/ 7 h 17"/>
                  <a:gd name="T14" fmla="*/ 21 w 31"/>
                  <a:gd name="T15" fmla="*/ 5 h 17"/>
                  <a:gd name="T16" fmla="*/ 17 w 31"/>
                  <a:gd name="T17" fmla="*/ 3 h 17"/>
                  <a:gd name="T18" fmla="*/ 13 w 31"/>
                  <a:gd name="T19" fmla="*/ 0 h 17"/>
                  <a:gd name="T20" fmla="*/ 11 w 31"/>
                  <a:gd name="T21" fmla="*/ 2 h 17"/>
                  <a:gd name="T22" fmla="*/ 8 w 31"/>
                  <a:gd name="T23" fmla="*/ 2 h 17"/>
                  <a:gd name="T24" fmla="*/ 0 w 31"/>
                  <a:gd name="T25" fmla="*/ 6 h 17"/>
                  <a:gd name="T26" fmla="*/ 2 w 31"/>
                  <a:gd name="T27" fmla="*/ 10 h 17"/>
                  <a:gd name="T28" fmla="*/ 4 w 31"/>
                  <a:gd name="T29" fmla="*/ 13 h 17"/>
                  <a:gd name="T30" fmla="*/ 10 w 31"/>
                  <a:gd name="T31"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17">
                    <a:moveTo>
                      <a:pt x="10" y="17"/>
                    </a:moveTo>
                    <a:cubicBezTo>
                      <a:pt x="12" y="17"/>
                      <a:pt x="11" y="14"/>
                      <a:pt x="13" y="14"/>
                    </a:cubicBezTo>
                    <a:cubicBezTo>
                      <a:pt x="15" y="14"/>
                      <a:pt x="16" y="16"/>
                      <a:pt x="18" y="16"/>
                    </a:cubicBezTo>
                    <a:cubicBezTo>
                      <a:pt x="19" y="16"/>
                      <a:pt x="20" y="16"/>
                      <a:pt x="21" y="16"/>
                    </a:cubicBezTo>
                    <a:cubicBezTo>
                      <a:pt x="22" y="16"/>
                      <a:pt x="23" y="15"/>
                      <a:pt x="23" y="15"/>
                    </a:cubicBezTo>
                    <a:cubicBezTo>
                      <a:pt x="26" y="14"/>
                      <a:pt x="27" y="13"/>
                      <a:pt x="29" y="11"/>
                    </a:cubicBezTo>
                    <a:cubicBezTo>
                      <a:pt x="31" y="9"/>
                      <a:pt x="29" y="8"/>
                      <a:pt x="27" y="7"/>
                    </a:cubicBezTo>
                    <a:cubicBezTo>
                      <a:pt x="25" y="6"/>
                      <a:pt x="22" y="3"/>
                      <a:pt x="21" y="5"/>
                    </a:cubicBezTo>
                    <a:cubicBezTo>
                      <a:pt x="19" y="8"/>
                      <a:pt x="18" y="4"/>
                      <a:pt x="17" y="3"/>
                    </a:cubicBezTo>
                    <a:cubicBezTo>
                      <a:pt x="16" y="2"/>
                      <a:pt x="13" y="3"/>
                      <a:pt x="13" y="0"/>
                    </a:cubicBezTo>
                    <a:cubicBezTo>
                      <a:pt x="13" y="1"/>
                      <a:pt x="12" y="3"/>
                      <a:pt x="11" y="2"/>
                    </a:cubicBezTo>
                    <a:cubicBezTo>
                      <a:pt x="9" y="0"/>
                      <a:pt x="9" y="0"/>
                      <a:pt x="8" y="2"/>
                    </a:cubicBezTo>
                    <a:cubicBezTo>
                      <a:pt x="7" y="3"/>
                      <a:pt x="0" y="5"/>
                      <a:pt x="0" y="6"/>
                    </a:cubicBezTo>
                    <a:cubicBezTo>
                      <a:pt x="0" y="6"/>
                      <a:pt x="1" y="9"/>
                      <a:pt x="2" y="10"/>
                    </a:cubicBezTo>
                    <a:cubicBezTo>
                      <a:pt x="2" y="11"/>
                      <a:pt x="3" y="12"/>
                      <a:pt x="4" y="13"/>
                    </a:cubicBezTo>
                    <a:cubicBezTo>
                      <a:pt x="6" y="14"/>
                      <a:pt x="8" y="17"/>
                      <a:pt x="10" y="1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69" name="Freeform 646">
                <a:extLst>
                  <a:ext uri="{FF2B5EF4-FFF2-40B4-BE49-F238E27FC236}">
                    <a16:creationId xmlns:a16="http://schemas.microsoft.com/office/drawing/2014/main" id="{EE33EBCE-DA9D-244D-BBF8-DEE084096B31}"/>
                  </a:ext>
                </a:extLst>
              </p:cNvPr>
              <p:cNvSpPr>
                <a:spLocks/>
              </p:cNvSpPr>
              <p:nvPr/>
            </p:nvSpPr>
            <p:spPr bwMode="auto">
              <a:xfrm>
                <a:off x="12142870" y="6545160"/>
                <a:ext cx="347132" cy="149721"/>
              </a:xfrm>
              <a:custGeom>
                <a:avLst/>
                <a:gdLst>
                  <a:gd name="T0" fmla="*/ 32 w 37"/>
                  <a:gd name="T1" fmla="*/ 2 h 16"/>
                  <a:gd name="T2" fmla="*/ 27 w 37"/>
                  <a:gd name="T3" fmla="*/ 0 h 16"/>
                  <a:gd name="T4" fmla="*/ 24 w 37"/>
                  <a:gd name="T5" fmla="*/ 3 h 16"/>
                  <a:gd name="T6" fmla="*/ 20 w 37"/>
                  <a:gd name="T7" fmla="*/ 3 h 16"/>
                  <a:gd name="T8" fmla="*/ 17 w 37"/>
                  <a:gd name="T9" fmla="*/ 7 h 16"/>
                  <a:gd name="T10" fmla="*/ 16 w 37"/>
                  <a:gd name="T11" fmla="*/ 9 h 16"/>
                  <a:gd name="T12" fmla="*/ 13 w 37"/>
                  <a:gd name="T13" fmla="*/ 9 h 16"/>
                  <a:gd name="T14" fmla="*/ 9 w 37"/>
                  <a:gd name="T15" fmla="*/ 10 h 16"/>
                  <a:gd name="T16" fmla="*/ 5 w 37"/>
                  <a:gd name="T17" fmla="*/ 11 h 16"/>
                  <a:gd name="T18" fmla="*/ 0 w 37"/>
                  <a:gd name="T19" fmla="*/ 9 h 16"/>
                  <a:gd name="T20" fmla="*/ 4 w 37"/>
                  <a:gd name="T21" fmla="*/ 13 h 16"/>
                  <a:gd name="T22" fmla="*/ 6 w 37"/>
                  <a:gd name="T23" fmla="*/ 13 h 16"/>
                  <a:gd name="T24" fmla="*/ 8 w 37"/>
                  <a:gd name="T25" fmla="*/ 14 h 16"/>
                  <a:gd name="T26" fmla="*/ 12 w 37"/>
                  <a:gd name="T27" fmla="*/ 13 h 16"/>
                  <a:gd name="T28" fmla="*/ 15 w 37"/>
                  <a:gd name="T29" fmla="*/ 15 h 16"/>
                  <a:gd name="T30" fmla="*/ 22 w 37"/>
                  <a:gd name="T31" fmla="*/ 16 h 16"/>
                  <a:gd name="T32" fmla="*/ 29 w 37"/>
                  <a:gd name="T33" fmla="*/ 14 h 16"/>
                  <a:gd name="T34" fmla="*/ 33 w 37"/>
                  <a:gd name="T35" fmla="*/ 12 h 16"/>
                  <a:gd name="T36" fmla="*/ 34 w 37"/>
                  <a:gd name="T37" fmla="*/ 9 h 16"/>
                  <a:gd name="T38" fmla="*/ 36 w 37"/>
                  <a:gd name="T39" fmla="*/ 8 h 16"/>
                  <a:gd name="T40" fmla="*/ 36 w 37"/>
                  <a:gd name="T41" fmla="*/ 2 h 16"/>
                  <a:gd name="T42" fmla="*/ 32 w 37"/>
                  <a:gd name="T4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16">
                    <a:moveTo>
                      <a:pt x="32" y="2"/>
                    </a:moveTo>
                    <a:cubicBezTo>
                      <a:pt x="30" y="2"/>
                      <a:pt x="28" y="0"/>
                      <a:pt x="27" y="0"/>
                    </a:cubicBezTo>
                    <a:cubicBezTo>
                      <a:pt x="25" y="0"/>
                      <a:pt x="26" y="3"/>
                      <a:pt x="24" y="3"/>
                    </a:cubicBezTo>
                    <a:cubicBezTo>
                      <a:pt x="22" y="3"/>
                      <a:pt x="22" y="2"/>
                      <a:pt x="20" y="3"/>
                    </a:cubicBezTo>
                    <a:cubicBezTo>
                      <a:pt x="20" y="3"/>
                      <a:pt x="16" y="6"/>
                      <a:pt x="17" y="7"/>
                    </a:cubicBezTo>
                    <a:cubicBezTo>
                      <a:pt x="17" y="8"/>
                      <a:pt x="19" y="10"/>
                      <a:pt x="16" y="9"/>
                    </a:cubicBezTo>
                    <a:cubicBezTo>
                      <a:pt x="15" y="9"/>
                      <a:pt x="14" y="8"/>
                      <a:pt x="13" y="9"/>
                    </a:cubicBezTo>
                    <a:cubicBezTo>
                      <a:pt x="12" y="9"/>
                      <a:pt x="10" y="10"/>
                      <a:pt x="9" y="10"/>
                    </a:cubicBezTo>
                    <a:cubicBezTo>
                      <a:pt x="7" y="10"/>
                      <a:pt x="6" y="8"/>
                      <a:pt x="5" y="11"/>
                    </a:cubicBezTo>
                    <a:cubicBezTo>
                      <a:pt x="5" y="11"/>
                      <a:pt x="1" y="9"/>
                      <a:pt x="0" y="9"/>
                    </a:cubicBezTo>
                    <a:cubicBezTo>
                      <a:pt x="0" y="11"/>
                      <a:pt x="1" y="12"/>
                      <a:pt x="4" y="13"/>
                    </a:cubicBezTo>
                    <a:cubicBezTo>
                      <a:pt x="5" y="13"/>
                      <a:pt x="5" y="13"/>
                      <a:pt x="6" y="13"/>
                    </a:cubicBezTo>
                    <a:cubicBezTo>
                      <a:pt x="7" y="13"/>
                      <a:pt x="7" y="15"/>
                      <a:pt x="8" y="14"/>
                    </a:cubicBezTo>
                    <a:cubicBezTo>
                      <a:pt x="10" y="13"/>
                      <a:pt x="10" y="13"/>
                      <a:pt x="12" y="13"/>
                    </a:cubicBezTo>
                    <a:cubicBezTo>
                      <a:pt x="14" y="13"/>
                      <a:pt x="13" y="14"/>
                      <a:pt x="15" y="15"/>
                    </a:cubicBezTo>
                    <a:cubicBezTo>
                      <a:pt x="17" y="16"/>
                      <a:pt x="20" y="16"/>
                      <a:pt x="22" y="16"/>
                    </a:cubicBezTo>
                    <a:cubicBezTo>
                      <a:pt x="25" y="16"/>
                      <a:pt x="26" y="14"/>
                      <a:pt x="29" y="14"/>
                    </a:cubicBezTo>
                    <a:cubicBezTo>
                      <a:pt x="31" y="14"/>
                      <a:pt x="33" y="13"/>
                      <a:pt x="33" y="12"/>
                    </a:cubicBezTo>
                    <a:cubicBezTo>
                      <a:pt x="34" y="11"/>
                      <a:pt x="34" y="10"/>
                      <a:pt x="34" y="9"/>
                    </a:cubicBezTo>
                    <a:cubicBezTo>
                      <a:pt x="34" y="7"/>
                      <a:pt x="35" y="9"/>
                      <a:pt x="36" y="8"/>
                    </a:cubicBezTo>
                    <a:cubicBezTo>
                      <a:pt x="37" y="6"/>
                      <a:pt x="36" y="3"/>
                      <a:pt x="36" y="2"/>
                    </a:cubicBezTo>
                    <a:cubicBezTo>
                      <a:pt x="34" y="2"/>
                      <a:pt x="33" y="2"/>
                      <a:pt x="32"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0" name="Freeform 647">
                <a:extLst>
                  <a:ext uri="{FF2B5EF4-FFF2-40B4-BE49-F238E27FC236}">
                    <a16:creationId xmlns:a16="http://schemas.microsoft.com/office/drawing/2014/main" id="{33AAE5F4-BDE2-2747-BB59-3B1F059C085D}"/>
                  </a:ext>
                </a:extLst>
              </p:cNvPr>
              <p:cNvSpPr>
                <a:spLocks/>
              </p:cNvSpPr>
              <p:nvPr/>
            </p:nvSpPr>
            <p:spPr bwMode="auto">
              <a:xfrm>
                <a:off x="12021850" y="6656654"/>
                <a:ext cx="531848" cy="516057"/>
              </a:xfrm>
              <a:custGeom>
                <a:avLst/>
                <a:gdLst>
                  <a:gd name="T0" fmla="*/ 37 w 57"/>
                  <a:gd name="T1" fmla="*/ 10 h 55"/>
                  <a:gd name="T2" fmla="*/ 41 w 57"/>
                  <a:gd name="T3" fmla="*/ 9 h 55"/>
                  <a:gd name="T4" fmla="*/ 43 w 57"/>
                  <a:gd name="T5" fmla="*/ 6 h 55"/>
                  <a:gd name="T6" fmla="*/ 45 w 57"/>
                  <a:gd name="T7" fmla="*/ 4 h 55"/>
                  <a:gd name="T8" fmla="*/ 45 w 57"/>
                  <a:gd name="T9" fmla="*/ 1 h 55"/>
                  <a:gd name="T10" fmla="*/ 41 w 57"/>
                  <a:gd name="T11" fmla="*/ 2 h 55"/>
                  <a:gd name="T12" fmla="*/ 36 w 57"/>
                  <a:gd name="T13" fmla="*/ 4 h 55"/>
                  <a:gd name="T14" fmla="*/ 27 w 57"/>
                  <a:gd name="T15" fmla="*/ 1 h 55"/>
                  <a:gd name="T16" fmla="*/ 22 w 57"/>
                  <a:gd name="T17" fmla="*/ 1 h 55"/>
                  <a:gd name="T18" fmla="*/ 19 w 57"/>
                  <a:gd name="T19" fmla="*/ 1 h 55"/>
                  <a:gd name="T20" fmla="*/ 18 w 57"/>
                  <a:gd name="T21" fmla="*/ 3 h 55"/>
                  <a:gd name="T22" fmla="*/ 17 w 57"/>
                  <a:gd name="T23" fmla="*/ 4 h 55"/>
                  <a:gd name="T24" fmla="*/ 15 w 57"/>
                  <a:gd name="T25" fmla="*/ 5 h 55"/>
                  <a:gd name="T26" fmla="*/ 13 w 57"/>
                  <a:gd name="T27" fmla="*/ 5 h 55"/>
                  <a:gd name="T28" fmla="*/ 12 w 57"/>
                  <a:gd name="T29" fmla="*/ 4 h 55"/>
                  <a:gd name="T30" fmla="*/ 11 w 57"/>
                  <a:gd name="T31" fmla="*/ 8 h 55"/>
                  <a:gd name="T32" fmla="*/ 9 w 57"/>
                  <a:gd name="T33" fmla="*/ 5 h 55"/>
                  <a:gd name="T34" fmla="*/ 5 w 57"/>
                  <a:gd name="T35" fmla="*/ 7 h 55"/>
                  <a:gd name="T36" fmla="*/ 0 w 57"/>
                  <a:gd name="T37" fmla="*/ 7 h 55"/>
                  <a:gd name="T38" fmla="*/ 1 w 57"/>
                  <a:gd name="T39" fmla="*/ 10 h 55"/>
                  <a:gd name="T40" fmla="*/ 0 w 57"/>
                  <a:gd name="T41" fmla="*/ 14 h 55"/>
                  <a:gd name="T42" fmla="*/ 2 w 57"/>
                  <a:gd name="T43" fmla="*/ 18 h 55"/>
                  <a:gd name="T44" fmla="*/ 4 w 57"/>
                  <a:gd name="T45" fmla="*/ 21 h 55"/>
                  <a:gd name="T46" fmla="*/ 12 w 57"/>
                  <a:gd name="T47" fmla="*/ 17 h 55"/>
                  <a:gd name="T48" fmla="*/ 15 w 57"/>
                  <a:gd name="T49" fmla="*/ 19 h 55"/>
                  <a:gd name="T50" fmla="*/ 17 w 57"/>
                  <a:gd name="T51" fmla="*/ 22 h 55"/>
                  <a:gd name="T52" fmla="*/ 18 w 57"/>
                  <a:gd name="T53" fmla="*/ 25 h 55"/>
                  <a:gd name="T54" fmla="*/ 21 w 57"/>
                  <a:gd name="T55" fmla="*/ 28 h 55"/>
                  <a:gd name="T56" fmla="*/ 28 w 57"/>
                  <a:gd name="T57" fmla="*/ 33 h 55"/>
                  <a:gd name="T58" fmla="*/ 33 w 57"/>
                  <a:gd name="T59" fmla="*/ 36 h 55"/>
                  <a:gd name="T60" fmla="*/ 42 w 57"/>
                  <a:gd name="T61" fmla="*/ 42 h 55"/>
                  <a:gd name="T62" fmla="*/ 45 w 57"/>
                  <a:gd name="T63" fmla="*/ 48 h 55"/>
                  <a:gd name="T64" fmla="*/ 43 w 57"/>
                  <a:gd name="T65" fmla="*/ 55 h 55"/>
                  <a:gd name="T66" fmla="*/ 49 w 57"/>
                  <a:gd name="T67" fmla="*/ 48 h 55"/>
                  <a:gd name="T68" fmla="*/ 47 w 57"/>
                  <a:gd name="T69" fmla="*/ 45 h 55"/>
                  <a:gd name="T70" fmla="*/ 50 w 57"/>
                  <a:gd name="T71" fmla="*/ 40 h 55"/>
                  <a:gd name="T72" fmla="*/ 53 w 57"/>
                  <a:gd name="T73" fmla="*/ 41 h 55"/>
                  <a:gd name="T74" fmla="*/ 55 w 57"/>
                  <a:gd name="T75" fmla="*/ 44 h 55"/>
                  <a:gd name="T76" fmla="*/ 53 w 57"/>
                  <a:gd name="T77" fmla="*/ 39 h 55"/>
                  <a:gd name="T78" fmla="*/ 44 w 57"/>
                  <a:gd name="T79" fmla="*/ 35 h 55"/>
                  <a:gd name="T80" fmla="*/ 44 w 57"/>
                  <a:gd name="T81" fmla="*/ 32 h 55"/>
                  <a:gd name="T82" fmla="*/ 39 w 57"/>
                  <a:gd name="T83" fmla="*/ 31 h 55"/>
                  <a:gd name="T84" fmla="*/ 35 w 57"/>
                  <a:gd name="T85" fmla="*/ 26 h 55"/>
                  <a:gd name="T86" fmla="*/ 32 w 57"/>
                  <a:gd name="T87" fmla="*/ 21 h 55"/>
                  <a:gd name="T88" fmla="*/ 27 w 57"/>
                  <a:gd name="T89" fmla="*/ 17 h 55"/>
                  <a:gd name="T90" fmla="*/ 27 w 57"/>
                  <a:gd name="T91" fmla="*/ 15 h 55"/>
                  <a:gd name="T92" fmla="*/ 28 w 57"/>
                  <a:gd name="T93" fmla="*/ 12 h 55"/>
                  <a:gd name="T94" fmla="*/ 30 w 57"/>
                  <a:gd name="T95" fmla="*/ 9 h 55"/>
                  <a:gd name="T96" fmla="*/ 32 w 57"/>
                  <a:gd name="T97" fmla="*/ 8 h 55"/>
                  <a:gd name="T98" fmla="*/ 34 w 57"/>
                  <a:gd name="T99" fmla="*/ 10 h 55"/>
                  <a:gd name="T100" fmla="*/ 37 w 57"/>
                  <a:gd name="T101" fmla="*/ 10 h 55"/>
                  <a:gd name="T102" fmla="*/ 37 w 57"/>
                  <a:gd name="T103" fmla="*/ 1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 h="55">
                    <a:moveTo>
                      <a:pt x="37" y="10"/>
                    </a:moveTo>
                    <a:cubicBezTo>
                      <a:pt x="38" y="9"/>
                      <a:pt x="40" y="10"/>
                      <a:pt x="41" y="9"/>
                    </a:cubicBezTo>
                    <a:cubicBezTo>
                      <a:pt x="43" y="8"/>
                      <a:pt x="42" y="7"/>
                      <a:pt x="43" y="6"/>
                    </a:cubicBezTo>
                    <a:cubicBezTo>
                      <a:pt x="43" y="5"/>
                      <a:pt x="44" y="4"/>
                      <a:pt x="45" y="4"/>
                    </a:cubicBezTo>
                    <a:cubicBezTo>
                      <a:pt x="46" y="3"/>
                      <a:pt x="45" y="3"/>
                      <a:pt x="45" y="1"/>
                    </a:cubicBezTo>
                    <a:cubicBezTo>
                      <a:pt x="44" y="2"/>
                      <a:pt x="43" y="2"/>
                      <a:pt x="41" y="2"/>
                    </a:cubicBezTo>
                    <a:cubicBezTo>
                      <a:pt x="39" y="2"/>
                      <a:pt x="37" y="5"/>
                      <a:pt x="36" y="4"/>
                    </a:cubicBezTo>
                    <a:cubicBezTo>
                      <a:pt x="33" y="3"/>
                      <a:pt x="28" y="4"/>
                      <a:pt x="27" y="1"/>
                    </a:cubicBezTo>
                    <a:cubicBezTo>
                      <a:pt x="26" y="0"/>
                      <a:pt x="23" y="1"/>
                      <a:pt x="22" y="1"/>
                    </a:cubicBezTo>
                    <a:cubicBezTo>
                      <a:pt x="20" y="3"/>
                      <a:pt x="20" y="1"/>
                      <a:pt x="19" y="1"/>
                    </a:cubicBezTo>
                    <a:cubicBezTo>
                      <a:pt x="18" y="1"/>
                      <a:pt x="18" y="3"/>
                      <a:pt x="18" y="3"/>
                    </a:cubicBezTo>
                    <a:cubicBezTo>
                      <a:pt x="18" y="3"/>
                      <a:pt x="17" y="4"/>
                      <a:pt x="17" y="4"/>
                    </a:cubicBezTo>
                    <a:cubicBezTo>
                      <a:pt x="17" y="5"/>
                      <a:pt x="16" y="5"/>
                      <a:pt x="15" y="5"/>
                    </a:cubicBezTo>
                    <a:cubicBezTo>
                      <a:pt x="15" y="5"/>
                      <a:pt x="14" y="5"/>
                      <a:pt x="13" y="5"/>
                    </a:cubicBezTo>
                    <a:cubicBezTo>
                      <a:pt x="13" y="5"/>
                      <a:pt x="13" y="5"/>
                      <a:pt x="12" y="4"/>
                    </a:cubicBezTo>
                    <a:cubicBezTo>
                      <a:pt x="12" y="4"/>
                      <a:pt x="11" y="7"/>
                      <a:pt x="11" y="8"/>
                    </a:cubicBezTo>
                    <a:cubicBezTo>
                      <a:pt x="11" y="9"/>
                      <a:pt x="9" y="6"/>
                      <a:pt x="9" y="5"/>
                    </a:cubicBezTo>
                    <a:cubicBezTo>
                      <a:pt x="7" y="4"/>
                      <a:pt x="6" y="7"/>
                      <a:pt x="5" y="7"/>
                    </a:cubicBezTo>
                    <a:cubicBezTo>
                      <a:pt x="3" y="7"/>
                      <a:pt x="1" y="7"/>
                      <a:pt x="0" y="7"/>
                    </a:cubicBezTo>
                    <a:cubicBezTo>
                      <a:pt x="0" y="8"/>
                      <a:pt x="1" y="9"/>
                      <a:pt x="1" y="10"/>
                    </a:cubicBezTo>
                    <a:cubicBezTo>
                      <a:pt x="1" y="12"/>
                      <a:pt x="0" y="12"/>
                      <a:pt x="0" y="14"/>
                    </a:cubicBezTo>
                    <a:cubicBezTo>
                      <a:pt x="0" y="15"/>
                      <a:pt x="0" y="18"/>
                      <a:pt x="2" y="18"/>
                    </a:cubicBezTo>
                    <a:cubicBezTo>
                      <a:pt x="3" y="19"/>
                      <a:pt x="4" y="18"/>
                      <a:pt x="4" y="21"/>
                    </a:cubicBezTo>
                    <a:cubicBezTo>
                      <a:pt x="6" y="20"/>
                      <a:pt x="10" y="16"/>
                      <a:pt x="12" y="17"/>
                    </a:cubicBezTo>
                    <a:cubicBezTo>
                      <a:pt x="13" y="18"/>
                      <a:pt x="14" y="19"/>
                      <a:pt x="15" y="19"/>
                    </a:cubicBezTo>
                    <a:cubicBezTo>
                      <a:pt x="16" y="19"/>
                      <a:pt x="17" y="21"/>
                      <a:pt x="17" y="22"/>
                    </a:cubicBezTo>
                    <a:cubicBezTo>
                      <a:pt x="18" y="23"/>
                      <a:pt x="18" y="24"/>
                      <a:pt x="18" y="25"/>
                    </a:cubicBezTo>
                    <a:cubicBezTo>
                      <a:pt x="19" y="26"/>
                      <a:pt x="20" y="27"/>
                      <a:pt x="21" y="28"/>
                    </a:cubicBezTo>
                    <a:cubicBezTo>
                      <a:pt x="23" y="29"/>
                      <a:pt x="25" y="31"/>
                      <a:pt x="28" y="33"/>
                    </a:cubicBezTo>
                    <a:cubicBezTo>
                      <a:pt x="30" y="35"/>
                      <a:pt x="31" y="35"/>
                      <a:pt x="33" y="36"/>
                    </a:cubicBezTo>
                    <a:cubicBezTo>
                      <a:pt x="36" y="38"/>
                      <a:pt x="38" y="41"/>
                      <a:pt x="42" y="42"/>
                    </a:cubicBezTo>
                    <a:cubicBezTo>
                      <a:pt x="44" y="43"/>
                      <a:pt x="44" y="46"/>
                      <a:pt x="45" y="48"/>
                    </a:cubicBezTo>
                    <a:cubicBezTo>
                      <a:pt x="45" y="50"/>
                      <a:pt x="42" y="52"/>
                      <a:pt x="43" y="55"/>
                    </a:cubicBezTo>
                    <a:cubicBezTo>
                      <a:pt x="43" y="54"/>
                      <a:pt x="49" y="49"/>
                      <a:pt x="49" y="48"/>
                    </a:cubicBezTo>
                    <a:cubicBezTo>
                      <a:pt x="50" y="47"/>
                      <a:pt x="47" y="45"/>
                      <a:pt x="47" y="45"/>
                    </a:cubicBezTo>
                    <a:cubicBezTo>
                      <a:pt x="45" y="43"/>
                      <a:pt x="49" y="39"/>
                      <a:pt x="50" y="40"/>
                    </a:cubicBezTo>
                    <a:cubicBezTo>
                      <a:pt x="51" y="41"/>
                      <a:pt x="52" y="41"/>
                      <a:pt x="53" y="41"/>
                    </a:cubicBezTo>
                    <a:cubicBezTo>
                      <a:pt x="54" y="42"/>
                      <a:pt x="54" y="43"/>
                      <a:pt x="55" y="44"/>
                    </a:cubicBezTo>
                    <a:cubicBezTo>
                      <a:pt x="57" y="44"/>
                      <a:pt x="54" y="40"/>
                      <a:pt x="53" y="39"/>
                    </a:cubicBezTo>
                    <a:cubicBezTo>
                      <a:pt x="51" y="37"/>
                      <a:pt x="47" y="37"/>
                      <a:pt x="44" y="35"/>
                    </a:cubicBezTo>
                    <a:cubicBezTo>
                      <a:pt x="43" y="34"/>
                      <a:pt x="46" y="32"/>
                      <a:pt x="44" y="32"/>
                    </a:cubicBezTo>
                    <a:cubicBezTo>
                      <a:pt x="43" y="31"/>
                      <a:pt x="41" y="32"/>
                      <a:pt x="39" y="31"/>
                    </a:cubicBezTo>
                    <a:cubicBezTo>
                      <a:pt x="37" y="30"/>
                      <a:pt x="36" y="28"/>
                      <a:pt x="35" y="26"/>
                    </a:cubicBezTo>
                    <a:cubicBezTo>
                      <a:pt x="34" y="24"/>
                      <a:pt x="34" y="22"/>
                      <a:pt x="32" y="21"/>
                    </a:cubicBezTo>
                    <a:cubicBezTo>
                      <a:pt x="31" y="20"/>
                      <a:pt x="27" y="19"/>
                      <a:pt x="27" y="17"/>
                    </a:cubicBezTo>
                    <a:cubicBezTo>
                      <a:pt x="27" y="16"/>
                      <a:pt x="27" y="15"/>
                      <a:pt x="27" y="15"/>
                    </a:cubicBezTo>
                    <a:cubicBezTo>
                      <a:pt x="28" y="13"/>
                      <a:pt x="28" y="13"/>
                      <a:pt x="28" y="12"/>
                    </a:cubicBezTo>
                    <a:cubicBezTo>
                      <a:pt x="27" y="9"/>
                      <a:pt x="30" y="10"/>
                      <a:pt x="30" y="9"/>
                    </a:cubicBezTo>
                    <a:cubicBezTo>
                      <a:pt x="31" y="8"/>
                      <a:pt x="32" y="8"/>
                      <a:pt x="32" y="8"/>
                    </a:cubicBezTo>
                    <a:cubicBezTo>
                      <a:pt x="34" y="8"/>
                      <a:pt x="34" y="9"/>
                      <a:pt x="34" y="10"/>
                    </a:cubicBezTo>
                    <a:cubicBezTo>
                      <a:pt x="35" y="10"/>
                      <a:pt x="36" y="10"/>
                      <a:pt x="37" y="10"/>
                    </a:cubicBezTo>
                    <a:cubicBezTo>
                      <a:pt x="37" y="9"/>
                      <a:pt x="36" y="10"/>
                      <a:pt x="37"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1" name="Freeform 648">
                <a:extLst>
                  <a:ext uri="{FF2B5EF4-FFF2-40B4-BE49-F238E27FC236}">
                    <a16:creationId xmlns:a16="http://schemas.microsoft.com/office/drawing/2014/main" id="{4B6B7A8D-F7D2-3C40-8940-55B7E338F327}"/>
                  </a:ext>
                </a:extLst>
              </p:cNvPr>
              <p:cNvSpPr>
                <a:spLocks/>
              </p:cNvSpPr>
              <p:nvPr/>
            </p:nvSpPr>
            <p:spPr bwMode="auto">
              <a:xfrm>
                <a:off x="12330767" y="6685324"/>
                <a:ext cx="251592" cy="235731"/>
              </a:xfrm>
              <a:custGeom>
                <a:avLst/>
                <a:gdLst>
                  <a:gd name="T0" fmla="*/ 12 w 27"/>
                  <a:gd name="T1" fmla="*/ 10 h 25"/>
                  <a:gd name="T2" fmla="*/ 21 w 27"/>
                  <a:gd name="T3" fmla="*/ 9 h 25"/>
                  <a:gd name="T4" fmla="*/ 27 w 27"/>
                  <a:gd name="T5" fmla="*/ 11 h 25"/>
                  <a:gd name="T6" fmla="*/ 25 w 27"/>
                  <a:gd name="T7" fmla="*/ 4 h 25"/>
                  <a:gd name="T8" fmla="*/ 17 w 27"/>
                  <a:gd name="T9" fmla="*/ 3 h 25"/>
                  <a:gd name="T10" fmla="*/ 13 w 27"/>
                  <a:gd name="T11" fmla="*/ 0 h 25"/>
                  <a:gd name="T12" fmla="*/ 11 w 27"/>
                  <a:gd name="T13" fmla="*/ 2 h 25"/>
                  <a:gd name="T14" fmla="*/ 6 w 27"/>
                  <a:gd name="T15" fmla="*/ 7 h 25"/>
                  <a:gd name="T16" fmla="*/ 1 w 27"/>
                  <a:gd name="T17" fmla="*/ 7 h 25"/>
                  <a:gd name="T18" fmla="*/ 1 w 27"/>
                  <a:gd name="T19" fmla="*/ 11 h 25"/>
                  <a:gd name="T20" fmla="*/ 3 w 27"/>
                  <a:gd name="T21" fmla="*/ 10 h 25"/>
                  <a:gd name="T22" fmla="*/ 4 w 27"/>
                  <a:gd name="T23" fmla="*/ 13 h 25"/>
                  <a:gd name="T24" fmla="*/ 6 w 27"/>
                  <a:gd name="T25" fmla="*/ 10 h 25"/>
                  <a:gd name="T26" fmla="*/ 11 w 27"/>
                  <a:gd name="T27" fmla="*/ 17 h 25"/>
                  <a:gd name="T28" fmla="*/ 23 w 27"/>
                  <a:gd name="T29" fmla="*/ 25 h 25"/>
                  <a:gd name="T30" fmla="*/ 21 w 27"/>
                  <a:gd name="T31" fmla="*/ 22 h 25"/>
                  <a:gd name="T32" fmla="*/ 16 w 27"/>
                  <a:gd name="T33" fmla="*/ 19 h 25"/>
                  <a:gd name="T34" fmla="*/ 12 w 27"/>
                  <a:gd name="T35"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25">
                    <a:moveTo>
                      <a:pt x="12" y="10"/>
                    </a:moveTo>
                    <a:cubicBezTo>
                      <a:pt x="15" y="10"/>
                      <a:pt x="18" y="8"/>
                      <a:pt x="21" y="9"/>
                    </a:cubicBezTo>
                    <a:cubicBezTo>
                      <a:pt x="23" y="9"/>
                      <a:pt x="25" y="10"/>
                      <a:pt x="27" y="11"/>
                    </a:cubicBezTo>
                    <a:cubicBezTo>
                      <a:pt x="26" y="9"/>
                      <a:pt x="26" y="7"/>
                      <a:pt x="25" y="4"/>
                    </a:cubicBezTo>
                    <a:cubicBezTo>
                      <a:pt x="22" y="6"/>
                      <a:pt x="19" y="4"/>
                      <a:pt x="17" y="3"/>
                    </a:cubicBezTo>
                    <a:cubicBezTo>
                      <a:pt x="15" y="2"/>
                      <a:pt x="14" y="2"/>
                      <a:pt x="13" y="0"/>
                    </a:cubicBezTo>
                    <a:cubicBezTo>
                      <a:pt x="13" y="0"/>
                      <a:pt x="11" y="1"/>
                      <a:pt x="11" y="2"/>
                    </a:cubicBezTo>
                    <a:cubicBezTo>
                      <a:pt x="9" y="3"/>
                      <a:pt x="10" y="8"/>
                      <a:pt x="6" y="7"/>
                    </a:cubicBezTo>
                    <a:cubicBezTo>
                      <a:pt x="4" y="6"/>
                      <a:pt x="2" y="7"/>
                      <a:pt x="1" y="7"/>
                    </a:cubicBezTo>
                    <a:cubicBezTo>
                      <a:pt x="0" y="8"/>
                      <a:pt x="1" y="11"/>
                      <a:pt x="1" y="11"/>
                    </a:cubicBezTo>
                    <a:cubicBezTo>
                      <a:pt x="1" y="11"/>
                      <a:pt x="3" y="10"/>
                      <a:pt x="3" y="10"/>
                    </a:cubicBezTo>
                    <a:cubicBezTo>
                      <a:pt x="4" y="10"/>
                      <a:pt x="4" y="12"/>
                      <a:pt x="4" y="13"/>
                    </a:cubicBezTo>
                    <a:cubicBezTo>
                      <a:pt x="4" y="11"/>
                      <a:pt x="5" y="8"/>
                      <a:pt x="6" y="10"/>
                    </a:cubicBezTo>
                    <a:cubicBezTo>
                      <a:pt x="7" y="13"/>
                      <a:pt x="9" y="15"/>
                      <a:pt x="11" y="17"/>
                    </a:cubicBezTo>
                    <a:cubicBezTo>
                      <a:pt x="14" y="20"/>
                      <a:pt x="19" y="22"/>
                      <a:pt x="23" y="25"/>
                    </a:cubicBezTo>
                    <a:cubicBezTo>
                      <a:pt x="23" y="23"/>
                      <a:pt x="23" y="23"/>
                      <a:pt x="21" y="22"/>
                    </a:cubicBezTo>
                    <a:cubicBezTo>
                      <a:pt x="19" y="21"/>
                      <a:pt x="17" y="20"/>
                      <a:pt x="16" y="19"/>
                    </a:cubicBezTo>
                    <a:cubicBezTo>
                      <a:pt x="14" y="17"/>
                      <a:pt x="9" y="10"/>
                      <a:pt x="12"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2" name="Freeform 649">
                <a:extLst>
                  <a:ext uri="{FF2B5EF4-FFF2-40B4-BE49-F238E27FC236}">
                    <a16:creationId xmlns:a16="http://schemas.microsoft.com/office/drawing/2014/main" id="{E8953421-7C95-5B42-B934-3F6E44703BF1}"/>
                  </a:ext>
                </a:extLst>
              </p:cNvPr>
              <p:cNvSpPr>
                <a:spLocks/>
              </p:cNvSpPr>
              <p:nvPr/>
            </p:nvSpPr>
            <p:spPr bwMode="auto">
              <a:xfrm>
                <a:off x="11470893" y="6414553"/>
                <a:ext cx="617835" cy="531986"/>
              </a:xfrm>
              <a:custGeom>
                <a:avLst/>
                <a:gdLst>
                  <a:gd name="T0" fmla="*/ 59 w 66"/>
                  <a:gd name="T1" fmla="*/ 31 h 57"/>
                  <a:gd name="T2" fmla="*/ 56 w 66"/>
                  <a:gd name="T3" fmla="*/ 30 h 57"/>
                  <a:gd name="T4" fmla="*/ 60 w 66"/>
                  <a:gd name="T5" fmla="*/ 24 h 57"/>
                  <a:gd name="T6" fmla="*/ 63 w 66"/>
                  <a:gd name="T7" fmla="*/ 23 h 57"/>
                  <a:gd name="T8" fmla="*/ 65 w 66"/>
                  <a:gd name="T9" fmla="*/ 15 h 57"/>
                  <a:gd name="T10" fmla="*/ 60 w 66"/>
                  <a:gd name="T11" fmla="*/ 13 h 57"/>
                  <a:gd name="T12" fmla="*/ 57 w 66"/>
                  <a:gd name="T13" fmla="*/ 11 h 57"/>
                  <a:gd name="T14" fmla="*/ 55 w 66"/>
                  <a:gd name="T15" fmla="*/ 11 h 57"/>
                  <a:gd name="T16" fmla="*/ 48 w 66"/>
                  <a:gd name="T17" fmla="*/ 7 h 57"/>
                  <a:gd name="T18" fmla="*/ 43 w 66"/>
                  <a:gd name="T19" fmla="*/ 5 h 57"/>
                  <a:gd name="T20" fmla="*/ 38 w 66"/>
                  <a:gd name="T21" fmla="*/ 1 h 57"/>
                  <a:gd name="T22" fmla="*/ 34 w 66"/>
                  <a:gd name="T23" fmla="*/ 1 h 57"/>
                  <a:gd name="T24" fmla="*/ 33 w 66"/>
                  <a:gd name="T25" fmla="*/ 5 h 57"/>
                  <a:gd name="T26" fmla="*/ 30 w 66"/>
                  <a:gd name="T27" fmla="*/ 8 h 57"/>
                  <a:gd name="T28" fmla="*/ 26 w 66"/>
                  <a:gd name="T29" fmla="*/ 10 h 57"/>
                  <a:gd name="T30" fmla="*/ 24 w 66"/>
                  <a:gd name="T31" fmla="*/ 12 h 57"/>
                  <a:gd name="T32" fmla="*/ 20 w 66"/>
                  <a:gd name="T33" fmla="*/ 11 h 57"/>
                  <a:gd name="T34" fmla="*/ 16 w 66"/>
                  <a:gd name="T35" fmla="*/ 10 h 57"/>
                  <a:gd name="T36" fmla="*/ 16 w 66"/>
                  <a:gd name="T37" fmla="*/ 16 h 57"/>
                  <a:gd name="T38" fmla="*/ 9 w 66"/>
                  <a:gd name="T39" fmla="*/ 15 h 57"/>
                  <a:gd name="T40" fmla="*/ 1 w 66"/>
                  <a:gd name="T41" fmla="*/ 17 h 57"/>
                  <a:gd name="T42" fmla="*/ 2 w 66"/>
                  <a:gd name="T43" fmla="*/ 19 h 57"/>
                  <a:gd name="T44" fmla="*/ 4 w 66"/>
                  <a:gd name="T45" fmla="*/ 21 h 57"/>
                  <a:gd name="T46" fmla="*/ 15 w 66"/>
                  <a:gd name="T47" fmla="*/ 25 h 57"/>
                  <a:gd name="T48" fmla="*/ 14 w 66"/>
                  <a:gd name="T49" fmla="*/ 28 h 57"/>
                  <a:gd name="T50" fmla="*/ 19 w 66"/>
                  <a:gd name="T51" fmla="*/ 31 h 57"/>
                  <a:gd name="T52" fmla="*/ 20 w 66"/>
                  <a:gd name="T53" fmla="*/ 35 h 57"/>
                  <a:gd name="T54" fmla="*/ 22 w 66"/>
                  <a:gd name="T55" fmla="*/ 38 h 57"/>
                  <a:gd name="T56" fmla="*/ 19 w 66"/>
                  <a:gd name="T57" fmla="*/ 36 h 57"/>
                  <a:gd name="T58" fmla="*/ 16 w 66"/>
                  <a:gd name="T59" fmla="*/ 49 h 57"/>
                  <a:gd name="T60" fmla="*/ 27 w 66"/>
                  <a:gd name="T61" fmla="*/ 53 h 57"/>
                  <a:gd name="T62" fmla="*/ 30 w 66"/>
                  <a:gd name="T63" fmla="*/ 53 h 57"/>
                  <a:gd name="T64" fmla="*/ 33 w 66"/>
                  <a:gd name="T65" fmla="*/ 55 h 57"/>
                  <a:gd name="T66" fmla="*/ 40 w 66"/>
                  <a:gd name="T67" fmla="*/ 54 h 57"/>
                  <a:gd name="T68" fmla="*/ 47 w 66"/>
                  <a:gd name="T69" fmla="*/ 48 h 57"/>
                  <a:gd name="T70" fmla="*/ 57 w 66"/>
                  <a:gd name="T71" fmla="*/ 50 h 57"/>
                  <a:gd name="T72" fmla="*/ 62 w 66"/>
                  <a:gd name="T73" fmla="*/ 47 h 57"/>
                  <a:gd name="T74" fmla="*/ 62 w 66"/>
                  <a:gd name="T75" fmla="*/ 45 h 57"/>
                  <a:gd name="T76" fmla="*/ 59 w 66"/>
                  <a:gd name="T77" fmla="*/ 38 h 57"/>
                  <a:gd name="T78" fmla="*/ 59 w 66"/>
                  <a:gd name="T79" fmla="*/ 34 h 57"/>
                  <a:gd name="T80" fmla="*/ 59 w 66"/>
                  <a:gd name="T81" fmla="*/ 31 h 57"/>
                  <a:gd name="T82" fmla="*/ 59 w 66"/>
                  <a:gd name="T83" fmla="*/ 3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 h="57">
                    <a:moveTo>
                      <a:pt x="59" y="31"/>
                    </a:moveTo>
                    <a:cubicBezTo>
                      <a:pt x="58" y="29"/>
                      <a:pt x="55" y="33"/>
                      <a:pt x="56" y="30"/>
                    </a:cubicBezTo>
                    <a:cubicBezTo>
                      <a:pt x="56" y="29"/>
                      <a:pt x="59" y="24"/>
                      <a:pt x="60" y="24"/>
                    </a:cubicBezTo>
                    <a:cubicBezTo>
                      <a:pt x="61" y="23"/>
                      <a:pt x="62" y="25"/>
                      <a:pt x="63" y="23"/>
                    </a:cubicBezTo>
                    <a:cubicBezTo>
                      <a:pt x="64" y="20"/>
                      <a:pt x="63" y="18"/>
                      <a:pt x="65" y="15"/>
                    </a:cubicBezTo>
                    <a:cubicBezTo>
                      <a:pt x="66" y="13"/>
                      <a:pt x="61" y="13"/>
                      <a:pt x="60" y="13"/>
                    </a:cubicBezTo>
                    <a:cubicBezTo>
                      <a:pt x="58" y="13"/>
                      <a:pt x="57" y="12"/>
                      <a:pt x="57" y="11"/>
                    </a:cubicBezTo>
                    <a:cubicBezTo>
                      <a:pt x="56" y="11"/>
                      <a:pt x="55" y="11"/>
                      <a:pt x="55" y="11"/>
                    </a:cubicBezTo>
                    <a:cubicBezTo>
                      <a:pt x="53" y="11"/>
                      <a:pt x="48" y="9"/>
                      <a:pt x="48" y="7"/>
                    </a:cubicBezTo>
                    <a:cubicBezTo>
                      <a:pt x="47" y="10"/>
                      <a:pt x="44" y="5"/>
                      <a:pt x="43" y="5"/>
                    </a:cubicBezTo>
                    <a:cubicBezTo>
                      <a:pt x="41" y="4"/>
                      <a:pt x="39" y="3"/>
                      <a:pt x="38" y="1"/>
                    </a:cubicBezTo>
                    <a:cubicBezTo>
                      <a:pt x="37" y="0"/>
                      <a:pt x="35" y="0"/>
                      <a:pt x="34" y="1"/>
                    </a:cubicBezTo>
                    <a:cubicBezTo>
                      <a:pt x="33" y="2"/>
                      <a:pt x="32" y="4"/>
                      <a:pt x="33" y="5"/>
                    </a:cubicBezTo>
                    <a:cubicBezTo>
                      <a:pt x="33" y="6"/>
                      <a:pt x="31" y="7"/>
                      <a:pt x="30" y="8"/>
                    </a:cubicBezTo>
                    <a:cubicBezTo>
                      <a:pt x="29" y="8"/>
                      <a:pt x="27" y="8"/>
                      <a:pt x="26" y="10"/>
                    </a:cubicBezTo>
                    <a:cubicBezTo>
                      <a:pt x="26" y="11"/>
                      <a:pt x="25" y="12"/>
                      <a:pt x="24" y="12"/>
                    </a:cubicBezTo>
                    <a:cubicBezTo>
                      <a:pt x="22" y="12"/>
                      <a:pt x="21" y="12"/>
                      <a:pt x="20" y="11"/>
                    </a:cubicBezTo>
                    <a:cubicBezTo>
                      <a:pt x="18" y="11"/>
                      <a:pt x="18" y="10"/>
                      <a:pt x="16" y="10"/>
                    </a:cubicBezTo>
                    <a:cubicBezTo>
                      <a:pt x="14" y="9"/>
                      <a:pt x="20" y="16"/>
                      <a:pt x="16" y="16"/>
                    </a:cubicBezTo>
                    <a:cubicBezTo>
                      <a:pt x="13" y="16"/>
                      <a:pt x="11" y="17"/>
                      <a:pt x="9" y="15"/>
                    </a:cubicBezTo>
                    <a:cubicBezTo>
                      <a:pt x="8" y="14"/>
                      <a:pt x="1" y="16"/>
                      <a:pt x="1" y="17"/>
                    </a:cubicBezTo>
                    <a:cubicBezTo>
                      <a:pt x="1" y="18"/>
                      <a:pt x="4" y="18"/>
                      <a:pt x="2" y="19"/>
                    </a:cubicBezTo>
                    <a:cubicBezTo>
                      <a:pt x="0" y="20"/>
                      <a:pt x="3" y="21"/>
                      <a:pt x="4" y="21"/>
                    </a:cubicBezTo>
                    <a:cubicBezTo>
                      <a:pt x="6" y="22"/>
                      <a:pt x="15" y="23"/>
                      <a:pt x="15" y="25"/>
                    </a:cubicBezTo>
                    <a:cubicBezTo>
                      <a:pt x="15" y="26"/>
                      <a:pt x="13" y="26"/>
                      <a:pt x="14" y="28"/>
                    </a:cubicBezTo>
                    <a:cubicBezTo>
                      <a:pt x="16" y="30"/>
                      <a:pt x="17" y="30"/>
                      <a:pt x="19" y="31"/>
                    </a:cubicBezTo>
                    <a:cubicBezTo>
                      <a:pt x="21" y="32"/>
                      <a:pt x="18" y="34"/>
                      <a:pt x="20" y="35"/>
                    </a:cubicBezTo>
                    <a:cubicBezTo>
                      <a:pt x="20" y="35"/>
                      <a:pt x="22" y="38"/>
                      <a:pt x="22" y="38"/>
                    </a:cubicBezTo>
                    <a:cubicBezTo>
                      <a:pt x="21" y="39"/>
                      <a:pt x="20" y="36"/>
                      <a:pt x="19" y="36"/>
                    </a:cubicBezTo>
                    <a:cubicBezTo>
                      <a:pt x="18" y="36"/>
                      <a:pt x="19" y="48"/>
                      <a:pt x="16" y="49"/>
                    </a:cubicBezTo>
                    <a:cubicBezTo>
                      <a:pt x="19" y="51"/>
                      <a:pt x="23" y="54"/>
                      <a:pt x="27" y="53"/>
                    </a:cubicBezTo>
                    <a:cubicBezTo>
                      <a:pt x="28" y="53"/>
                      <a:pt x="29" y="52"/>
                      <a:pt x="30" y="53"/>
                    </a:cubicBezTo>
                    <a:cubicBezTo>
                      <a:pt x="31" y="53"/>
                      <a:pt x="32" y="54"/>
                      <a:pt x="33" y="55"/>
                    </a:cubicBezTo>
                    <a:cubicBezTo>
                      <a:pt x="35" y="56"/>
                      <a:pt x="41" y="57"/>
                      <a:pt x="40" y="54"/>
                    </a:cubicBezTo>
                    <a:cubicBezTo>
                      <a:pt x="39" y="49"/>
                      <a:pt x="44" y="47"/>
                      <a:pt x="47" y="48"/>
                    </a:cubicBezTo>
                    <a:cubicBezTo>
                      <a:pt x="51" y="49"/>
                      <a:pt x="53" y="52"/>
                      <a:pt x="57" y="50"/>
                    </a:cubicBezTo>
                    <a:cubicBezTo>
                      <a:pt x="59" y="49"/>
                      <a:pt x="60" y="48"/>
                      <a:pt x="62" y="47"/>
                    </a:cubicBezTo>
                    <a:cubicBezTo>
                      <a:pt x="62" y="47"/>
                      <a:pt x="64" y="45"/>
                      <a:pt x="62" y="45"/>
                    </a:cubicBezTo>
                    <a:cubicBezTo>
                      <a:pt x="60" y="44"/>
                      <a:pt x="58" y="40"/>
                      <a:pt x="59" y="38"/>
                    </a:cubicBezTo>
                    <a:cubicBezTo>
                      <a:pt x="61" y="36"/>
                      <a:pt x="60" y="36"/>
                      <a:pt x="59" y="34"/>
                    </a:cubicBezTo>
                    <a:cubicBezTo>
                      <a:pt x="59" y="33"/>
                      <a:pt x="59" y="32"/>
                      <a:pt x="59" y="31"/>
                    </a:cubicBezTo>
                    <a:cubicBezTo>
                      <a:pt x="58" y="30"/>
                      <a:pt x="59" y="32"/>
                      <a:pt x="59" y="31"/>
                    </a:cubicBezTo>
                    <a:close/>
                  </a:path>
                </a:pathLst>
              </a:custGeom>
              <a:grpFill/>
              <a:ln w="9525"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3" name="Freeform 650">
                <a:extLst>
                  <a:ext uri="{FF2B5EF4-FFF2-40B4-BE49-F238E27FC236}">
                    <a16:creationId xmlns:a16="http://schemas.microsoft.com/office/drawing/2014/main" id="{3CA123D4-77F1-B040-AED4-6092CCB1A768}"/>
                  </a:ext>
                </a:extLst>
              </p:cNvPr>
              <p:cNvSpPr>
                <a:spLocks/>
              </p:cNvSpPr>
              <p:nvPr/>
            </p:nvSpPr>
            <p:spPr bwMode="auto">
              <a:xfrm>
                <a:off x="11983632" y="6621615"/>
                <a:ext cx="207006" cy="140163"/>
              </a:xfrm>
              <a:custGeom>
                <a:avLst/>
                <a:gdLst>
                  <a:gd name="T0" fmla="*/ 17 w 22"/>
                  <a:gd name="T1" fmla="*/ 1 h 15"/>
                  <a:gd name="T2" fmla="*/ 9 w 22"/>
                  <a:gd name="T3" fmla="*/ 1 h 15"/>
                  <a:gd name="T4" fmla="*/ 8 w 22"/>
                  <a:gd name="T5" fmla="*/ 2 h 15"/>
                  <a:gd name="T6" fmla="*/ 5 w 22"/>
                  <a:gd name="T7" fmla="*/ 2 h 15"/>
                  <a:gd name="T8" fmla="*/ 3 w 22"/>
                  <a:gd name="T9" fmla="*/ 5 h 15"/>
                  <a:gd name="T10" fmla="*/ 1 w 22"/>
                  <a:gd name="T11" fmla="*/ 9 h 15"/>
                  <a:gd name="T12" fmla="*/ 4 w 22"/>
                  <a:gd name="T13" fmla="*/ 10 h 15"/>
                  <a:gd name="T14" fmla="*/ 7 w 22"/>
                  <a:gd name="T15" fmla="*/ 11 h 15"/>
                  <a:gd name="T16" fmla="*/ 11 w 22"/>
                  <a:gd name="T17" fmla="*/ 10 h 15"/>
                  <a:gd name="T18" fmla="*/ 13 w 22"/>
                  <a:gd name="T19" fmla="*/ 10 h 15"/>
                  <a:gd name="T20" fmla="*/ 16 w 22"/>
                  <a:gd name="T21" fmla="*/ 8 h 15"/>
                  <a:gd name="T22" fmla="*/ 18 w 22"/>
                  <a:gd name="T23" fmla="*/ 9 h 15"/>
                  <a:gd name="T24" fmla="*/ 21 w 22"/>
                  <a:gd name="T25" fmla="*/ 8 h 15"/>
                  <a:gd name="T26" fmla="*/ 22 w 22"/>
                  <a:gd name="T27" fmla="*/ 5 h 15"/>
                  <a:gd name="T28" fmla="*/ 18 w 22"/>
                  <a:gd name="T29" fmla="*/ 4 h 15"/>
                  <a:gd name="T30" fmla="*/ 17 w 22"/>
                  <a:gd name="T31"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15">
                    <a:moveTo>
                      <a:pt x="17" y="1"/>
                    </a:moveTo>
                    <a:cubicBezTo>
                      <a:pt x="14" y="0"/>
                      <a:pt x="12" y="1"/>
                      <a:pt x="9" y="1"/>
                    </a:cubicBezTo>
                    <a:cubicBezTo>
                      <a:pt x="7" y="1"/>
                      <a:pt x="9" y="1"/>
                      <a:pt x="8" y="2"/>
                    </a:cubicBezTo>
                    <a:cubicBezTo>
                      <a:pt x="7" y="2"/>
                      <a:pt x="5" y="2"/>
                      <a:pt x="5" y="2"/>
                    </a:cubicBezTo>
                    <a:cubicBezTo>
                      <a:pt x="4" y="2"/>
                      <a:pt x="3" y="5"/>
                      <a:pt x="3" y="5"/>
                    </a:cubicBezTo>
                    <a:cubicBezTo>
                      <a:pt x="2" y="6"/>
                      <a:pt x="0" y="10"/>
                      <a:pt x="1" y="9"/>
                    </a:cubicBezTo>
                    <a:cubicBezTo>
                      <a:pt x="3" y="9"/>
                      <a:pt x="3" y="8"/>
                      <a:pt x="4" y="10"/>
                    </a:cubicBezTo>
                    <a:cubicBezTo>
                      <a:pt x="4" y="12"/>
                      <a:pt x="5" y="11"/>
                      <a:pt x="7" y="11"/>
                    </a:cubicBezTo>
                    <a:cubicBezTo>
                      <a:pt x="8" y="11"/>
                      <a:pt x="10" y="11"/>
                      <a:pt x="11" y="10"/>
                    </a:cubicBezTo>
                    <a:cubicBezTo>
                      <a:pt x="12" y="8"/>
                      <a:pt x="13" y="9"/>
                      <a:pt x="13" y="10"/>
                    </a:cubicBezTo>
                    <a:cubicBezTo>
                      <a:pt x="16" y="15"/>
                      <a:pt x="15" y="8"/>
                      <a:pt x="16" y="8"/>
                    </a:cubicBezTo>
                    <a:cubicBezTo>
                      <a:pt x="17" y="8"/>
                      <a:pt x="17" y="9"/>
                      <a:pt x="18" y="9"/>
                    </a:cubicBezTo>
                    <a:cubicBezTo>
                      <a:pt x="19" y="9"/>
                      <a:pt x="20" y="9"/>
                      <a:pt x="21" y="8"/>
                    </a:cubicBezTo>
                    <a:cubicBezTo>
                      <a:pt x="22" y="7"/>
                      <a:pt x="22" y="7"/>
                      <a:pt x="22" y="5"/>
                    </a:cubicBezTo>
                    <a:cubicBezTo>
                      <a:pt x="22" y="5"/>
                      <a:pt x="19" y="4"/>
                      <a:pt x="18" y="4"/>
                    </a:cubicBezTo>
                    <a:cubicBezTo>
                      <a:pt x="17" y="3"/>
                      <a:pt x="17" y="2"/>
                      <a:pt x="17"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4" name="Freeform 651">
                <a:extLst>
                  <a:ext uri="{FF2B5EF4-FFF2-40B4-BE49-F238E27FC236}">
                    <a16:creationId xmlns:a16="http://schemas.microsoft.com/office/drawing/2014/main" id="{F466A740-561A-2D4B-AC2A-10E1FB2E98DF}"/>
                  </a:ext>
                </a:extLst>
              </p:cNvPr>
              <p:cNvSpPr>
                <a:spLocks/>
              </p:cNvSpPr>
              <p:nvPr/>
            </p:nvSpPr>
            <p:spPr bwMode="auto">
              <a:xfrm>
                <a:off x="11808475" y="6395439"/>
                <a:ext cx="194268" cy="121050"/>
              </a:xfrm>
              <a:custGeom>
                <a:avLst/>
                <a:gdLst>
                  <a:gd name="T0" fmla="*/ 19 w 21"/>
                  <a:gd name="T1" fmla="*/ 9 h 13"/>
                  <a:gd name="T2" fmla="*/ 20 w 21"/>
                  <a:gd name="T3" fmla="*/ 6 h 13"/>
                  <a:gd name="T4" fmla="*/ 18 w 21"/>
                  <a:gd name="T5" fmla="*/ 3 h 13"/>
                  <a:gd name="T6" fmla="*/ 13 w 21"/>
                  <a:gd name="T7" fmla="*/ 0 h 13"/>
                  <a:gd name="T8" fmla="*/ 8 w 21"/>
                  <a:gd name="T9" fmla="*/ 1 h 13"/>
                  <a:gd name="T10" fmla="*/ 3 w 21"/>
                  <a:gd name="T11" fmla="*/ 1 h 13"/>
                  <a:gd name="T12" fmla="*/ 5 w 21"/>
                  <a:gd name="T13" fmla="*/ 6 h 13"/>
                  <a:gd name="T14" fmla="*/ 10 w 21"/>
                  <a:gd name="T15" fmla="*/ 9 h 13"/>
                  <a:gd name="T16" fmla="*/ 12 w 21"/>
                  <a:gd name="T17" fmla="*/ 9 h 13"/>
                  <a:gd name="T18" fmla="*/ 18 w 21"/>
                  <a:gd name="T19" fmla="*/ 13 h 13"/>
                  <a:gd name="T20" fmla="*/ 19 w 21"/>
                  <a:gd name="T21" fmla="*/ 9 h 13"/>
                  <a:gd name="T22" fmla="*/ 19 w 21"/>
                  <a:gd name="T23"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13">
                    <a:moveTo>
                      <a:pt x="19" y="9"/>
                    </a:moveTo>
                    <a:cubicBezTo>
                      <a:pt x="18" y="9"/>
                      <a:pt x="21" y="7"/>
                      <a:pt x="20" y="6"/>
                    </a:cubicBezTo>
                    <a:cubicBezTo>
                      <a:pt x="20" y="5"/>
                      <a:pt x="19" y="3"/>
                      <a:pt x="18" y="3"/>
                    </a:cubicBezTo>
                    <a:cubicBezTo>
                      <a:pt x="17" y="2"/>
                      <a:pt x="15" y="0"/>
                      <a:pt x="13" y="0"/>
                    </a:cubicBezTo>
                    <a:cubicBezTo>
                      <a:pt x="11" y="0"/>
                      <a:pt x="10" y="1"/>
                      <a:pt x="8" y="1"/>
                    </a:cubicBezTo>
                    <a:cubicBezTo>
                      <a:pt x="6" y="1"/>
                      <a:pt x="5" y="0"/>
                      <a:pt x="3" y="1"/>
                    </a:cubicBezTo>
                    <a:cubicBezTo>
                      <a:pt x="0" y="3"/>
                      <a:pt x="3" y="5"/>
                      <a:pt x="5" y="6"/>
                    </a:cubicBezTo>
                    <a:cubicBezTo>
                      <a:pt x="7" y="7"/>
                      <a:pt x="8" y="7"/>
                      <a:pt x="10" y="9"/>
                    </a:cubicBezTo>
                    <a:cubicBezTo>
                      <a:pt x="10" y="10"/>
                      <a:pt x="12" y="10"/>
                      <a:pt x="12" y="9"/>
                    </a:cubicBezTo>
                    <a:cubicBezTo>
                      <a:pt x="12" y="10"/>
                      <a:pt x="17" y="13"/>
                      <a:pt x="18" y="13"/>
                    </a:cubicBezTo>
                    <a:cubicBezTo>
                      <a:pt x="18" y="11"/>
                      <a:pt x="18" y="10"/>
                      <a:pt x="19" y="9"/>
                    </a:cubicBezTo>
                    <a:cubicBezTo>
                      <a:pt x="19" y="9"/>
                      <a:pt x="17" y="10"/>
                      <a:pt x="19" y="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5" name="Freeform 652">
                <a:extLst>
                  <a:ext uri="{FF2B5EF4-FFF2-40B4-BE49-F238E27FC236}">
                    <a16:creationId xmlns:a16="http://schemas.microsoft.com/office/drawing/2014/main" id="{8869EEB9-5F60-0C43-BA90-42513D32818D}"/>
                  </a:ext>
                </a:extLst>
              </p:cNvPr>
              <p:cNvSpPr>
                <a:spLocks/>
              </p:cNvSpPr>
              <p:nvPr/>
            </p:nvSpPr>
            <p:spPr bwMode="auto">
              <a:xfrm>
                <a:off x="11967711" y="6481449"/>
                <a:ext cx="35033" cy="35042"/>
              </a:xfrm>
              <a:custGeom>
                <a:avLst/>
                <a:gdLst>
                  <a:gd name="T0" fmla="*/ 2 w 4"/>
                  <a:gd name="T1" fmla="*/ 0 h 4"/>
                  <a:gd name="T2" fmla="*/ 1 w 4"/>
                  <a:gd name="T3" fmla="*/ 3 h 4"/>
                  <a:gd name="T4" fmla="*/ 4 w 4"/>
                  <a:gd name="T5" fmla="*/ 4 h 4"/>
                  <a:gd name="T6" fmla="*/ 2 w 4"/>
                  <a:gd name="T7" fmla="*/ 0 h 4"/>
                  <a:gd name="T8" fmla="*/ 2 w 4"/>
                  <a:gd name="T9" fmla="*/ 0 h 4"/>
                </a:gdLst>
                <a:ahLst/>
                <a:cxnLst>
                  <a:cxn ang="0">
                    <a:pos x="T0" y="T1"/>
                  </a:cxn>
                  <a:cxn ang="0">
                    <a:pos x="T2" y="T3"/>
                  </a:cxn>
                  <a:cxn ang="0">
                    <a:pos x="T4" y="T5"/>
                  </a:cxn>
                  <a:cxn ang="0">
                    <a:pos x="T6" y="T7"/>
                  </a:cxn>
                  <a:cxn ang="0">
                    <a:pos x="T8" y="T9"/>
                  </a:cxn>
                </a:cxnLst>
                <a:rect l="0" t="0" r="r" b="b"/>
                <a:pathLst>
                  <a:path w="4" h="4">
                    <a:moveTo>
                      <a:pt x="2" y="0"/>
                    </a:moveTo>
                    <a:cubicBezTo>
                      <a:pt x="1" y="0"/>
                      <a:pt x="1" y="2"/>
                      <a:pt x="1" y="3"/>
                    </a:cubicBezTo>
                    <a:cubicBezTo>
                      <a:pt x="1" y="4"/>
                      <a:pt x="3" y="4"/>
                      <a:pt x="4" y="4"/>
                    </a:cubicBezTo>
                    <a:cubicBezTo>
                      <a:pt x="4" y="2"/>
                      <a:pt x="4" y="1"/>
                      <a:pt x="2" y="0"/>
                    </a:cubicBezTo>
                    <a:cubicBezTo>
                      <a:pt x="0" y="1"/>
                      <a:pt x="3" y="1"/>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6" name="Freeform 653">
                <a:extLst>
                  <a:ext uri="{FF2B5EF4-FFF2-40B4-BE49-F238E27FC236}">
                    <a16:creationId xmlns:a16="http://schemas.microsoft.com/office/drawing/2014/main" id="{F863CDC4-A5B3-0046-8A52-1EE65A625385}"/>
                  </a:ext>
                </a:extLst>
              </p:cNvPr>
              <p:cNvSpPr>
                <a:spLocks/>
              </p:cNvSpPr>
              <p:nvPr/>
            </p:nvSpPr>
            <p:spPr bwMode="auto">
              <a:xfrm>
                <a:off x="11853061" y="6264832"/>
                <a:ext cx="187902" cy="168837"/>
              </a:xfrm>
              <a:custGeom>
                <a:avLst/>
                <a:gdLst>
                  <a:gd name="T0" fmla="*/ 5 w 20"/>
                  <a:gd name="T1" fmla="*/ 14 h 18"/>
                  <a:gd name="T2" fmla="*/ 14 w 20"/>
                  <a:gd name="T3" fmla="*/ 18 h 18"/>
                  <a:gd name="T4" fmla="*/ 14 w 20"/>
                  <a:gd name="T5" fmla="*/ 13 h 18"/>
                  <a:gd name="T6" fmla="*/ 17 w 20"/>
                  <a:gd name="T7" fmla="*/ 11 h 18"/>
                  <a:gd name="T8" fmla="*/ 18 w 20"/>
                  <a:gd name="T9" fmla="*/ 6 h 18"/>
                  <a:gd name="T10" fmla="*/ 20 w 20"/>
                  <a:gd name="T11" fmla="*/ 5 h 18"/>
                  <a:gd name="T12" fmla="*/ 19 w 20"/>
                  <a:gd name="T13" fmla="*/ 0 h 18"/>
                  <a:gd name="T14" fmla="*/ 15 w 20"/>
                  <a:gd name="T15" fmla="*/ 1 h 18"/>
                  <a:gd name="T16" fmla="*/ 10 w 20"/>
                  <a:gd name="T17" fmla="*/ 3 h 18"/>
                  <a:gd name="T18" fmla="*/ 12 w 20"/>
                  <a:gd name="T19" fmla="*/ 6 h 18"/>
                  <a:gd name="T20" fmla="*/ 10 w 20"/>
                  <a:gd name="T21" fmla="*/ 4 h 18"/>
                  <a:gd name="T22" fmla="*/ 7 w 20"/>
                  <a:gd name="T23" fmla="*/ 6 h 18"/>
                  <a:gd name="T24" fmla="*/ 5 w 20"/>
                  <a:gd name="T25" fmla="*/ 8 h 18"/>
                  <a:gd name="T26" fmla="*/ 5 w 20"/>
                  <a:gd name="T27" fmla="*/ 12 h 18"/>
                  <a:gd name="T28" fmla="*/ 3 w 20"/>
                  <a:gd name="T29" fmla="*/ 12 h 18"/>
                  <a:gd name="T30" fmla="*/ 4 w 20"/>
                  <a:gd name="T31" fmla="*/ 12 h 18"/>
                  <a:gd name="T32" fmla="*/ 3 w 20"/>
                  <a:gd name="T33" fmla="*/ 12 h 18"/>
                  <a:gd name="T34" fmla="*/ 4 w 20"/>
                  <a:gd name="T35" fmla="*/ 14 h 18"/>
                  <a:gd name="T36" fmla="*/ 2 w 20"/>
                  <a:gd name="T37" fmla="*/ 13 h 18"/>
                  <a:gd name="T38" fmla="*/ 3 w 20"/>
                  <a:gd name="T39" fmla="*/ 14 h 18"/>
                  <a:gd name="T40" fmla="*/ 1 w 20"/>
                  <a:gd name="T41" fmla="*/ 14 h 18"/>
                  <a:gd name="T42" fmla="*/ 2 w 20"/>
                  <a:gd name="T43" fmla="*/ 15 h 18"/>
                  <a:gd name="T44" fmla="*/ 0 w 20"/>
                  <a:gd name="T45" fmla="*/ 15 h 18"/>
                  <a:gd name="T46" fmla="*/ 5 w 20"/>
                  <a:gd name="T47" fmla="*/ 14 h 18"/>
                  <a:gd name="T48" fmla="*/ 5 w 20"/>
                  <a:gd name="T49"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 h="18">
                    <a:moveTo>
                      <a:pt x="5" y="14"/>
                    </a:moveTo>
                    <a:cubicBezTo>
                      <a:pt x="7" y="12"/>
                      <a:pt x="13" y="16"/>
                      <a:pt x="14" y="18"/>
                    </a:cubicBezTo>
                    <a:cubicBezTo>
                      <a:pt x="15" y="16"/>
                      <a:pt x="15" y="14"/>
                      <a:pt x="14" y="13"/>
                    </a:cubicBezTo>
                    <a:cubicBezTo>
                      <a:pt x="13" y="9"/>
                      <a:pt x="15" y="11"/>
                      <a:pt x="17" y="11"/>
                    </a:cubicBezTo>
                    <a:cubicBezTo>
                      <a:pt x="19" y="10"/>
                      <a:pt x="19" y="8"/>
                      <a:pt x="18" y="6"/>
                    </a:cubicBezTo>
                    <a:cubicBezTo>
                      <a:pt x="18" y="6"/>
                      <a:pt x="20" y="5"/>
                      <a:pt x="20" y="5"/>
                    </a:cubicBezTo>
                    <a:cubicBezTo>
                      <a:pt x="20" y="3"/>
                      <a:pt x="20" y="2"/>
                      <a:pt x="19" y="0"/>
                    </a:cubicBezTo>
                    <a:cubicBezTo>
                      <a:pt x="19" y="0"/>
                      <a:pt x="15" y="1"/>
                      <a:pt x="15" y="1"/>
                    </a:cubicBezTo>
                    <a:cubicBezTo>
                      <a:pt x="13" y="1"/>
                      <a:pt x="12" y="1"/>
                      <a:pt x="10" y="3"/>
                    </a:cubicBezTo>
                    <a:cubicBezTo>
                      <a:pt x="10" y="3"/>
                      <a:pt x="13" y="5"/>
                      <a:pt x="12" y="6"/>
                    </a:cubicBezTo>
                    <a:cubicBezTo>
                      <a:pt x="10" y="8"/>
                      <a:pt x="9" y="4"/>
                      <a:pt x="10" y="4"/>
                    </a:cubicBezTo>
                    <a:cubicBezTo>
                      <a:pt x="10" y="4"/>
                      <a:pt x="7" y="5"/>
                      <a:pt x="7" y="6"/>
                    </a:cubicBezTo>
                    <a:cubicBezTo>
                      <a:pt x="7" y="7"/>
                      <a:pt x="6" y="7"/>
                      <a:pt x="5" y="8"/>
                    </a:cubicBezTo>
                    <a:cubicBezTo>
                      <a:pt x="5" y="9"/>
                      <a:pt x="3" y="12"/>
                      <a:pt x="5" y="12"/>
                    </a:cubicBezTo>
                    <a:cubicBezTo>
                      <a:pt x="5" y="12"/>
                      <a:pt x="4" y="12"/>
                      <a:pt x="3" y="12"/>
                    </a:cubicBezTo>
                    <a:cubicBezTo>
                      <a:pt x="3" y="12"/>
                      <a:pt x="4" y="12"/>
                      <a:pt x="4" y="12"/>
                    </a:cubicBezTo>
                    <a:cubicBezTo>
                      <a:pt x="4" y="12"/>
                      <a:pt x="3" y="12"/>
                      <a:pt x="3" y="12"/>
                    </a:cubicBezTo>
                    <a:cubicBezTo>
                      <a:pt x="2" y="13"/>
                      <a:pt x="4" y="14"/>
                      <a:pt x="4" y="14"/>
                    </a:cubicBezTo>
                    <a:cubicBezTo>
                      <a:pt x="4" y="13"/>
                      <a:pt x="2" y="13"/>
                      <a:pt x="2" y="13"/>
                    </a:cubicBezTo>
                    <a:cubicBezTo>
                      <a:pt x="2" y="13"/>
                      <a:pt x="3" y="14"/>
                      <a:pt x="3" y="14"/>
                    </a:cubicBezTo>
                    <a:cubicBezTo>
                      <a:pt x="3" y="14"/>
                      <a:pt x="2" y="13"/>
                      <a:pt x="1" y="14"/>
                    </a:cubicBezTo>
                    <a:cubicBezTo>
                      <a:pt x="1" y="14"/>
                      <a:pt x="2" y="15"/>
                      <a:pt x="2" y="15"/>
                    </a:cubicBezTo>
                    <a:cubicBezTo>
                      <a:pt x="2" y="14"/>
                      <a:pt x="1" y="14"/>
                      <a:pt x="0" y="15"/>
                    </a:cubicBezTo>
                    <a:cubicBezTo>
                      <a:pt x="1" y="15"/>
                      <a:pt x="4" y="16"/>
                      <a:pt x="5" y="14"/>
                    </a:cubicBezTo>
                    <a:cubicBezTo>
                      <a:pt x="5" y="14"/>
                      <a:pt x="5" y="15"/>
                      <a:pt x="5" y="1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7" name="Freeform 654">
                <a:extLst>
                  <a:ext uri="{FF2B5EF4-FFF2-40B4-BE49-F238E27FC236}">
                    <a16:creationId xmlns:a16="http://schemas.microsoft.com/office/drawing/2014/main" id="{D7A13EC7-2F2C-DC47-BCD1-2FB17EC62F32}"/>
                  </a:ext>
                </a:extLst>
              </p:cNvPr>
              <p:cNvSpPr>
                <a:spLocks/>
              </p:cNvSpPr>
              <p:nvPr/>
            </p:nvSpPr>
            <p:spPr bwMode="auto">
              <a:xfrm>
                <a:off x="12079173" y="5984503"/>
                <a:ext cx="140127" cy="207060"/>
              </a:xfrm>
              <a:custGeom>
                <a:avLst/>
                <a:gdLst>
                  <a:gd name="T0" fmla="*/ 10 w 15"/>
                  <a:gd name="T1" fmla="*/ 21 h 22"/>
                  <a:gd name="T2" fmla="*/ 8 w 15"/>
                  <a:gd name="T3" fmla="*/ 17 h 22"/>
                  <a:gd name="T4" fmla="*/ 11 w 15"/>
                  <a:gd name="T5" fmla="*/ 12 h 22"/>
                  <a:gd name="T6" fmla="*/ 11 w 15"/>
                  <a:gd name="T7" fmla="*/ 13 h 22"/>
                  <a:gd name="T8" fmla="*/ 15 w 15"/>
                  <a:gd name="T9" fmla="*/ 10 h 22"/>
                  <a:gd name="T10" fmla="*/ 11 w 15"/>
                  <a:gd name="T11" fmla="*/ 7 h 22"/>
                  <a:gd name="T12" fmla="*/ 10 w 15"/>
                  <a:gd name="T13" fmla="*/ 5 h 22"/>
                  <a:gd name="T14" fmla="*/ 12 w 15"/>
                  <a:gd name="T15" fmla="*/ 4 h 22"/>
                  <a:gd name="T16" fmla="*/ 12 w 15"/>
                  <a:gd name="T17" fmla="*/ 1 h 22"/>
                  <a:gd name="T18" fmla="*/ 11 w 15"/>
                  <a:gd name="T19" fmla="*/ 1 h 22"/>
                  <a:gd name="T20" fmla="*/ 7 w 15"/>
                  <a:gd name="T21" fmla="*/ 4 h 22"/>
                  <a:gd name="T22" fmla="*/ 2 w 15"/>
                  <a:gd name="T23" fmla="*/ 5 h 22"/>
                  <a:gd name="T24" fmla="*/ 4 w 15"/>
                  <a:gd name="T25" fmla="*/ 6 h 22"/>
                  <a:gd name="T26" fmla="*/ 6 w 15"/>
                  <a:gd name="T27" fmla="*/ 8 h 22"/>
                  <a:gd name="T28" fmla="*/ 4 w 15"/>
                  <a:gd name="T29" fmla="*/ 8 h 22"/>
                  <a:gd name="T30" fmla="*/ 2 w 15"/>
                  <a:gd name="T31" fmla="*/ 8 h 22"/>
                  <a:gd name="T32" fmla="*/ 0 w 15"/>
                  <a:gd name="T33" fmla="*/ 9 h 22"/>
                  <a:gd name="T34" fmla="*/ 0 w 15"/>
                  <a:gd name="T35" fmla="*/ 14 h 22"/>
                  <a:gd name="T36" fmla="*/ 2 w 15"/>
                  <a:gd name="T37" fmla="*/ 16 h 22"/>
                  <a:gd name="T38" fmla="*/ 2 w 15"/>
                  <a:gd name="T39" fmla="*/ 20 h 22"/>
                  <a:gd name="T40" fmla="*/ 10 w 15"/>
                  <a:gd name="T41"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 h="22">
                    <a:moveTo>
                      <a:pt x="10" y="21"/>
                    </a:moveTo>
                    <a:cubicBezTo>
                      <a:pt x="10" y="20"/>
                      <a:pt x="6" y="18"/>
                      <a:pt x="8" y="17"/>
                    </a:cubicBezTo>
                    <a:cubicBezTo>
                      <a:pt x="9" y="16"/>
                      <a:pt x="9" y="13"/>
                      <a:pt x="11" y="12"/>
                    </a:cubicBezTo>
                    <a:cubicBezTo>
                      <a:pt x="11" y="12"/>
                      <a:pt x="11" y="13"/>
                      <a:pt x="11" y="13"/>
                    </a:cubicBezTo>
                    <a:cubicBezTo>
                      <a:pt x="12" y="13"/>
                      <a:pt x="15" y="11"/>
                      <a:pt x="15" y="10"/>
                    </a:cubicBezTo>
                    <a:cubicBezTo>
                      <a:pt x="15" y="9"/>
                      <a:pt x="11" y="9"/>
                      <a:pt x="11" y="7"/>
                    </a:cubicBezTo>
                    <a:cubicBezTo>
                      <a:pt x="11" y="6"/>
                      <a:pt x="10" y="6"/>
                      <a:pt x="10" y="5"/>
                    </a:cubicBezTo>
                    <a:cubicBezTo>
                      <a:pt x="10" y="4"/>
                      <a:pt x="12" y="5"/>
                      <a:pt x="12" y="4"/>
                    </a:cubicBezTo>
                    <a:cubicBezTo>
                      <a:pt x="12" y="3"/>
                      <a:pt x="12" y="2"/>
                      <a:pt x="12" y="1"/>
                    </a:cubicBezTo>
                    <a:cubicBezTo>
                      <a:pt x="12" y="0"/>
                      <a:pt x="12" y="1"/>
                      <a:pt x="11" y="1"/>
                    </a:cubicBezTo>
                    <a:cubicBezTo>
                      <a:pt x="8" y="1"/>
                      <a:pt x="9" y="2"/>
                      <a:pt x="7" y="4"/>
                    </a:cubicBezTo>
                    <a:cubicBezTo>
                      <a:pt x="6" y="5"/>
                      <a:pt x="3" y="3"/>
                      <a:pt x="2" y="5"/>
                    </a:cubicBezTo>
                    <a:cubicBezTo>
                      <a:pt x="0" y="7"/>
                      <a:pt x="3" y="7"/>
                      <a:pt x="4" y="6"/>
                    </a:cubicBezTo>
                    <a:cubicBezTo>
                      <a:pt x="5" y="5"/>
                      <a:pt x="7" y="6"/>
                      <a:pt x="6" y="8"/>
                    </a:cubicBezTo>
                    <a:cubicBezTo>
                      <a:pt x="6" y="7"/>
                      <a:pt x="4" y="6"/>
                      <a:pt x="4" y="8"/>
                    </a:cubicBezTo>
                    <a:cubicBezTo>
                      <a:pt x="3" y="8"/>
                      <a:pt x="2" y="9"/>
                      <a:pt x="2" y="8"/>
                    </a:cubicBezTo>
                    <a:cubicBezTo>
                      <a:pt x="2" y="9"/>
                      <a:pt x="0" y="7"/>
                      <a:pt x="0" y="9"/>
                    </a:cubicBezTo>
                    <a:cubicBezTo>
                      <a:pt x="0" y="11"/>
                      <a:pt x="0" y="12"/>
                      <a:pt x="0" y="14"/>
                    </a:cubicBezTo>
                    <a:cubicBezTo>
                      <a:pt x="1" y="15"/>
                      <a:pt x="2" y="15"/>
                      <a:pt x="2" y="16"/>
                    </a:cubicBezTo>
                    <a:cubicBezTo>
                      <a:pt x="3" y="18"/>
                      <a:pt x="1" y="19"/>
                      <a:pt x="2" y="20"/>
                    </a:cubicBezTo>
                    <a:cubicBezTo>
                      <a:pt x="4" y="22"/>
                      <a:pt x="8" y="21"/>
                      <a:pt x="10" y="2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8" name="Freeform 655">
                <a:extLst>
                  <a:ext uri="{FF2B5EF4-FFF2-40B4-BE49-F238E27FC236}">
                    <a16:creationId xmlns:a16="http://schemas.microsoft.com/office/drawing/2014/main" id="{D460E51F-9F6C-8141-9673-58C2BA56BE58}"/>
                  </a:ext>
                </a:extLst>
              </p:cNvPr>
              <p:cNvSpPr>
                <a:spLocks/>
              </p:cNvSpPr>
              <p:nvPr/>
            </p:nvSpPr>
            <p:spPr bwMode="auto">
              <a:xfrm>
                <a:off x="11977264" y="6172454"/>
                <a:ext cx="417198" cy="484203"/>
              </a:xfrm>
              <a:custGeom>
                <a:avLst/>
                <a:gdLst>
                  <a:gd name="T0" fmla="*/ 44 w 45"/>
                  <a:gd name="T1" fmla="*/ 24 h 52"/>
                  <a:gd name="T2" fmla="*/ 43 w 45"/>
                  <a:gd name="T3" fmla="*/ 18 h 52"/>
                  <a:gd name="T4" fmla="*/ 42 w 45"/>
                  <a:gd name="T5" fmla="*/ 12 h 52"/>
                  <a:gd name="T6" fmla="*/ 41 w 45"/>
                  <a:gd name="T7" fmla="*/ 7 h 52"/>
                  <a:gd name="T8" fmla="*/ 38 w 45"/>
                  <a:gd name="T9" fmla="*/ 4 h 52"/>
                  <a:gd name="T10" fmla="*/ 38 w 45"/>
                  <a:gd name="T11" fmla="*/ 2 h 52"/>
                  <a:gd name="T12" fmla="*/ 37 w 45"/>
                  <a:gd name="T13" fmla="*/ 5 h 52"/>
                  <a:gd name="T14" fmla="*/ 33 w 45"/>
                  <a:gd name="T15" fmla="*/ 4 h 52"/>
                  <a:gd name="T16" fmla="*/ 25 w 45"/>
                  <a:gd name="T17" fmla="*/ 7 h 52"/>
                  <a:gd name="T18" fmla="*/ 26 w 45"/>
                  <a:gd name="T19" fmla="*/ 4 h 52"/>
                  <a:gd name="T20" fmla="*/ 21 w 45"/>
                  <a:gd name="T21" fmla="*/ 4 h 52"/>
                  <a:gd name="T22" fmla="*/ 20 w 45"/>
                  <a:gd name="T23" fmla="*/ 1 h 52"/>
                  <a:gd name="T24" fmla="*/ 13 w 45"/>
                  <a:gd name="T25" fmla="*/ 0 h 52"/>
                  <a:gd name="T26" fmla="*/ 15 w 45"/>
                  <a:gd name="T27" fmla="*/ 3 h 52"/>
                  <a:gd name="T28" fmla="*/ 15 w 45"/>
                  <a:gd name="T29" fmla="*/ 6 h 52"/>
                  <a:gd name="T30" fmla="*/ 17 w 45"/>
                  <a:gd name="T31" fmla="*/ 7 h 52"/>
                  <a:gd name="T32" fmla="*/ 20 w 45"/>
                  <a:gd name="T33" fmla="*/ 9 h 52"/>
                  <a:gd name="T34" fmla="*/ 15 w 45"/>
                  <a:gd name="T35" fmla="*/ 8 h 52"/>
                  <a:gd name="T36" fmla="*/ 14 w 45"/>
                  <a:gd name="T37" fmla="*/ 8 h 52"/>
                  <a:gd name="T38" fmla="*/ 13 w 45"/>
                  <a:gd name="T39" fmla="*/ 10 h 52"/>
                  <a:gd name="T40" fmla="*/ 6 w 45"/>
                  <a:gd name="T41" fmla="*/ 10 h 52"/>
                  <a:gd name="T42" fmla="*/ 6 w 45"/>
                  <a:gd name="T43" fmla="*/ 15 h 52"/>
                  <a:gd name="T44" fmla="*/ 6 w 45"/>
                  <a:gd name="T45" fmla="*/ 17 h 52"/>
                  <a:gd name="T46" fmla="*/ 1 w 45"/>
                  <a:gd name="T47" fmla="*/ 22 h 52"/>
                  <a:gd name="T48" fmla="*/ 2 w 45"/>
                  <a:gd name="T49" fmla="*/ 26 h 52"/>
                  <a:gd name="T50" fmla="*/ 2 w 45"/>
                  <a:gd name="T51" fmla="*/ 30 h 52"/>
                  <a:gd name="T52" fmla="*/ 1 w 45"/>
                  <a:gd name="T53" fmla="*/ 33 h 52"/>
                  <a:gd name="T54" fmla="*/ 3 w 45"/>
                  <a:gd name="T55" fmla="*/ 37 h 52"/>
                  <a:gd name="T56" fmla="*/ 11 w 45"/>
                  <a:gd name="T57" fmla="*/ 40 h 52"/>
                  <a:gd name="T58" fmla="*/ 9 w 45"/>
                  <a:gd name="T59" fmla="*/ 49 h 52"/>
                  <a:gd name="T60" fmla="*/ 19 w 45"/>
                  <a:gd name="T61" fmla="*/ 49 h 52"/>
                  <a:gd name="T62" fmla="*/ 23 w 45"/>
                  <a:gd name="T63" fmla="*/ 51 h 52"/>
                  <a:gd name="T64" fmla="*/ 26 w 45"/>
                  <a:gd name="T65" fmla="*/ 50 h 52"/>
                  <a:gd name="T66" fmla="*/ 33 w 45"/>
                  <a:gd name="T67" fmla="*/ 49 h 52"/>
                  <a:gd name="T68" fmla="*/ 36 w 45"/>
                  <a:gd name="T69" fmla="*/ 49 h 52"/>
                  <a:gd name="T70" fmla="*/ 36 w 45"/>
                  <a:gd name="T71" fmla="*/ 45 h 52"/>
                  <a:gd name="T72" fmla="*/ 40 w 45"/>
                  <a:gd name="T73" fmla="*/ 43 h 52"/>
                  <a:gd name="T74" fmla="*/ 35 w 45"/>
                  <a:gd name="T75" fmla="*/ 37 h 52"/>
                  <a:gd name="T76" fmla="*/ 32 w 45"/>
                  <a:gd name="T77" fmla="*/ 31 h 52"/>
                  <a:gd name="T78" fmla="*/ 41 w 45"/>
                  <a:gd name="T79" fmla="*/ 26 h 52"/>
                  <a:gd name="T80" fmla="*/ 44 w 45"/>
                  <a:gd name="T81" fmla="*/ 28 h 52"/>
                  <a:gd name="T82" fmla="*/ 44 w 45"/>
                  <a:gd name="T83" fmla="*/ 24 h 52"/>
                  <a:gd name="T84" fmla="*/ 44 w 45"/>
                  <a:gd name="T85" fmla="*/ 2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52">
                    <a:moveTo>
                      <a:pt x="44" y="24"/>
                    </a:moveTo>
                    <a:cubicBezTo>
                      <a:pt x="43" y="22"/>
                      <a:pt x="43" y="20"/>
                      <a:pt x="43" y="18"/>
                    </a:cubicBezTo>
                    <a:cubicBezTo>
                      <a:pt x="42" y="16"/>
                      <a:pt x="41" y="15"/>
                      <a:pt x="42" y="12"/>
                    </a:cubicBezTo>
                    <a:cubicBezTo>
                      <a:pt x="43" y="10"/>
                      <a:pt x="42" y="8"/>
                      <a:pt x="41" y="7"/>
                    </a:cubicBezTo>
                    <a:cubicBezTo>
                      <a:pt x="40" y="6"/>
                      <a:pt x="38" y="5"/>
                      <a:pt x="38" y="4"/>
                    </a:cubicBezTo>
                    <a:cubicBezTo>
                      <a:pt x="38" y="4"/>
                      <a:pt x="39" y="3"/>
                      <a:pt x="38" y="2"/>
                    </a:cubicBezTo>
                    <a:cubicBezTo>
                      <a:pt x="37" y="2"/>
                      <a:pt x="37" y="5"/>
                      <a:pt x="37" y="5"/>
                    </a:cubicBezTo>
                    <a:cubicBezTo>
                      <a:pt x="35" y="5"/>
                      <a:pt x="35" y="4"/>
                      <a:pt x="33" y="4"/>
                    </a:cubicBezTo>
                    <a:cubicBezTo>
                      <a:pt x="31" y="5"/>
                      <a:pt x="28" y="7"/>
                      <a:pt x="25" y="7"/>
                    </a:cubicBezTo>
                    <a:cubicBezTo>
                      <a:pt x="24" y="6"/>
                      <a:pt x="26" y="5"/>
                      <a:pt x="26" y="4"/>
                    </a:cubicBezTo>
                    <a:cubicBezTo>
                      <a:pt x="24" y="4"/>
                      <a:pt x="23" y="5"/>
                      <a:pt x="21" y="4"/>
                    </a:cubicBezTo>
                    <a:cubicBezTo>
                      <a:pt x="20" y="3"/>
                      <a:pt x="23" y="1"/>
                      <a:pt x="20" y="1"/>
                    </a:cubicBezTo>
                    <a:cubicBezTo>
                      <a:pt x="18" y="1"/>
                      <a:pt x="16" y="1"/>
                      <a:pt x="13" y="0"/>
                    </a:cubicBezTo>
                    <a:cubicBezTo>
                      <a:pt x="14" y="1"/>
                      <a:pt x="15" y="1"/>
                      <a:pt x="15" y="3"/>
                    </a:cubicBezTo>
                    <a:cubicBezTo>
                      <a:pt x="14" y="4"/>
                      <a:pt x="14" y="4"/>
                      <a:pt x="15" y="6"/>
                    </a:cubicBezTo>
                    <a:cubicBezTo>
                      <a:pt x="15" y="8"/>
                      <a:pt x="15" y="7"/>
                      <a:pt x="17" y="7"/>
                    </a:cubicBezTo>
                    <a:cubicBezTo>
                      <a:pt x="18" y="7"/>
                      <a:pt x="19" y="8"/>
                      <a:pt x="20" y="9"/>
                    </a:cubicBezTo>
                    <a:cubicBezTo>
                      <a:pt x="19" y="8"/>
                      <a:pt x="16" y="8"/>
                      <a:pt x="15" y="8"/>
                    </a:cubicBezTo>
                    <a:cubicBezTo>
                      <a:pt x="15" y="8"/>
                      <a:pt x="14" y="8"/>
                      <a:pt x="14" y="8"/>
                    </a:cubicBezTo>
                    <a:cubicBezTo>
                      <a:pt x="13" y="9"/>
                      <a:pt x="14" y="10"/>
                      <a:pt x="13" y="10"/>
                    </a:cubicBezTo>
                    <a:cubicBezTo>
                      <a:pt x="11" y="11"/>
                      <a:pt x="7" y="6"/>
                      <a:pt x="6" y="10"/>
                    </a:cubicBezTo>
                    <a:cubicBezTo>
                      <a:pt x="7" y="12"/>
                      <a:pt x="8" y="14"/>
                      <a:pt x="6" y="15"/>
                    </a:cubicBezTo>
                    <a:cubicBezTo>
                      <a:pt x="5" y="17"/>
                      <a:pt x="5" y="15"/>
                      <a:pt x="6" y="17"/>
                    </a:cubicBezTo>
                    <a:cubicBezTo>
                      <a:pt x="6" y="22"/>
                      <a:pt x="0" y="20"/>
                      <a:pt x="1" y="22"/>
                    </a:cubicBezTo>
                    <a:cubicBezTo>
                      <a:pt x="1" y="23"/>
                      <a:pt x="2" y="24"/>
                      <a:pt x="2" y="26"/>
                    </a:cubicBezTo>
                    <a:cubicBezTo>
                      <a:pt x="2" y="28"/>
                      <a:pt x="1" y="28"/>
                      <a:pt x="2" y="30"/>
                    </a:cubicBezTo>
                    <a:cubicBezTo>
                      <a:pt x="3" y="31"/>
                      <a:pt x="0" y="33"/>
                      <a:pt x="1" y="33"/>
                    </a:cubicBezTo>
                    <a:cubicBezTo>
                      <a:pt x="3" y="34"/>
                      <a:pt x="2" y="36"/>
                      <a:pt x="3" y="37"/>
                    </a:cubicBezTo>
                    <a:cubicBezTo>
                      <a:pt x="4" y="40"/>
                      <a:pt x="8" y="39"/>
                      <a:pt x="11" y="40"/>
                    </a:cubicBezTo>
                    <a:cubicBezTo>
                      <a:pt x="11" y="40"/>
                      <a:pt x="9" y="48"/>
                      <a:pt x="9" y="49"/>
                    </a:cubicBezTo>
                    <a:cubicBezTo>
                      <a:pt x="13" y="49"/>
                      <a:pt x="15" y="48"/>
                      <a:pt x="19" y="49"/>
                    </a:cubicBezTo>
                    <a:cubicBezTo>
                      <a:pt x="19" y="49"/>
                      <a:pt x="23" y="52"/>
                      <a:pt x="23" y="51"/>
                    </a:cubicBezTo>
                    <a:cubicBezTo>
                      <a:pt x="24" y="49"/>
                      <a:pt x="25" y="49"/>
                      <a:pt x="26" y="50"/>
                    </a:cubicBezTo>
                    <a:cubicBezTo>
                      <a:pt x="27" y="51"/>
                      <a:pt x="32" y="48"/>
                      <a:pt x="33" y="49"/>
                    </a:cubicBezTo>
                    <a:cubicBezTo>
                      <a:pt x="33" y="49"/>
                      <a:pt x="37" y="50"/>
                      <a:pt x="36" y="49"/>
                    </a:cubicBezTo>
                    <a:cubicBezTo>
                      <a:pt x="35" y="46"/>
                      <a:pt x="34" y="46"/>
                      <a:pt x="36" y="45"/>
                    </a:cubicBezTo>
                    <a:cubicBezTo>
                      <a:pt x="38" y="43"/>
                      <a:pt x="38" y="43"/>
                      <a:pt x="40" y="43"/>
                    </a:cubicBezTo>
                    <a:cubicBezTo>
                      <a:pt x="41" y="42"/>
                      <a:pt x="36" y="38"/>
                      <a:pt x="35" y="37"/>
                    </a:cubicBezTo>
                    <a:cubicBezTo>
                      <a:pt x="34" y="37"/>
                      <a:pt x="31" y="32"/>
                      <a:pt x="32" y="31"/>
                    </a:cubicBezTo>
                    <a:cubicBezTo>
                      <a:pt x="36" y="30"/>
                      <a:pt x="38" y="29"/>
                      <a:pt x="41" y="26"/>
                    </a:cubicBezTo>
                    <a:cubicBezTo>
                      <a:pt x="42" y="25"/>
                      <a:pt x="43" y="29"/>
                      <a:pt x="44" y="28"/>
                    </a:cubicBezTo>
                    <a:cubicBezTo>
                      <a:pt x="45" y="27"/>
                      <a:pt x="45" y="25"/>
                      <a:pt x="44" y="24"/>
                    </a:cubicBezTo>
                    <a:cubicBezTo>
                      <a:pt x="44" y="23"/>
                      <a:pt x="44" y="24"/>
                      <a:pt x="44" y="2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79" name="Freeform 656">
                <a:extLst>
                  <a:ext uri="{FF2B5EF4-FFF2-40B4-BE49-F238E27FC236}">
                    <a16:creationId xmlns:a16="http://schemas.microsoft.com/office/drawing/2014/main" id="{0B407E0E-0352-DC44-83A1-C2161310280B}"/>
                  </a:ext>
                </a:extLst>
              </p:cNvPr>
              <p:cNvSpPr>
                <a:spLocks/>
              </p:cNvSpPr>
              <p:nvPr/>
            </p:nvSpPr>
            <p:spPr bwMode="auto">
              <a:xfrm>
                <a:off x="12712935" y="6322173"/>
                <a:ext cx="831212" cy="493761"/>
              </a:xfrm>
              <a:custGeom>
                <a:avLst/>
                <a:gdLst>
                  <a:gd name="T0" fmla="*/ 0 w 89"/>
                  <a:gd name="T1" fmla="*/ 27 h 53"/>
                  <a:gd name="T2" fmla="*/ 9 w 89"/>
                  <a:gd name="T3" fmla="*/ 30 h 53"/>
                  <a:gd name="T4" fmla="*/ 16 w 89"/>
                  <a:gd name="T5" fmla="*/ 31 h 53"/>
                  <a:gd name="T6" fmla="*/ 22 w 89"/>
                  <a:gd name="T7" fmla="*/ 28 h 53"/>
                  <a:gd name="T8" fmla="*/ 33 w 89"/>
                  <a:gd name="T9" fmla="*/ 30 h 53"/>
                  <a:gd name="T10" fmla="*/ 40 w 89"/>
                  <a:gd name="T11" fmla="*/ 41 h 53"/>
                  <a:gd name="T12" fmla="*/ 44 w 89"/>
                  <a:gd name="T13" fmla="*/ 38 h 53"/>
                  <a:gd name="T14" fmla="*/ 47 w 89"/>
                  <a:gd name="T15" fmla="*/ 41 h 53"/>
                  <a:gd name="T16" fmla="*/ 57 w 89"/>
                  <a:gd name="T17" fmla="*/ 42 h 53"/>
                  <a:gd name="T18" fmla="*/ 51 w 89"/>
                  <a:gd name="T19" fmla="*/ 46 h 53"/>
                  <a:gd name="T20" fmla="*/ 55 w 89"/>
                  <a:gd name="T21" fmla="*/ 49 h 53"/>
                  <a:gd name="T22" fmla="*/ 59 w 89"/>
                  <a:gd name="T23" fmla="*/ 51 h 53"/>
                  <a:gd name="T24" fmla="*/ 67 w 89"/>
                  <a:gd name="T25" fmla="*/ 48 h 53"/>
                  <a:gd name="T26" fmla="*/ 72 w 89"/>
                  <a:gd name="T27" fmla="*/ 46 h 53"/>
                  <a:gd name="T28" fmla="*/ 68 w 89"/>
                  <a:gd name="T29" fmla="*/ 46 h 53"/>
                  <a:gd name="T30" fmla="*/ 63 w 89"/>
                  <a:gd name="T31" fmla="*/ 44 h 53"/>
                  <a:gd name="T32" fmla="*/ 72 w 89"/>
                  <a:gd name="T33" fmla="*/ 38 h 53"/>
                  <a:gd name="T34" fmla="*/ 78 w 89"/>
                  <a:gd name="T35" fmla="*/ 35 h 53"/>
                  <a:gd name="T36" fmla="*/ 84 w 89"/>
                  <a:gd name="T37" fmla="*/ 31 h 53"/>
                  <a:gd name="T38" fmla="*/ 87 w 89"/>
                  <a:gd name="T39" fmla="*/ 28 h 53"/>
                  <a:gd name="T40" fmla="*/ 86 w 89"/>
                  <a:gd name="T41" fmla="*/ 26 h 53"/>
                  <a:gd name="T42" fmla="*/ 88 w 89"/>
                  <a:gd name="T43" fmla="*/ 25 h 53"/>
                  <a:gd name="T44" fmla="*/ 86 w 89"/>
                  <a:gd name="T45" fmla="*/ 24 h 53"/>
                  <a:gd name="T46" fmla="*/ 88 w 89"/>
                  <a:gd name="T47" fmla="*/ 21 h 53"/>
                  <a:gd name="T48" fmla="*/ 85 w 89"/>
                  <a:gd name="T49" fmla="*/ 19 h 53"/>
                  <a:gd name="T50" fmla="*/ 82 w 89"/>
                  <a:gd name="T51" fmla="*/ 18 h 53"/>
                  <a:gd name="T52" fmla="*/ 78 w 89"/>
                  <a:gd name="T53" fmla="*/ 18 h 53"/>
                  <a:gd name="T54" fmla="*/ 75 w 89"/>
                  <a:gd name="T55" fmla="*/ 15 h 53"/>
                  <a:gd name="T56" fmla="*/ 72 w 89"/>
                  <a:gd name="T57" fmla="*/ 17 h 53"/>
                  <a:gd name="T58" fmla="*/ 69 w 89"/>
                  <a:gd name="T59" fmla="*/ 14 h 53"/>
                  <a:gd name="T60" fmla="*/ 65 w 89"/>
                  <a:gd name="T61" fmla="*/ 14 h 53"/>
                  <a:gd name="T62" fmla="*/ 64 w 89"/>
                  <a:gd name="T63" fmla="*/ 10 h 53"/>
                  <a:gd name="T64" fmla="*/ 60 w 89"/>
                  <a:gd name="T65" fmla="*/ 9 h 53"/>
                  <a:gd name="T66" fmla="*/ 60 w 89"/>
                  <a:gd name="T67" fmla="*/ 5 h 53"/>
                  <a:gd name="T68" fmla="*/ 58 w 89"/>
                  <a:gd name="T69" fmla="*/ 2 h 53"/>
                  <a:gd name="T70" fmla="*/ 53 w 89"/>
                  <a:gd name="T71" fmla="*/ 1 h 53"/>
                  <a:gd name="T72" fmla="*/ 47 w 89"/>
                  <a:gd name="T73" fmla="*/ 2 h 53"/>
                  <a:gd name="T74" fmla="*/ 43 w 89"/>
                  <a:gd name="T75" fmla="*/ 3 h 53"/>
                  <a:gd name="T76" fmla="*/ 41 w 89"/>
                  <a:gd name="T77" fmla="*/ 9 h 53"/>
                  <a:gd name="T78" fmla="*/ 38 w 89"/>
                  <a:gd name="T79" fmla="*/ 7 h 53"/>
                  <a:gd name="T80" fmla="*/ 36 w 89"/>
                  <a:gd name="T81" fmla="*/ 8 h 53"/>
                  <a:gd name="T82" fmla="*/ 34 w 89"/>
                  <a:gd name="T83" fmla="*/ 6 h 53"/>
                  <a:gd name="T84" fmla="*/ 31 w 89"/>
                  <a:gd name="T85" fmla="*/ 7 h 53"/>
                  <a:gd name="T86" fmla="*/ 29 w 89"/>
                  <a:gd name="T87" fmla="*/ 6 h 53"/>
                  <a:gd name="T88" fmla="*/ 28 w 89"/>
                  <a:gd name="T89" fmla="*/ 8 h 53"/>
                  <a:gd name="T90" fmla="*/ 21 w 89"/>
                  <a:gd name="T91" fmla="*/ 5 h 53"/>
                  <a:gd name="T92" fmla="*/ 12 w 89"/>
                  <a:gd name="T93" fmla="*/ 4 h 53"/>
                  <a:gd name="T94" fmla="*/ 6 w 89"/>
                  <a:gd name="T95" fmla="*/ 6 h 53"/>
                  <a:gd name="T96" fmla="*/ 9 w 89"/>
                  <a:gd name="T97" fmla="*/ 11 h 53"/>
                  <a:gd name="T98" fmla="*/ 10 w 89"/>
                  <a:gd name="T99" fmla="*/ 14 h 53"/>
                  <a:gd name="T100" fmla="*/ 5 w 89"/>
                  <a:gd name="T101" fmla="*/ 16 h 53"/>
                  <a:gd name="T102" fmla="*/ 2 w 89"/>
                  <a:gd name="T103" fmla="*/ 23 h 53"/>
                  <a:gd name="T104" fmla="*/ 0 w 89"/>
                  <a:gd name="T105" fmla="*/ 2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9" h="53">
                    <a:moveTo>
                      <a:pt x="0" y="27"/>
                    </a:moveTo>
                    <a:cubicBezTo>
                      <a:pt x="0" y="30"/>
                      <a:pt x="7" y="30"/>
                      <a:pt x="9" y="30"/>
                    </a:cubicBezTo>
                    <a:cubicBezTo>
                      <a:pt x="11" y="30"/>
                      <a:pt x="13" y="32"/>
                      <a:pt x="16" y="31"/>
                    </a:cubicBezTo>
                    <a:cubicBezTo>
                      <a:pt x="17" y="29"/>
                      <a:pt x="20" y="28"/>
                      <a:pt x="22" y="28"/>
                    </a:cubicBezTo>
                    <a:cubicBezTo>
                      <a:pt x="25" y="26"/>
                      <a:pt x="31" y="28"/>
                      <a:pt x="33" y="30"/>
                    </a:cubicBezTo>
                    <a:cubicBezTo>
                      <a:pt x="36" y="34"/>
                      <a:pt x="37" y="38"/>
                      <a:pt x="40" y="41"/>
                    </a:cubicBezTo>
                    <a:cubicBezTo>
                      <a:pt x="42" y="40"/>
                      <a:pt x="42" y="39"/>
                      <a:pt x="44" y="38"/>
                    </a:cubicBezTo>
                    <a:cubicBezTo>
                      <a:pt x="46" y="38"/>
                      <a:pt x="46" y="40"/>
                      <a:pt x="47" y="41"/>
                    </a:cubicBezTo>
                    <a:cubicBezTo>
                      <a:pt x="48" y="42"/>
                      <a:pt x="57" y="43"/>
                      <a:pt x="57" y="42"/>
                    </a:cubicBezTo>
                    <a:cubicBezTo>
                      <a:pt x="57" y="43"/>
                      <a:pt x="51" y="45"/>
                      <a:pt x="51" y="46"/>
                    </a:cubicBezTo>
                    <a:cubicBezTo>
                      <a:pt x="52" y="47"/>
                      <a:pt x="56" y="46"/>
                      <a:pt x="55" y="49"/>
                    </a:cubicBezTo>
                    <a:cubicBezTo>
                      <a:pt x="54" y="51"/>
                      <a:pt x="57" y="53"/>
                      <a:pt x="59" y="51"/>
                    </a:cubicBezTo>
                    <a:cubicBezTo>
                      <a:pt x="61" y="50"/>
                      <a:pt x="64" y="48"/>
                      <a:pt x="67" y="48"/>
                    </a:cubicBezTo>
                    <a:cubicBezTo>
                      <a:pt x="70" y="48"/>
                      <a:pt x="71" y="48"/>
                      <a:pt x="72" y="46"/>
                    </a:cubicBezTo>
                    <a:cubicBezTo>
                      <a:pt x="72" y="46"/>
                      <a:pt x="69" y="46"/>
                      <a:pt x="68" y="46"/>
                    </a:cubicBezTo>
                    <a:cubicBezTo>
                      <a:pt x="66" y="46"/>
                      <a:pt x="64" y="47"/>
                      <a:pt x="63" y="44"/>
                    </a:cubicBezTo>
                    <a:cubicBezTo>
                      <a:pt x="60" y="40"/>
                      <a:pt x="70" y="38"/>
                      <a:pt x="72" y="38"/>
                    </a:cubicBezTo>
                    <a:cubicBezTo>
                      <a:pt x="74" y="37"/>
                      <a:pt x="76" y="36"/>
                      <a:pt x="78" y="35"/>
                    </a:cubicBezTo>
                    <a:cubicBezTo>
                      <a:pt x="79" y="33"/>
                      <a:pt x="81" y="31"/>
                      <a:pt x="84" y="31"/>
                    </a:cubicBezTo>
                    <a:cubicBezTo>
                      <a:pt x="85" y="31"/>
                      <a:pt x="87" y="31"/>
                      <a:pt x="87" y="28"/>
                    </a:cubicBezTo>
                    <a:cubicBezTo>
                      <a:pt x="87" y="27"/>
                      <a:pt x="86" y="27"/>
                      <a:pt x="86" y="26"/>
                    </a:cubicBezTo>
                    <a:cubicBezTo>
                      <a:pt x="86" y="25"/>
                      <a:pt x="88" y="25"/>
                      <a:pt x="88" y="25"/>
                    </a:cubicBezTo>
                    <a:cubicBezTo>
                      <a:pt x="88" y="25"/>
                      <a:pt x="86" y="24"/>
                      <a:pt x="86" y="24"/>
                    </a:cubicBezTo>
                    <a:cubicBezTo>
                      <a:pt x="86" y="23"/>
                      <a:pt x="89" y="23"/>
                      <a:pt x="88" y="21"/>
                    </a:cubicBezTo>
                    <a:cubicBezTo>
                      <a:pt x="88" y="21"/>
                      <a:pt x="86" y="20"/>
                      <a:pt x="85" y="19"/>
                    </a:cubicBezTo>
                    <a:cubicBezTo>
                      <a:pt x="84" y="18"/>
                      <a:pt x="83" y="20"/>
                      <a:pt x="82" y="18"/>
                    </a:cubicBezTo>
                    <a:cubicBezTo>
                      <a:pt x="81" y="17"/>
                      <a:pt x="80" y="17"/>
                      <a:pt x="78" y="18"/>
                    </a:cubicBezTo>
                    <a:cubicBezTo>
                      <a:pt x="77" y="18"/>
                      <a:pt x="76" y="15"/>
                      <a:pt x="75" y="15"/>
                    </a:cubicBezTo>
                    <a:cubicBezTo>
                      <a:pt x="74" y="14"/>
                      <a:pt x="73" y="16"/>
                      <a:pt x="72" y="17"/>
                    </a:cubicBezTo>
                    <a:cubicBezTo>
                      <a:pt x="71" y="17"/>
                      <a:pt x="70" y="14"/>
                      <a:pt x="69" y="14"/>
                    </a:cubicBezTo>
                    <a:cubicBezTo>
                      <a:pt x="68" y="14"/>
                      <a:pt x="65" y="15"/>
                      <a:pt x="65" y="14"/>
                    </a:cubicBezTo>
                    <a:cubicBezTo>
                      <a:pt x="65" y="13"/>
                      <a:pt x="65" y="11"/>
                      <a:pt x="64" y="10"/>
                    </a:cubicBezTo>
                    <a:cubicBezTo>
                      <a:pt x="63" y="9"/>
                      <a:pt x="61" y="10"/>
                      <a:pt x="60" y="9"/>
                    </a:cubicBezTo>
                    <a:cubicBezTo>
                      <a:pt x="59" y="8"/>
                      <a:pt x="58" y="6"/>
                      <a:pt x="60" y="5"/>
                    </a:cubicBezTo>
                    <a:cubicBezTo>
                      <a:pt x="61" y="5"/>
                      <a:pt x="59" y="2"/>
                      <a:pt x="58" y="2"/>
                    </a:cubicBezTo>
                    <a:cubicBezTo>
                      <a:pt x="57" y="1"/>
                      <a:pt x="54" y="2"/>
                      <a:pt x="53" y="1"/>
                    </a:cubicBezTo>
                    <a:cubicBezTo>
                      <a:pt x="50" y="0"/>
                      <a:pt x="50" y="6"/>
                      <a:pt x="47" y="2"/>
                    </a:cubicBezTo>
                    <a:cubicBezTo>
                      <a:pt x="46" y="2"/>
                      <a:pt x="44" y="3"/>
                      <a:pt x="43" y="3"/>
                    </a:cubicBezTo>
                    <a:cubicBezTo>
                      <a:pt x="41" y="4"/>
                      <a:pt x="42" y="9"/>
                      <a:pt x="41" y="9"/>
                    </a:cubicBezTo>
                    <a:cubicBezTo>
                      <a:pt x="40" y="9"/>
                      <a:pt x="39" y="7"/>
                      <a:pt x="38" y="7"/>
                    </a:cubicBezTo>
                    <a:cubicBezTo>
                      <a:pt x="38" y="7"/>
                      <a:pt x="37" y="8"/>
                      <a:pt x="36" y="8"/>
                    </a:cubicBezTo>
                    <a:cubicBezTo>
                      <a:pt x="35" y="8"/>
                      <a:pt x="34" y="7"/>
                      <a:pt x="34" y="6"/>
                    </a:cubicBezTo>
                    <a:cubicBezTo>
                      <a:pt x="34" y="5"/>
                      <a:pt x="32" y="7"/>
                      <a:pt x="31" y="7"/>
                    </a:cubicBezTo>
                    <a:cubicBezTo>
                      <a:pt x="30" y="7"/>
                      <a:pt x="30" y="6"/>
                      <a:pt x="29" y="6"/>
                    </a:cubicBezTo>
                    <a:cubicBezTo>
                      <a:pt x="28" y="6"/>
                      <a:pt x="28" y="7"/>
                      <a:pt x="28" y="8"/>
                    </a:cubicBezTo>
                    <a:cubicBezTo>
                      <a:pt x="28" y="8"/>
                      <a:pt x="21" y="5"/>
                      <a:pt x="21" y="5"/>
                    </a:cubicBezTo>
                    <a:cubicBezTo>
                      <a:pt x="18" y="4"/>
                      <a:pt x="15" y="4"/>
                      <a:pt x="12" y="4"/>
                    </a:cubicBezTo>
                    <a:cubicBezTo>
                      <a:pt x="10" y="4"/>
                      <a:pt x="9" y="6"/>
                      <a:pt x="6" y="6"/>
                    </a:cubicBezTo>
                    <a:cubicBezTo>
                      <a:pt x="6" y="9"/>
                      <a:pt x="9" y="9"/>
                      <a:pt x="9" y="11"/>
                    </a:cubicBezTo>
                    <a:cubicBezTo>
                      <a:pt x="9" y="12"/>
                      <a:pt x="10" y="13"/>
                      <a:pt x="10" y="14"/>
                    </a:cubicBezTo>
                    <a:cubicBezTo>
                      <a:pt x="9" y="15"/>
                      <a:pt x="6" y="15"/>
                      <a:pt x="5" y="16"/>
                    </a:cubicBezTo>
                    <a:cubicBezTo>
                      <a:pt x="2" y="18"/>
                      <a:pt x="3" y="20"/>
                      <a:pt x="2" y="23"/>
                    </a:cubicBezTo>
                    <a:cubicBezTo>
                      <a:pt x="2" y="25"/>
                      <a:pt x="1" y="26"/>
                      <a:pt x="0" y="2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0" name="Freeform 657">
                <a:extLst>
                  <a:ext uri="{FF2B5EF4-FFF2-40B4-BE49-F238E27FC236}">
                    <a16:creationId xmlns:a16="http://schemas.microsoft.com/office/drawing/2014/main" id="{CAC6AAA3-B475-1A49-996E-F3A8E824C1E6}"/>
                  </a:ext>
                </a:extLst>
              </p:cNvPr>
              <p:cNvSpPr>
                <a:spLocks/>
              </p:cNvSpPr>
              <p:nvPr/>
            </p:nvSpPr>
            <p:spPr bwMode="auto">
              <a:xfrm>
                <a:off x="12451788" y="6506933"/>
                <a:ext cx="280256" cy="114679"/>
              </a:xfrm>
              <a:custGeom>
                <a:avLst/>
                <a:gdLst>
                  <a:gd name="T0" fmla="*/ 30 w 30"/>
                  <a:gd name="T1" fmla="*/ 4 h 12"/>
                  <a:gd name="T2" fmla="*/ 22 w 30"/>
                  <a:gd name="T3" fmla="*/ 0 h 12"/>
                  <a:gd name="T4" fmla="*/ 17 w 30"/>
                  <a:gd name="T5" fmla="*/ 0 h 12"/>
                  <a:gd name="T6" fmla="*/ 14 w 30"/>
                  <a:gd name="T7" fmla="*/ 1 h 12"/>
                  <a:gd name="T8" fmla="*/ 11 w 30"/>
                  <a:gd name="T9" fmla="*/ 0 h 12"/>
                  <a:gd name="T10" fmla="*/ 8 w 30"/>
                  <a:gd name="T11" fmla="*/ 3 h 12"/>
                  <a:gd name="T12" fmla="*/ 3 w 30"/>
                  <a:gd name="T13" fmla="*/ 9 h 12"/>
                  <a:gd name="T14" fmla="*/ 11 w 30"/>
                  <a:gd name="T15" fmla="*/ 11 h 12"/>
                  <a:gd name="T16" fmla="*/ 13 w 30"/>
                  <a:gd name="T17" fmla="*/ 9 h 12"/>
                  <a:gd name="T18" fmla="*/ 18 w 30"/>
                  <a:gd name="T19" fmla="*/ 9 h 12"/>
                  <a:gd name="T20" fmla="*/ 19 w 30"/>
                  <a:gd name="T21" fmla="*/ 6 h 12"/>
                  <a:gd name="T22" fmla="*/ 24 w 30"/>
                  <a:gd name="T23" fmla="*/ 7 h 12"/>
                  <a:gd name="T24" fmla="*/ 28 w 30"/>
                  <a:gd name="T25" fmla="*/ 7 h 12"/>
                  <a:gd name="T26" fmla="*/ 30 w 30"/>
                  <a:gd name="T2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12">
                    <a:moveTo>
                      <a:pt x="30" y="4"/>
                    </a:moveTo>
                    <a:cubicBezTo>
                      <a:pt x="27" y="2"/>
                      <a:pt x="26" y="0"/>
                      <a:pt x="22" y="0"/>
                    </a:cubicBezTo>
                    <a:cubicBezTo>
                      <a:pt x="20" y="0"/>
                      <a:pt x="19" y="0"/>
                      <a:pt x="17" y="0"/>
                    </a:cubicBezTo>
                    <a:cubicBezTo>
                      <a:pt x="15" y="0"/>
                      <a:pt x="15" y="1"/>
                      <a:pt x="14" y="1"/>
                    </a:cubicBezTo>
                    <a:cubicBezTo>
                      <a:pt x="13" y="1"/>
                      <a:pt x="12" y="0"/>
                      <a:pt x="11" y="0"/>
                    </a:cubicBezTo>
                    <a:cubicBezTo>
                      <a:pt x="10" y="1"/>
                      <a:pt x="9" y="2"/>
                      <a:pt x="8" y="3"/>
                    </a:cubicBezTo>
                    <a:cubicBezTo>
                      <a:pt x="6" y="5"/>
                      <a:pt x="0" y="4"/>
                      <a:pt x="3" y="9"/>
                    </a:cubicBezTo>
                    <a:cubicBezTo>
                      <a:pt x="4" y="11"/>
                      <a:pt x="8" y="12"/>
                      <a:pt x="11" y="11"/>
                    </a:cubicBezTo>
                    <a:cubicBezTo>
                      <a:pt x="12" y="11"/>
                      <a:pt x="12" y="9"/>
                      <a:pt x="13" y="9"/>
                    </a:cubicBezTo>
                    <a:cubicBezTo>
                      <a:pt x="15" y="9"/>
                      <a:pt x="17" y="9"/>
                      <a:pt x="18" y="9"/>
                    </a:cubicBezTo>
                    <a:cubicBezTo>
                      <a:pt x="19" y="9"/>
                      <a:pt x="19" y="7"/>
                      <a:pt x="19" y="6"/>
                    </a:cubicBezTo>
                    <a:cubicBezTo>
                      <a:pt x="20" y="5"/>
                      <a:pt x="23" y="7"/>
                      <a:pt x="24" y="7"/>
                    </a:cubicBezTo>
                    <a:cubicBezTo>
                      <a:pt x="25" y="7"/>
                      <a:pt x="27" y="7"/>
                      <a:pt x="28" y="7"/>
                    </a:cubicBezTo>
                    <a:cubicBezTo>
                      <a:pt x="29" y="7"/>
                      <a:pt x="29" y="5"/>
                      <a:pt x="30"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1" name="Freeform 658">
                <a:extLst>
                  <a:ext uri="{FF2B5EF4-FFF2-40B4-BE49-F238E27FC236}">
                    <a16:creationId xmlns:a16="http://schemas.microsoft.com/office/drawing/2014/main" id="{C1A0FD9B-7FAF-A24D-AC0C-EF7C4AB2F9E3}"/>
                  </a:ext>
                </a:extLst>
              </p:cNvPr>
              <p:cNvSpPr>
                <a:spLocks/>
              </p:cNvSpPr>
              <p:nvPr/>
            </p:nvSpPr>
            <p:spPr bwMode="auto">
              <a:xfrm>
                <a:off x="12760703" y="6086441"/>
                <a:ext cx="439491" cy="328114"/>
              </a:xfrm>
              <a:custGeom>
                <a:avLst/>
                <a:gdLst>
                  <a:gd name="T0" fmla="*/ 11 w 47"/>
                  <a:gd name="T1" fmla="*/ 29 h 35"/>
                  <a:gd name="T2" fmla="*/ 18 w 47"/>
                  <a:gd name="T3" fmla="*/ 30 h 35"/>
                  <a:gd name="T4" fmla="*/ 23 w 47"/>
                  <a:gd name="T5" fmla="*/ 33 h 35"/>
                  <a:gd name="T6" fmla="*/ 25 w 47"/>
                  <a:gd name="T7" fmla="*/ 31 h 35"/>
                  <a:gd name="T8" fmla="*/ 29 w 47"/>
                  <a:gd name="T9" fmla="*/ 32 h 35"/>
                  <a:gd name="T10" fmla="*/ 33 w 47"/>
                  <a:gd name="T11" fmla="*/ 32 h 35"/>
                  <a:gd name="T12" fmla="*/ 36 w 47"/>
                  <a:gd name="T13" fmla="*/ 33 h 35"/>
                  <a:gd name="T14" fmla="*/ 38 w 47"/>
                  <a:gd name="T15" fmla="*/ 28 h 35"/>
                  <a:gd name="T16" fmla="*/ 42 w 47"/>
                  <a:gd name="T17" fmla="*/ 27 h 35"/>
                  <a:gd name="T18" fmla="*/ 40 w 47"/>
                  <a:gd name="T19" fmla="*/ 22 h 35"/>
                  <a:gd name="T20" fmla="*/ 44 w 47"/>
                  <a:gd name="T21" fmla="*/ 21 h 35"/>
                  <a:gd name="T22" fmla="*/ 45 w 47"/>
                  <a:gd name="T23" fmla="*/ 17 h 35"/>
                  <a:gd name="T24" fmla="*/ 42 w 47"/>
                  <a:gd name="T25" fmla="*/ 15 h 35"/>
                  <a:gd name="T26" fmla="*/ 39 w 47"/>
                  <a:gd name="T27" fmla="*/ 11 h 35"/>
                  <a:gd name="T28" fmla="*/ 38 w 47"/>
                  <a:gd name="T29" fmla="*/ 6 h 35"/>
                  <a:gd name="T30" fmla="*/ 35 w 47"/>
                  <a:gd name="T31" fmla="*/ 2 h 35"/>
                  <a:gd name="T32" fmla="*/ 33 w 47"/>
                  <a:gd name="T33" fmla="*/ 2 h 35"/>
                  <a:gd name="T34" fmla="*/ 30 w 47"/>
                  <a:gd name="T35" fmla="*/ 1 h 35"/>
                  <a:gd name="T36" fmla="*/ 28 w 47"/>
                  <a:gd name="T37" fmla="*/ 2 h 35"/>
                  <a:gd name="T38" fmla="*/ 25 w 47"/>
                  <a:gd name="T39" fmla="*/ 0 h 35"/>
                  <a:gd name="T40" fmla="*/ 22 w 47"/>
                  <a:gd name="T41" fmla="*/ 2 h 35"/>
                  <a:gd name="T42" fmla="*/ 17 w 47"/>
                  <a:gd name="T43" fmla="*/ 3 h 35"/>
                  <a:gd name="T44" fmla="*/ 17 w 47"/>
                  <a:gd name="T45" fmla="*/ 6 h 35"/>
                  <a:gd name="T46" fmla="*/ 13 w 47"/>
                  <a:gd name="T47" fmla="*/ 9 h 35"/>
                  <a:gd name="T48" fmla="*/ 12 w 47"/>
                  <a:gd name="T49" fmla="*/ 13 h 35"/>
                  <a:gd name="T50" fmla="*/ 8 w 47"/>
                  <a:gd name="T51" fmla="*/ 14 h 35"/>
                  <a:gd name="T52" fmla="*/ 1 w 47"/>
                  <a:gd name="T53" fmla="*/ 16 h 35"/>
                  <a:gd name="T54" fmla="*/ 2 w 47"/>
                  <a:gd name="T55" fmla="*/ 24 h 35"/>
                  <a:gd name="T56" fmla="*/ 1 w 47"/>
                  <a:gd name="T57" fmla="*/ 27 h 35"/>
                  <a:gd name="T58" fmla="*/ 1 w 47"/>
                  <a:gd name="T59" fmla="*/ 31 h 35"/>
                  <a:gd name="T60" fmla="*/ 5 w 47"/>
                  <a:gd name="T61" fmla="*/ 30 h 35"/>
                  <a:gd name="T62" fmla="*/ 11 w 47"/>
                  <a:gd name="T63"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 h="35">
                    <a:moveTo>
                      <a:pt x="11" y="29"/>
                    </a:moveTo>
                    <a:cubicBezTo>
                      <a:pt x="14" y="29"/>
                      <a:pt x="16" y="30"/>
                      <a:pt x="18" y="30"/>
                    </a:cubicBezTo>
                    <a:cubicBezTo>
                      <a:pt x="18" y="30"/>
                      <a:pt x="23" y="33"/>
                      <a:pt x="23" y="33"/>
                    </a:cubicBezTo>
                    <a:cubicBezTo>
                      <a:pt x="23" y="32"/>
                      <a:pt x="24" y="29"/>
                      <a:pt x="25" y="31"/>
                    </a:cubicBezTo>
                    <a:cubicBezTo>
                      <a:pt x="27" y="34"/>
                      <a:pt x="28" y="29"/>
                      <a:pt x="29" y="32"/>
                    </a:cubicBezTo>
                    <a:cubicBezTo>
                      <a:pt x="30" y="34"/>
                      <a:pt x="32" y="32"/>
                      <a:pt x="33" y="32"/>
                    </a:cubicBezTo>
                    <a:cubicBezTo>
                      <a:pt x="34" y="31"/>
                      <a:pt x="36" y="35"/>
                      <a:pt x="36" y="33"/>
                    </a:cubicBezTo>
                    <a:cubicBezTo>
                      <a:pt x="37" y="31"/>
                      <a:pt x="36" y="29"/>
                      <a:pt x="38" y="28"/>
                    </a:cubicBezTo>
                    <a:cubicBezTo>
                      <a:pt x="39" y="28"/>
                      <a:pt x="41" y="27"/>
                      <a:pt x="42" y="27"/>
                    </a:cubicBezTo>
                    <a:cubicBezTo>
                      <a:pt x="41" y="26"/>
                      <a:pt x="40" y="24"/>
                      <a:pt x="40" y="22"/>
                    </a:cubicBezTo>
                    <a:cubicBezTo>
                      <a:pt x="40" y="20"/>
                      <a:pt x="42" y="22"/>
                      <a:pt x="44" y="21"/>
                    </a:cubicBezTo>
                    <a:cubicBezTo>
                      <a:pt x="46" y="21"/>
                      <a:pt x="47" y="19"/>
                      <a:pt x="45" y="17"/>
                    </a:cubicBezTo>
                    <a:cubicBezTo>
                      <a:pt x="44" y="16"/>
                      <a:pt x="43" y="17"/>
                      <a:pt x="42" y="15"/>
                    </a:cubicBezTo>
                    <a:cubicBezTo>
                      <a:pt x="41" y="14"/>
                      <a:pt x="40" y="13"/>
                      <a:pt x="39" y="11"/>
                    </a:cubicBezTo>
                    <a:cubicBezTo>
                      <a:pt x="38" y="10"/>
                      <a:pt x="38" y="8"/>
                      <a:pt x="38" y="6"/>
                    </a:cubicBezTo>
                    <a:cubicBezTo>
                      <a:pt x="39" y="4"/>
                      <a:pt x="36" y="2"/>
                      <a:pt x="35" y="2"/>
                    </a:cubicBezTo>
                    <a:cubicBezTo>
                      <a:pt x="34" y="1"/>
                      <a:pt x="34" y="2"/>
                      <a:pt x="33" y="2"/>
                    </a:cubicBezTo>
                    <a:cubicBezTo>
                      <a:pt x="31" y="3"/>
                      <a:pt x="31" y="2"/>
                      <a:pt x="30" y="1"/>
                    </a:cubicBezTo>
                    <a:cubicBezTo>
                      <a:pt x="29" y="0"/>
                      <a:pt x="29" y="2"/>
                      <a:pt x="28" y="2"/>
                    </a:cubicBezTo>
                    <a:cubicBezTo>
                      <a:pt x="27" y="2"/>
                      <a:pt x="25" y="0"/>
                      <a:pt x="25" y="0"/>
                    </a:cubicBezTo>
                    <a:cubicBezTo>
                      <a:pt x="23" y="0"/>
                      <a:pt x="23" y="2"/>
                      <a:pt x="22" y="2"/>
                    </a:cubicBezTo>
                    <a:cubicBezTo>
                      <a:pt x="20" y="3"/>
                      <a:pt x="19" y="3"/>
                      <a:pt x="17" y="3"/>
                    </a:cubicBezTo>
                    <a:cubicBezTo>
                      <a:pt x="16" y="4"/>
                      <a:pt x="17" y="6"/>
                      <a:pt x="17" y="6"/>
                    </a:cubicBezTo>
                    <a:cubicBezTo>
                      <a:pt x="16" y="8"/>
                      <a:pt x="13" y="7"/>
                      <a:pt x="13" y="9"/>
                    </a:cubicBezTo>
                    <a:cubicBezTo>
                      <a:pt x="12" y="10"/>
                      <a:pt x="12" y="11"/>
                      <a:pt x="12" y="13"/>
                    </a:cubicBezTo>
                    <a:cubicBezTo>
                      <a:pt x="12" y="14"/>
                      <a:pt x="9" y="14"/>
                      <a:pt x="8" y="14"/>
                    </a:cubicBezTo>
                    <a:cubicBezTo>
                      <a:pt x="5" y="15"/>
                      <a:pt x="4" y="16"/>
                      <a:pt x="1" y="16"/>
                    </a:cubicBezTo>
                    <a:cubicBezTo>
                      <a:pt x="2" y="19"/>
                      <a:pt x="5" y="21"/>
                      <a:pt x="2" y="24"/>
                    </a:cubicBezTo>
                    <a:cubicBezTo>
                      <a:pt x="0" y="25"/>
                      <a:pt x="0" y="26"/>
                      <a:pt x="1" y="27"/>
                    </a:cubicBezTo>
                    <a:cubicBezTo>
                      <a:pt x="3" y="28"/>
                      <a:pt x="1" y="30"/>
                      <a:pt x="1" y="31"/>
                    </a:cubicBezTo>
                    <a:cubicBezTo>
                      <a:pt x="3" y="31"/>
                      <a:pt x="4" y="31"/>
                      <a:pt x="5" y="30"/>
                    </a:cubicBezTo>
                    <a:cubicBezTo>
                      <a:pt x="7" y="29"/>
                      <a:pt x="10" y="29"/>
                      <a:pt x="11" y="2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2" name="Freeform 659">
                <a:extLst>
                  <a:ext uri="{FF2B5EF4-FFF2-40B4-BE49-F238E27FC236}">
                    <a16:creationId xmlns:a16="http://schemas.microsoft.com/office/drawing/2014/main" id="{0F9E1D37-A6DE-4A47-A495-D6AE60733F97}"/>
                  </a:ext>
                </a:extLst>
              </p:cNvPr>
              <p:cNvSpPr>
                <a:spLocks/>
              </p:cNvSpPr>
              <p:nvPr/>
            </p:nvSpPr>
            <p:spPr bwMode="auto">
              <a:xfrm>
                <a:off x="12658794" y="6067328"/>
                <a:ext cx="270700" cy="178393"/>
              </a:xfrm>
              <a:custGeom>
                <a:avLst/>
                <a:gdLst>
                  <a:gd name="T0" fmla="*/ 16 w 29"/>
                  <a:gd name="T1" fmla="*/ 18 h 19"/>
                  <a:gd name="T2" fmla="*/ 23 w 29"/>
                  <a:gd name="T3" fmla="*/ 15 h 19"/>
                  <a:gd name="T4" fmla="*/ 23 w 29"/>
                  <a:gd name="T5" fmla="*/ 12 h 19"/>
                  <a:gd name="T6" fmla="*/ 27 w 29"/>
                  <a:gd name="T7" fmla="*/ 9 h 19"/>
                  <a:gd name="T8" fmla="*/ 26 w 29"/>
                  <a:gd name="T9" fmla="*/ 4 h 19"/>
                  <a:gd name="T10" fmla="*/ 19 w 29"/>
                  <a:gd name="T11" fmla="*/ 1 h 19"/>
                  <a:gd name="T12" fmla="*/ 10 w 29"/>
                  <a:gd name="T13" fmla="*/ 1 h 19"/>
                  <a:gd name="T14" fmla="*/ 0 w 29"/>
                  <a:gd name="T15" fmla="*/ 4 h 19"/>
                  <a:gd name="T16" fmla="*/ 1 w 29"/>
                  <a:gd name="T17" fmla="*/ 6 h 19"/>
                  <a:gd name="T18" fmla="*/ 2 w 29"/>
                  <a:gd name="T19" fmla="*/ 9 h 19"/>
                  <a:gd name="T20" fmla="*/ 5 w 29"/>
                  <a:gd name="T21" fmla="*/ 10 h 19"/>
                  <a:gd name="T22" fmla="*/ 9 w 29"/>
                  <a:gd name="T23" fmla="*/ 11 h 19"/>
                  <a:gd name="T24" fmla="*/ 8 w 29"/>
                  <a:gd name="T25" fmla="*/ 15 h 19"/>
                  <a:gd name="T26" fmla="*/ 12 w 29"/>
                  <a:gd name="T27" fmla="*/ 18 h 19"/>
                  <a:gd name="T28" fmla="*/ 16 w 29"/>
                  <a:gd name="T29" fmla="*/ 18 h 19"/>
                  <a:gd name="T30" fmla="*/ 16 w 29"/>
                  <a:gd name="T31"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9">
                    <a:moveTo>
                      <a:pt x="16" y="18"/>
                    </a:moveTo>
                    <a:cubicBezTo>
                      <a:pt x="18" y="16"/>
                      <a:pt x="21" y="16"/>
                      <a:pt x="23" y="15"/>
                    </a:cubicBezTo>
                    <a:cubicBezTo>
                      <a:pt x="23" y="14"/>
                      <a:pt x="23" y="13"/>
                      <a:pt x="23" y="12"/>
                    </a:cubicBezTo>
                    <a:cubicBezTo>
                      <a:pt x="24" y="10"/>
                      <a:pt x="25" y="10"/>
                      <a:pt x="27" y="9"/>
                    </a:cubicBezTo>
                    <a:cubicBezTo>
                      <a:pt x="29" y="8"/>
                      <a:pt x="28" y="5"/>
                      <a:pt x="26" y="4"/>
                    </a:cubicBezTo>
                    <a:cubicBezTo>
                      <a:pt x="24" y="3"/>
                      <a:pt x="22" y="2"/>
                      <a:pt x="19" y="1"/>
                    </a:cubicBezTo>
                    <a:cubicBezTo>
                      <a:pt x="17" y="0"/>
                      <a:pt x="13" y="1"/>
                      <a:pt x="10" y="1"/>
                    </a:cubicBezTo>
                    <a:cubicBezTo>
                      <a:pt x="8" y="1"/>
                      <a:pt x="0" y="0"/>
                      <a:pt x="0" y="4"/>
                    </a:cubicBezTo>
                    <a:cubicBezTo>
                      <a:pt x="0" y="4"/>
                      <a:pt x="1" y="5"/>
                      <a:pt x="1" y="6"/>
                    </a:cubicBezTo>
                    <a:cubicBezTo>
                      <a:pt x="2" y="7"/>
                      <a:pt x="1" y="8"/>
                      <a:pt x="2" y="9"/>
                    </a:cubicBezTo>
                    <a:cubicBezTo>
                      <a:pt x="3" y="9"/>
                      <a:pt x="4" y="11"/>
                      <a:pt x="5" y="10"/>
                    </a:cubicBezTo>
                    <a:cubicBezTo>
                      <a:pt x="7" y="10"/>
                      <a:pt x="9" y="9"/>
                      <a:pt x="9" y="11"/>
                    </a:cubicBezTo>
                    <a:cubicBezTo>
                      <a:pt x="9" y="12"/>
                      <a:pt x="9" y="14"/>
                      <a:pt x="8" y="15"/>
                    </a:cubicBezTo>
                    <a:cubicBezTo>
                      <a:pt x="11" y="15"/>
                      <a:pt x="11" y="15"/>
                      <a:pt x="12" y="18"/>
                    </a:cubicBezTo>
                    <a:cubicBezTo>
                      <a:pt x="13" y="18"/>
                      <a:pt x="16" y="18"/>
                      <a:pt x="16" y="18"/>
                    </a:cubicBezTo>
                    <a:cubicBezTo>
                      <a:pt x="17" y="17"/>
                      <a:pt x="15" y="19"/>
                      <a:pt x="16" y="1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3" name="Freeform 660">
                <a:extLst>
                  <a:ext uri="{FF2B5EF4-FFF2-40B4-BE49-F238E27FC236}">
                    <a16:creationId xmlns:a16="http://schemas.microsoft.com/office/drawing/2014/main" id="{87588DEA-96C8-1A45-8DAE-1586E3CD216F}"/>
                  </a:ext>
                </a:extLst>
              </p:cNvPr>
              <p:cNvSpPr>
                <a:spLocks/>
              </p:cNvSpPr>
              <p:nvPr/>
            </p:nvSpPr>
            <p:spPr bwMode="auto">
              <a:xfrm>
                <a:off x="12658794" y="5955834"/>
                <a:ext cx="334397" cy="168837"/>
              </a:xfrm>
              <a:custGeom>
                <a:avLst/>
                <a:gdLst>
                  <a:gd name="T0" fmla="*/ 11 w 36"/>
                  <a:gd name="T1" fmla="*/ 13 h 18"/>
                  <a:gd name="T2" fmla="*/ 19 w 36"/>
                  <a:gd name="T3" fmla="*/ 12 h 18"/>
                  <a:gd name="T4" fmla="*/ 25 w 36"/>
                  <a:gd name="T5" fmla="*/ 15 h 18"/>
                  <a:gd name="T6" fmla="*/ 29 w 36"/>
                  <a:gd name="T7" fmla="*/ 17 h 18"/>
                  <a:gd name="T8" fmla="*/ 33 w 36"/>
                  <a:gd name="T9" fmla="*/ 16 h 18"/>
                  <a:gd name="T10" fmla="*/ 36 w 36"/>
                  <a:gd name="T11" fmla="*/ 14 h 18"/>
                  <a:gd name="T12" fmla="*/ 34 w 36"/>
                  <a:gd name="T13" fmla="*/ 8 h 18"/>
                  <a:gd name="T14" fmla="*/ 31 w 36"/>
                  <a:gd name="T15" fmla="*/ 4 h 18"/>
                  <a:gd name="T16" fmla="*/ 25 w 36"/>
                  <a:gd name="T17" fmla="*/ 3 h 18"/>
                  <a:gd name="T18" fmla="*/ 18 w 36"/>
                  <a:gd name="T19" fmla="*/ 1 h 18"/>
                  <a:gd name="T20" fmla="*/ 17 w 36"/>
                  <a:gd name="T21" fmla="*/ 5 h 18"/>
                  <a:gd name="T22" fmla="*/ 15 w 36"/>
                  <a:gd name="T23" fmla="*/ 7 h 18"/>
                  <a:gd name="T24" fmla="*/ 8 w 36"/>
                  <a:gd name="T25" fmla="*/ 4 h 18"/>
                  <a:gd name="T26" fmla="*/ 0 w 36"/>
                  <a:gd name="T27" fmla="*/ 15 h 18"/>
                  <a:gd name="T28" fmla="*/ 11 w 36"/>
                  <a:gd name="T29"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18">
                    <a:moveTo>
                      <a:pt x="11" y="13"/>
                    </a:moveTo>
                    <a:cubicBezTo>
                      <a:pt x="14" y="13"/>
                      <a:pt x="16" y="12"/>
                      <a:pt x="19" y="12"/>
                    </a:cubicBezTo>
                    <a:cubicBezTo>
                      <a:pt x="20" y="12"/>
                      <a:pt x="24" y="14"/>
                      <a:pt x="25" y="15"/>
                    </a:cubicBezTo>
                    <a:cubicBezTo>
                      <a:pt x="26" y="16"/>
                      <a:pt x="27" y="18"/>
                      <a:pt x="29" y="17"/>
                    </a:cubicBezTo>
                    <a:cubicBezTo>
                      <a:pt x="30" y="17"/>
                      <a:pt x="31" y="16"/>
                      <a:pt x="33" y="16"/>
                    </a:cubicBezTo>
                    <a:cubicBezTo>
                      <a:pt x="34" y="16"/>
                      <a:pt x="34" y="14"/>
                      <a:pt x="36" y="14"/>
                    </a:cubicBezTo>
                    <a:cubicBezTo>
                      <a:pt x="35" y="12"/>
                      <a:pt x="33" y="9"/>
                      <a:pt x="34" y="8"/>
                    </a:cubicBezTo>
                    <a:cubicBezTo>
                      <a:pt x="35" y="6"/>
                      <a:pt x="32" y="4"/>
                      <a:pt x="31" y="4"/>
                    </a:cubicBezTo>
                    <a:cubicBezTo>
                      <a:pt x="29" y="3"/>
                      <a:pt x="27" y="5"/>
                      <a:pt x="25" y="3"/>
                    </a:cubicBezTo>
                    <a:cubicBezTo>
                      <a:pt x="22" y="1"/>
                      <a:pt x="21" y="0"/>
                      <a:pt x="18" y="1"/>
                    </a:cubicBezTo>
                    <a:cubicBezTo>
                      <a:pt x="16" y="2"/>
                      <a:pt x="17" y="3"/>
                      <a:pt x="17" y="5"/>
                    </a:cubicBezTo>
                    <a:cubicBezTo>
                      <a:pt x="16" y="6"/>
                      <a:pt x="16" y="7"/>
                      <a:pt x="15" y="7"/>
                    </a:cubicBezTo>
                    <a:cubicBezTo>
                      <a:pt x="12" y="9"/>
                      <a:pt x="10" y="5"/>
                      <a:pt x="8" y="4"/>
                    </a:cubicBezTo>
                    <a:cubicBezTo>
                      <a:pt x="3" y="0"/>
                      <a:pt x="0" y="11"/>
                      <a:pt x="0" y="15"/>
                    </a:cubicBezTo>
                    <a:cubicBezTo>
                      <a:pt x="4" y="13"/>
                      <a:pt x="7" y="13"/>
                      <a:pt x="11" y="1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4" name="Freeform 661">
                <a:extLst>
                  <a:ext uri="{FF2B5EF4-FFF2-40B4-BE49-F238E27FC236}">
                    <a16:creationId xmlns:a16="http://schemas.microsoft.com/office/drawing/2014/main" id="{3DCDE57D-C3B4-2640-AB20-67D8B046140C}"/>
                  </a:ext>
                </a:extLst>
              </p:cNvPr>
              <p:cNvSpPr>
                <a:spLocks/>
              </p:cNvSpPr>
              <p:nvPr/>
            </p:nvSpPr>
            <p:spPr bwMode="auto">
              <a:xfrm>
                <a:off x="12760703" y="5853898"/>
                <a:ext cx="222932" cy="140163"/>
              </a:xfrm>
              <a:custGeom>
                <a:avLst/>
                <a:gdLst>
                  <a:gd name="T0" fmla="*/ 16 w 24"/>
                  <a:gd name="T1" fmla="*/ 15 h 15"/>
                  <a:gd name="T2" fmla="*/ 20 w 24"/>
                  <a:gd name="T3" fmla="*/ 15 h 15"/>
                  <a:gd name="T4" fmla="*/ 22 w 24"/>
                  <a:gd name="T5" fmla="*/ 13 h 15"/>
                  <a:gd name="T6" fmla="*/ 22 w 24"/>
                  <a:gd name="T7" fmla="*/ 10 h 15"/>
                  <a:gd name="T8" fmla="*/ 21 w 24"/>
                  <a:gd name="T9" fmla="*/ 5 h 15"/>
                  <a:gd name="T10" fmla="*/ 24 w 24"/>
                  <a:gd name="T11" fmla="*/ 0 h 15"/>
                  <a:gd name="T12" fmla="*/ 12 w 24"/>
                  <a:gd name="T13" fmla="*/ 0 h 15"/>
                  <a:gd name="T14" fmla="*/ 6 w 24"/>
                  <a:gd name="T15" fmla="*/ 1 h 15"/>
                  <a:gd name="T16" fmla="*/ 0 w 24"/>
                  <a:gd name="T17" fmla="*/ 5 h 15"/>
                  <a:gd name="T18" fmla="*/ 2 w 24"/>
                  <a:gd name="T19" fmla="*/ 6 h 15"/>
                  <a:gd name="T20" fmla="*/ 2 w 24"/>
                  <a:gd name="T21" fmla="*/ 8 h 15"/>
                  <a:gd name="T22" fmla="*/ 7 w 24"/>
                  <a:gd name="T23" fmla="*/ 9 h 15"/>
                  <a:gd name="T24" fmla="*/ 6 w 24"/>
                  <a:gd name="T25" fmla="*/ 13 h 15"/>
                  <a:gd name="T26" fmla="*/ 11 w 24"/>
                  <a:gd name="T27" fmla="*/ 12 h 15"/>
                  <a:gd name="T28" fmla="*/ 16 w 24"/>
                  <a:gd name="T2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15">
                    <a:moveTo>
                      <a:pt x="16" y="15"/>
                    </a:moveTo>
                    <a:cubicBezTo>
                      <a:pt x="17" y="15"/>
                      <a:pt x="19" y="15"/>
                      <a:pt x="20" y="15"/>
                    </a:cubicBezTo>
                    <a:cubicBezTo>
                      <a:pt x="20" y="14"/>
                      <a:pt x="22" y="14"/>
                      <a:pt x="22" y="13"/>
                    </a:cubicBezTo>
                    <a:cubicBezTo>
                      <a:pt x="22" y="12"/>
                      <a:pt x="22" y="11"/>
                      <a:pt x="22" y="10"/>
                    </a:cubicBezTo>
                    <a:cubicBezTo>
                      <a:pt x="21" y="8"/>
                      <a:pt x="20" y="7"/>
                      <a:pt x="21" y="5"/>
                    </a:cubicBezTo>
                    <a:cubicBezTo>
                      <a:pt x="23" y="4"/>
                      <a:pt x="24" y="2"/>
                      <a:pt x="24" y="0"/>
                    </a:cubicBezTo>
                    <a:cubicBezTo>
                      <a:pt x="22" y="3"/>
                      <a:pt x="15" y="0"/>
                      <a:pt x="12" y="0"/>
                    </a:cubicBezTo>
                    <a:cubicBezTo>
                      <a:pt x="10" y="0"/>
                      <a:pt x="8" y="0"/>
                      <a:pt x="6" y="1"/>
                    </a:cubicBezTo>
                    <a:cubicBezTo>
                      <a:pt x="5" y="1"/>
                      <a:pt x="0" y="5"/>
                      <a:pt x="0" y="5"/>
                    </a:cubicBezTo>
                    <a:cubicBezTo>
                      <a:pt x="0" y="6"/>
                      <a:pt x="3" y="5"/>
                      <a:pt x="2" y="6"/>
                    </a:cubicBezTo>
                    <a:cubicBezTo>
                      <a:pt x="2" y="7"/>
                      <a:pt x="2" y="7"/>
                      <a:pt x="2" y="8"/>
                    </a:cubicBezTo>
                    <a:cubicBezTo>
                      <a:pt x="3" y="10"/>
                      <a:pt x="7" y="9"/>
                      <a:pt x="7" y="9"/>
                    </a:cubicBezTo>
                    <a:cubicBezTo>
                      <a:pt x="7" y="10"/>
                      <a:pt x="6" y="12"/>
                      <a:pt x="6" y="13"/>
                    </a:cubicBezTo>
                    <a:cubicBezTo>
                      <a:pt x="7" y="12"/>
                      <a:pt x="9" y="11"/>
                      <a:pt x="11" y="12"/>
                    </a:cubicBezTo>
                    <a:cubicBezTo>
                      <a:pt x="13" y="13"/>
                      <a:pt x="14" y="15"/>
                      <a:pt x="16" y="1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5" name="Freeform 662">
                <a:extLst>
                  <a:ext uri="{FF2B5EF4-FFF2-40B4-BE49-F238E27FC236}">
                    <a16:creationId xmlns:a16="http://schemas.microsoft.com/office/drawing/2014/main" id="{ABA94F58-F82C-EF4C-B5F9-3199852A0A23}"/>
                  </a:ext>
                </a:extLst>
              </p:cNvPr>
              <p:cNvSpPr>
                <a:spLocks/>
              </p:cNvSpPr>
              <p:nvPr/>
            </p:nvSpPr>
            <p:spPr bwMode="auto">
              <a:xfrm>
                <a:off x="12591917" y="6143782"/>
                <a:ext cx="149682" cy="73269"/>
              </a:xfrm>
              <a:custGeom>
                <a:avLst/>
                <a:gdLst>
                  <a:gd name="T0" fmla="*/ 16 w 16"/>
                  <a:gd name="T1" fmla="*/ 4 h 8"/>
                  <a:gd name="T2" fmla="*/ 12 w 16"/>
                  <a:gd name="T3" fmla="*/ 2 h 8"/>
                  <a:gd name="T4" fmla="*/ 8 w 16"/>
                  <a:gd name="T5" fmla="*/ 0 h 8"/>
                  <a:gd name="T6" fmla="*/ 7 w 16"/>
                  <a:gd name="T7" fmla="*/ 3 h 8"/>
                  <a:gd name="T8" fmla="*/ 5 w 16"/>
                  <a:gd name="T9" fmla="*/ 2 h 8"/>
                  <a:gd name="T10" fmla="*/ 2 w 16"/>
                  <a:gd name="T11" fmla="*/ 3 h 8"/>
                  <a:gd name="T12" fmla="*/ 0 w 16"/>
                  <a:gd name="T13" fmla="*/ 5 h 8"/>
                  <a:gd name="T14" fmla="*/ 0 w 16"/>
                  <a:gd name="T15" fmla="*/ 6 h 8"/>
                  <a:gd name="T16" fmla="*/ 2 w 16"/>
                  <a:gd name="T17" fmla="*/ 6 h 8"/>
                  <a:gd name="T18" fmla="*/ 8 w 16"/>
                  <a:gd name="T19" fmla="*/ 7 h 8"/>
                  <a:gd name="T20" fmla="*/ 16 w 16"/>
                  <a:gd name="T2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8">
                    <a:moveTo>
                      <a:pt x="16" y="4"/>
                    </a:moveTo>
                    <a:cubicBezTo>
                      <a:pt x="16" y="1"/>
                      <a:pt x="14" y="2"/>
                      <a:pt x="12" y="2"/>
                    </a:cubicBezTo>
                    <a:cubicBezTo>
                      <a:pt x="11" y="3"/>
                      <a:pt x="10" y="1"/>
                      <a:pt x="8" y="0"/>
                    </a:cubicBezTo>
                    <a:cubicBezTo>
                      <a:pt x="8" y="1"/>
                      <a:pt x="8" y="2"/>
                      <a:pt x="7" y="3"/>
                    </a:cubicBezTo>
                    <a:cubicBezTo>
                      <a:pt x="6" y="3"/>
                      <a:pt x="7" y="1"/>
                      <a:pt x="5" y="2"/>
                    </a:cubicBezTo>
                    <a:cubicBezTo>
                      <a:pt x="4" y="2"/>
                      <a:pt x="2" y="2"/>
                      <a:pt x="2" y="3"/>
                    </a:cubicBezTo>
                    <a:cubicBezTo>
                      <a:pt x="1" y="5"/>
                      <a:pt x="2" y="6"/>
                      <a:pt x="0" y="5"/>
                    </a:cubicBezTo>
                    <a:cubicBezTo>
                      <a:pt x="0" y="5"/>
                      <a:pt x="0" y="5"/>
                      <a:pt x="0" y="6"/>
                    </a:cubicBezTo>
                    <a:cubicBezTo>
                      <a:pt x="0" y="6"/>
                      <a:pt x="1" y="6"/>
                      <a:pt x="2" y="6"/>
                    </a:cubicBezTo>
                    <a:cubicBezTo>
                      <a:pt x="4" y="7"/>
                      <a:pt x="6" y="7"/>
                      <a:pt x="8" y="7"/>
                    </a:cubicBezTo>
                    <a:cubicBezTo>
                      <a:pt x="10" y="7"/>
                      <a:pt x="16" y="8"/>
                      <a:pt x="16"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6" name="Freeform 663">
                <a:extLst>
                  <a:ext uri="{FF2B5EF4-FFF2-40B4-BE49-F238E27FC236}">
                    <a16:creationId xmlns:a16="http://schemas.microsoft.com/office/drawing/2014/main" id="{9BDC2168-BD8B-DE47-8BD3-E43B07A2FD6E}"/>
                  </a:ext>
                </a:extLst>
              </p:cNvPr>
              <p:cNvSpPr>
                <a:spLocks/>
              </p:cNvSpPr>
              <p:nvPr/>
            </p:nvSpPr>
            <p:spPr bwMode="auto">
              <a:xfrm>
                <a:off x="12359429" y="6162893"/>
                <a:ext cx="445860" cy="391823"/>
              </a:xfrm>
              <a:custGeom>
                <a:avLst/>
                <a:gdLst>
                  <a:gd name="T0" fmla="*/ 1 w 48"/>
                  <a:gd name="T1" fmla="*/ 12 h 42"/>
                  <a:gd name="T2" fmla="*/ 0 w 48"/>
                  <a:gd name="T3" fmla="*/ 16 h 42"/>
                  <a:gd name="T4" fmla="*/ 2 w 48"/>
                  <a:gd name="T5" fmla="*/ 20 h 42"/>
                  <a:gd name="T6" fmla="*/ 4 w 48"/>
                  <a:gd name="T7" fmla="*/ 27 h 42"/>
                  <a:gd name="T8" fmla="*/ 9 w 48"/>
                  <a:gd name="T9" fmla="*/ 31 h 42"/>
                  <a:gd name="T10" fmla="*/ 10 w 48"/>
                  <a:gd name="T11" fmla="*/ 33 h 42"/>
                  <a:gd name="T12" fmla="*/ 13 w 48"/>
                  <a:gd name="T13" fmla="*/ 32 h 42"/>
                  <a:gd name="T14" fmla="*/ 21 w 48"/>
                  <a:gd name="T15" fmla="*/ 36 h 42"/>
                  <a:gd name="T16" fmla="*/ 25 w 48"/>
                  <a:gd name="T17" fmla="*/ 37 h 42"/>
                  <a:gd name="T18" fmla="*/ 33 w 48"/>
                  <a:gd name="T19" fmla="*/ 37 h 42"/>
                  <a:gd name="T20" fmla="*/ 39 w 48"/>
                  <a:gd name="T21" fmla="*/ 41 h 42"/>
                  <a:gd name="T22" fmla="*/ 41 w 48"/>
                  <a:gd name="T23" fmla="*/ 35 h 42"/>
                  <a:gd name="T24" fmla="*/ 44 w 48"/>
                  <a:gd name="T25" fmla="*/ 32 h 42"/>
                  <a:gd name="T26" fmla="*/ 48 w 48"/>
                  <a:gd name="T27" fmla="*/ 31 h 42"/>
                  <a:gd name="T28" fmla="*/ 45 w 48"/>
                  <a:gd name="T29" fmla="*/ 26 h 42"/>
                  <a:gd name="T30" fmla="*/ 44 w 48"/>
                  <a:gd name="T31" fmla="*/ 19 h 42"/>
                  <a:gd name="T32" fmla="*/ 46 w 48"/>
                  <a:gd name="T33" fmla="*/ 12 h 42"/>
                  <a:gd name="T34" fmla="*/ 44 w 48"/>
                  <a:gd name="T35" fmla="*/ 7 h 42"/>
                  <a:gd name="T36" fmla="*/ 42 w 48"/>
                  <a:gd name="T37" fmla="*/ 5 h 42"/>
                  <a:gd name="T38" fmla="*/ 25 w 48"/>
                  <a:gd name="T39" fmla="*/ 4 h 42"/>
                  <a:gd name="T40" fmla="*/ 20 w 48"/>
                  <a:gd name="T41" fmla="*/ 2 h 42"/>
                  <a:gd name="T42" fmla="*/ 13 w 48"/>
                  <a:gd name="T43" fmla="*/ 4 h 42"/>
                  <a:gd name="T44" fmla="*/ 6 w 48"/>
                  <a:gd name="T45" fmla="*/ 6 h 42"/>
                  <a:gd name="T46" fmla="*/ 2 w 48"/>
                  <a:gd name="T47" fmla="*/ 7 h 42"/>
                  <a:gd name="T48" fmla="*/ 1 w 48"/>
                  <a:gd name="T49" fmla="*/ 9 h 42"/>
                  <a:gd name="T50" fmla="*/ 1 w 48"/>
                  <a:gd name="T51" fmla="*/ 12 h 42"/>
                  <a:gd name="T52" fmla="*/ 1 w 48"/>
                  <a:gd name="T53"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 h="42">
                    <a:moveTo>
                      <a:pt x="1" y="12"/>
                    </a:moveTo>
                    <a:cubicBezTo>
                      <a:pt x="1" y="13"/>
                      <a:pt x="0" y="15"/>
                      <a:pt x="0" y="16"/>
                    </a:cubicBezTo>
                    <a:cubicBezTo>
                      <a:pt x="1" y="17"/>
                      <a:pt x="2" y="19"/>
                      <a:pt x="2" y="20"/>
                    </a:cubicBezTo>
                    <a:cubicBezTo>
                      <a:pt x="2" y="22"/>
                      <a:pt x="3" y="25"/>
                      <a:pt x="4" y="27"/>
                    </a:cubicBezTo>
                    <a:cubicBezTo>
                      <a:pt x="5" y="30"/>
                      <a:pt x="8" y="29"/>
                      <a:pt x="9" y="31"/>
                    </a:cubicBezTo>
                    <a:cubicBezTo>
                      <a:pt x="9" y="31"/>
                      <a:pt x="9" y="33"/>
                      <a:pt x="10" y="33"/>
                    </a:cubicBezTo>
                    <a:cubicBezTo>
                      <a:pt x="11" y="34"/>
                      <a:pt x="12" y="32"/>
                      <a:pt x="13" y="32"/>
                    </a:cubicBezTo>
                    <a:cubicBezTo>
                      <a:pt x="15" y="31"/>
                      <a:pt x="19" y="35"/>
                      <a:pt x="21" y="36"/>
                    </a:cubicBezTo>
                    <a:cubicBezTo>
                      <a:pt x="22" y="37"/>
                      <a:pt x="23" y="39"/>
                      <a:pt x="25" y="37"/>
                    </a:cubicBezTo>
                    <a:cubicBezTo>
                      <a:pt x="26" y="36"/>
                      <a:pt x="31" y="37"/>
                      <a:pt x="33" y="37"/>
                    </a:cubicBezTo>
                    <a:cubicBezTo>
                      <a:pt x="36" y="37"/>
                      <a:pt x="37" y="39"/>
                      <a:pt x="39" y="41"/>
                    </a:cubicBezTo>
                    <a:cubicBezTo>
                      <a:pt x="40" y="42"/>
                      <a:pt x="40" y="36"/>
                      <a:pt x="41" y="35"/>
                    </a:cubicBezTo>
                    <a:cubicBezTo>
                      <a:pt x="42" y="34"/>
                      <a:pt x="43" y="33"/>
                      <a:pt x="44" y="32"/>
                    </a:cubicBezTo>
                    <a:cubicBezTo>
                      <a:pt x="45" y="32"/>
                      <a:pt x="48" y="32"/>
                      <a:pt x="48" y="31"/>
                    </a:cubicBezTo>
                    <a:cubicBezTo>
                      <a:pt x="47" y="28"/>
                      <a:pt x="47" y="27"/>
                      <a:pt x="45" y="26"/>
                    </a:cubicBezTo>
                    <a:cubicBezTo>
                      <a:pt x="43" y="24"/>
                      <a:pt x="46" y="21"/>
                      <a:pt x="44" y="19"/>
                    </a:cubicBezTo>
                    <a:cubicBezTo>
                      <a:pt x="42" y="18"/>
                      <a:pt x="47" y="14"/>
                      <a:pt x="46" y="12"/>
                    </a:cubicBezTo>
                    <a:cubicBezTo>
                      <a:pt x="45" y="10"/>
                      <a:pt x="44" y="9"/>
                      <a:pt x="44" y="7"/>
                    </a:cubicBezTo>
                    <a:cubicBezTo>
                      <a:pt x="44" y="6"/>
                      <a:pt x="44" y="5"/>
                      <a:pt x="42" y="5"/>
                    </a:cubicBezTo>
                    <a:cubicBezTo>
                      <a:pt x="37" y="3"/>
                      <a:pt x="30" y="6"/>
                      <a:pt x="25" y="4"/>
                    </a:cubicBezTo>
                    <a:cubicBezTo>
                      <a:pt x="25" y="7"/>
                      <a:pt x="21" y="2"/>
                      <a:pt x="20" y="2"/>
                    </a:cubicBezTo>
                    <a:cubicBezTo>
                      <a:pt x="17" y="0"/>
                      <a:pt x="15" y="2"/>
                      <a:pt x="13" y="4"/>
                    </a:cubicBezTo>
                    <a:cubicBezTo>
                      <a:pt x="10" y="5"/>
                      <a:pt x="8" y="6"/>
                      <a:pt x="6" y="6"/>
                    </a:cubicBezTo>
                    <a:cubicBezTo>
                      <a:pt x="5" y="7"/>
                      <a:pt x="3" y="7"/>
                      <a:pt x="2" y="7"/>
                    </a:cubicBezTo>
                    <a:cubicBezTo>
                      <a:pt x="1" y="8"/>
                      <a:pt x="3" y="9"/>
                      <a:pt x="1" y="9"/>
                    </a:cubicBezTo>
                    <a:cubicBezTo>
                      <a:pt x="1" y="10"/>
                      <a:pt x="1" y="11"/>
                      <a:pt x="1" y="12"/>
                    </a:cubicBezTo>
                    <a:cubicBezTo>
                      <a:pt x="1" y="14"/>
                      <a:pt x="1" y="12"/>
                      <a:pt x="1" y="1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7" name="Freeform 664">
                <a:extLst>
                  <a:ext uri="{FF2B5EF4-FFF2-40B4-BE49-F238E27FC236}">
                    <a16:creationId xmlns:a16="http://schemas.microsoft.com/office/drawing/2014/main" id="{CD7843C2-8CFB-494E-9B0F-3C196B425B16}"/>
                  </a:ext>
                </a:extLst>
              </p:cNvPr>
              <p:cNvSpPr>
                <a:spLocks/>
              </p:cNvSpPr>
              <p:nvPr/>
            </p:nvSpPr>
            <p:spPr bwMode="auto">
              <a:xfrm>
                <a:off x="12630129" y="6573832"/>
                <a:ext cx="429938" cy="280329"/>
              </a:xfrm>
              <a:custGeom>
                <a:avLst/>
                <a:gdLst>
                  <a:gd name="T0" fmla="*/ 38 w 46"/>
                  <a:gd name="T1" fmla="*/ 13 h 30"/>
                  <a:gd name="T2" fmla="*/ 35 w 46"/>
                  <a:gd name="T3" fmla="*/ 6 h 30"/>
                  <a:gd name="T4" fmla="*/ 32 w 46"/>
                  <a:gd name="T5" fmla="*/ 0 h 30"/>
                  <a:gd name="T6" fmla="*/ 22 w 46"/>
                  <a:gd name="T7" fmla="*/ 4 h 30"/>
                  <a:gd name="T8" fmla="*/ 18 w 46"/>
                  <a:gd name="T9" fmla="*/ 3 h 30"/>
                  <a:gd name="T10" fmla="*/ 12 w 46"/>
                  <a:gd name="T11" fmla="*/ 3 h 30"/>
                  <a:gd name="T12" fmla="*/ 8 w 46"/>
                  <a:gd name="T13" fmla="*/ 6 h 30"/>
                  <a:gd name="T14" fmla="*/ 4 w 46"/>
                  <a:gd name="T15" fmla="*/ 14 h 30"/>
                  <a:gd name="T16" fmla="*/ 0 w 46"/>
                  <a:gd name="T17" fmla="*/ 15 h 30"/>
                  <a:gd name="T18" fmla="*/ 3 w 46"/>
                  <a:gd name="T19" fmla="*/ 18 h 30"/>
                  <a:gd name="T20" fmla="*/ 5 w 46"/>
                  <a:gd name="T21" fmla="*/ 22 h 30"/>
                  <a:gd name="T22" fmla="*/ 8 w 46"/>
                  <a:gd name="T23" fmla="*/ 24 h 30"/>
                  <a:gd name="T24" fmla="*/ 11 w 46"/>
                  <a:gd name="T25" fmla="*/ 25 h 30"/>
                  <a:gd name="T26" fmla="*/ 11 w 46"/>
                  <a:gd name="T27" fmla="*/ 28 h 30"/>
                  <a:gd name="T28" fmla="*/ 21 w 46"/>
                  <a:gd name="T29" fmla="*/ 30 h 30"/>
                  <a:gd name="T30" fmla="*/ 28 w 46"/>
                  <a:gd name="T31" fmla="*/ 28 h 30"/>
                  <a:gd name="T32" fmla="*/ 40 w 46"/>
                  <a:gd name="T33" fmla="*/ 30 h 30"/>
                  <a:gd name="T34" fmla="*/ 41 w 46"/>
                  <a:gd name="T35" fmla="*/ 23 h 30"/>
                  <a:gd name="T36" fmla="*/ 46 w 46"/>
                  <a:gd name="T37" fmla="*/ 20 h 30"/>
                  <a:gd name="T38" fmla="*/ 39 w 46"/>
                  <a:gd name="T39" fmla="*/ 20 h 30"/>
                  <a:gd name="T40" fmla="*/ 38 w 46"/>
                  <a:gd name="T41" fmla="*/ 13 h 30"/>
                  <a:gd name="T42" fmla="*/ 38 w 46"/>
                  <a:gd name="T4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6" h="30">
                    <a:moveTo>
                      <a:pt x="38" y="13"/>
                    </a:moveTo>
                    <a:cubicBezTo>
                      <a:pt x="39" y="10"/>
                      <a:pt x="36" y="8"/>
                      <a:pt x="35" y="6"/>
                    </a:cubicBezTo>
                    <a:cubicBezTo>
                      <a:pt x="33" y="5"/>
                      <a:pt x="32" y="2"/>
                      <a:pt x="32" y="0"/>
                    </a:cubicBezTo>
                    <a:cubicBezTo>
                      <a:pt x="29" y="1"/>
                      <a:pt x="26" y="4"/>
                      <a:pt x="22" y="4"/>
                    </a:cubicBezTo>
                    <a:cubicBezTo>
                      <a:pt x="21" y="4"/>
                      <a:pt x="19" y="3"/>
                      <a:pt x="18" y="3"/>
                    </a:cubicBezTo>
                    <a:cubicBezTo>
                      <a:pt x="16" y="3"/>
                      <a:pt x="14" y="3"/>
                      <a:pt x="12" y="3"/>
                    </a:cubicBezTo>
                    <a:cubicBezTo>
                      <a:pt x="12" y="3"/>
                      <a:pt x="9" y="6"/>
                      <a:pt x="8" y="6"/>
                    </a:cubicBezTo>
                    <a:cubicBezTo>
                      <a:pt x="7" y="9"/>
                      <a:pt x="5" y="11"/>
                      <a:pt x="4" y="14"/>
                    </a:cubicBezTo>
                    <a:cubicBezTo>
                      <a:pt x="3" y="14"/>
                      <a:pt x="1" y="14"/>
                      <a:pt x="0" y="15"/>
                    </a:cubicBezTo>
                    <a:cubicBezTo>
                      <a:pt x="0" y="16"/>
                      <a:pt x="3" y="17"/>
                      <a:pt x="3" y="18"/>
                    </a:cubicBezTo>
                    <a:cubicBezTo>
                      <a:pt x="3" y="20"/>
                      <a:pt x="4" y="20"/>
                      <a:pt x="5" y="22"/>
                    </a:cubicBezTo>
                    <a:cubicBezTo>
                      <a:pt x="5" y="24"/>
                      <a:pt x="6" y="24"/>
                      <a:pt x="8" y="24"/>
                    </a:cubicBezTo>
                    <a:cubicBezTo>
                      <a:pt x="9" y="24"/>
                      <a:pt x="11" y="24"/>
                      <a:pt x="11" y="25"/>
                    </a:cubicBezTo>
                    <a:cubicBezTo>
                      <a:pt x="11" y="26"/>
                      <a:pt x="11" y="27"/>
                      <a:pt x="11" y="28"/>
                    </a:cubicBezTo>
                    <a:cubicBezTo>
                      <a:pt x="13" y="30"/>
                      <a:pt x="18" y="30"/>
                      <a:pt x="21" y="30"/>
                    </a:cubicBezTo>
                    <a:cubicBezTo>
                      <a:pt x="24" y="30"/>
                      <a:pt x="26" y="30"/>
                      <a:pt x="28" y="28"/>
                    </a:cubicBezTo>
                    <a:cubicBezTo>
                      <a:pt x="32" y="26"/>
                      <a:pt x="36" y="28"/>
                      <a:pt x="40" y="30"/>
                    </a:cubicBezTo>
                    <a:cubicBezTo>
                      <a:pt x="40" y="28"/>
                      <a:pt x="40" y="25"/>
                      <a:pt x="41" y="23"/>
                    </a:cubicBezTo>
                    <a:cubicBezTo>
                      <a:pt x="42" y="22"/>
                      <a:pt x="45" y="24"/>
                      <a:pt x="46" y="20"/>
                    </a:cubicBezTo>
                    <a:cubicBezTo>
                      <a:pt x="43" y="18"/>
                      <a:pt x="42" y="20"/>
                      <a:pt x="39" y="20"/>
                    </a:cubicBezTo>
                    <a:cubicBezTo>
                      <a:pt x="37" y="19"/>
                      <a:pt x="37" y="14"/>
                      <a:pt x="38" y="13"/>
                    </a:cubicBezTo>
                    <a:cubicBezTo>
                      <a:pt x="39" y="11"/>
                      <a:pt x="37" y="15"/>
                      <a:pt x="38" y="1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8" name="Freeform 665">
                <a:extLst>
                  <a:ext uri="{FF2B5EF4-FFF2-40B4-BE49-F238E27FC236}">
                    <a16:creationId xmlns:a16="http://schemas.microsoft.com/office/drawing/2014/main" id="{72404E71-C281-1146-A781-838290F72BEB}"/>
                  </a:ext>
                </a:extLst>
              </p:cNvPr>
              <p:cNvSpPr>
                <a:spLocks/>
              </p:cNvSpPr>
              <p:nvPr/>
            </p:nvSpPr>
            <p:spPr bwMode="auto">
              <a:xfrm>
                <a:off x="12929494" y="6564274"/>
                <a:ext cx="156051" cy="187951"/>
              </a:xfrm>
              <a:custGeom>
                <a:avLst/>
                <a:gdLst>
                  <a:gd name="T0" fmla="*/ 14 w 17"/>
                  <a:gd name="T1" fmla="*/ 10 h 20"/>
                  <a:gd name="T2" fmla="*/ 9 w 17"/>
                  <a:gd name="T3" fmla="*/ 3 h 20"/>
                  <a:gd name="T4" fmla="*/ 0 w 17"/>
                  <a:gd name="T5" fmla="*/ 1 h 20"/>
                  <a:gd name="T6" fmla="*/ 5 w 17"/>
                  <a:gd name="T7" fmla="*/ 10 h 20"/>
                  <a:gd name="T8" fmla="*/ 7 w 17"/>
                  <a:gd name="T9" fmla="*/ 20 h 20"/>
                  <a:gd name="T10" fmla="*/ 10 w 17"/>
                  <a:gd name="T11" fmla="*/ 14 h 20"/>
                  <a:gd name="T12" fmla="*/ 14 w 17"/>
                  <a:gd name="T13" fmla="*/ 14 h 20"/>
                  <a:gd name="T14" fmla="*/ 14 w 17"/>
                  <a:gd name="T15" fmla="*/ 10 h 20"/>
                  <a:gd name="T16" fmla="*/ 14 w 17"/>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0">
                    <a:moveTo>
                      <a:pt x="14" y="10"/>
                    </a:moveTo>
                    <a:cubicBezTo>
                      <a:pt x="12" y="8"/>
                      <a:pt x="11" y="4"/>
                      <a:pt x="9" y="3"/>
                    </a:cubicBezTo>
                    <a:cubicBezTo>
                      <a:pt x="8" y="3"/>
                      <a:pt x="0" y="0"/>
                      <a:pt x="0" y="1"/>
                    </a:cubicBezTo>
                    <a:cubicBezTo>
                      <a:pt x="1" y="5"/>
                      <a:pt x="3" y="7"/>
                      <a:pt x="5" y="10"/>
                    </a:cubicBezTo>
                    <a:cubicBezTo>
                      <a:pt x="7" y="13"/>
                      <a:pt x="4" y="17"/>
                      <a:pt x="7" y="20"/>
                    </a:cubicBezTo>
                    <a:cubicBezTo>
                      <a:pt x="8" y="19"/>
                      <a:pt x="9" y="16"/>
                      <a:pt x="10" y="14"/>
                    </a:cubicBezTo>
                    <a:cubicBezTo>
                      <a:pt x="12" y="13"/>
                      <a:pt x="13" y="14"/>
                      <a:pt x="14" y="14"/>
                    </a:cubicBezTo>
                    <a:cubicBezTo>
                      <a:pt x="17" y="14"/>
                      <a:pt x="14" y="10"/>
                      <a:pt x="14" y="10"/>
                    </a:cubicBezTo>
                    <a:cubicBezTo>
                      <a:pt x="13" y="9"/>
                      <a:pt x="14" y="10"/>
                      <a:pt x="14"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89" name="Freeform 666">
                <a:extLst>
                  <a:ext uri="{FF2B5EF4-FFF2-40B4-BE49-F238E27FC236}">
                    <a16:creationId xmlns:a16="http://schemas.microsoft.com/office/drawing/2014/main" id="{4606E1F7-ACA6-DE49-8413-86DB29C3B18D}"/>
                  </a:ext>
                </a:extLst>
              </p:cNvPr>
              <p:cNvSpPr>
                <a:spLocks/>
              </p:cNvSpPr>
              <p:nvPr/>
            </p:nvSpPr>
            <p:spPr bwMode="auto">
              <a:xfrm>
                <a:off x="12993189" y="6666210"/>
                <a:ext cx="92356" cy="95566"/>
              </a:xfrm>
              <a:custGeom>
                <a:avLst/>
                <a:gdLst>
                  <a:gd name="T0" fmla="*/ 7 w 10"/>
                  <a:gd name="T1" fmla="*/ 9 h 10"/>
                  <a:gd name="T2" fmla="*/ 7 w 10"/>
                  <a:gd name="T3" fmla="*/ 7 h 10"/>
                  <a:gd name="T4" fmla="*/ 10 w 10"/>
                  <a:gd name="T5" fmla="*/ 4 h 10"/>
                  <a:gd name="T6" fmla="*/ 8 w 10"/>
                  <a:gd name="T7" fmla="*/ 1 h 10"/>
                  <a:gd name="T8" fmla="*/ 3 w 10"/>
                  <a:gd name="T9" fmla="*/ 4 h 10"/>
                  <a:gd name="T10" fmla="*/ 0 w 10"/>
                  <a:gd name="T11" fmla="*/ 9 h 10"/>
                  <a:gd name="T12" fmla="*/ 3 w 10"/>
                  <a:gd name="T13" fmla="*/ 9 h 10"/>
                  <a:gd name="T14" fmla="*/ 7 w 10"/>
                  <a:gd name="T15" fmla="*/ 10 h 10"/>
                  <a:gd name="T16" fmla="*/ 7 w 10"/>
                  <a:gd name="T17" fmla="*/ 9 h 10"/>
                  <a:gd name="T18" fmla="*/ 7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7" y="9"/>
                    </a:moveTo>
                    <a:cubicBezTo>
                      <a:pt x="6" y="8"/>
                      <a:pt x="6" y="8"/>
                      <a:pt x="7" y="7"/>
                    </a:cubicBezTo>
                    <a:cubicBezTo>
                      <a:pt x="8" y="6"/>
                      <a:pt x="9" y="5"/>
                      <a:pt x="10" y="4"/>
                    </a:cubicBezTo>
                    <a:cubicBezTo>
                      <a:pt x="10" y="4"/>
                      <a:pt x="8" y="2"/>
                      <a:pt x="8" y="1"/>
                    </a:cubicBezTo>
                    <a:cubicBezTo>
                      <a:pt x="8" y="5"/>
                      <a:pt x="3" y="0"/>
                      <a:pt x="3" y="4"/>
                    </a:cubicBezTo>
                    <a:cubicBezTo>
                      <a:pt x="3" y="6"/>
                      <a:pt x="1" y="8"/>
                      <a:pt x="0" y="9"/>
                    </a:cubicBezTo>
                    <a:cubicBezTo>
                      <a:pt x="0" y="10"/>
                      <a:pt x="2" y="9"/>
                      <a:pt x="3" y="9"/>
                    </a:cubicBezTo>
                    <a:cubicBezTo>
                      <a:pt x="5" y="9"/>
                      <a:pt x="6" y="9"/>
                      <a:pt x="7" y="10"/>
                    </a:cubicBezTo>
                    <a:cubicBezTo>
                      <a:pt x="7" y="10"/>
                      <a:pt x="7" y="9"/>
                      <a:pt x="7" y="9"/>
                    </a:cubicBezTo>
                    <a:cubicBezTo>
                      <a:pt x="6" y="8"/>
                      <a:pt x="7" y="9"/>
                      <a:pt x="7" y="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0" name="Freeform 667">
                <a:extLst>
                  <a:ext uri="{FF2B5EF4-FFF2-40B4-BE49-F238E27FC236}">
                    <a16:creationId xmlns:a16="http://schemas.microsoft.com/office/drawing/2014/main" id="{EE197517-96DB-3241-83D6-B20ECA4B3177}"/>
                  </a:ext>
                </a:extLst>
              </p:cNvPr>
              <p:cNvSpPr>
                <a:spLocks/>
              </p:cNvSpPr>
              <p:nvPr/>
            </p:nvSpPr>
            <p:spPr bwMode="auto">
              <a:xfrm>
                <a:off x="12712935" y="6815931"/>
                <a:ext cx="299364" cy="178393"/>
              </a:xfrm>
              <a:custGeom>
                <a:avLst/>
                <a:gdLst>
                  <a:gd name="T0" fmla="*/ 17 w 32"/>
                  <a:gd name="T1" fmla="*/ 4 h 19"/>
                  <a:gd name="T2" fmla="*/ 2 w 32"/>
                  <a:gd name="T3" fmla="*/ 0 h 19"/>
                  <a:gd name="T4" fmla="*/ 2 w 32"/>
                  <a:gd name="T5" fmla="*/ 5 h 19"/>
                  <a:gd name="T6" fmla="*/ 3 w 32"/>
                  <a:gd name="T7" fmla="*/ 8 h 19"/>
                  <a:gd name="T8" fmla="*/ 1 w 32"/>
                  <a:gd name="T9" fmla="*/ 11 h 19"/>
                  <a:gd name="T10" fmla="*/ 3 w 32"/>
                  <a:gd name="T11" fmla="*/ 17 h 19"/>
                  <a:gd name="T12" fmla="*/ 9 w 32"/>
                  <a:gd name="T13" fmla="*/ 17 h 19"/>
                  <a:gd name="T14" fmla="*/ 16 w 32"/>
                  <a:gd name="T15" fmla="*/ 18 h 19"/>
                  <a:gd name="T16" fmla="*/ 21 w 32"/>
                  <a:gd name="T17" fmla="*/ 15 h 19"/>
                  <a:gd name="T18" fmla="*/ 28 w 32"/>
                  <a:gd name="T19" fmla="*/ 14 h 19"/>
                  <a:gd name="T20" fmla="*/ 28 w 32"/>
                  <a:gd name="T21" fmla="*/ 8 h 19"/>
                  <a:gd name="T22" fmla="*/ 29 w 32"/>
                  <a:gd name="T23" fmla="*/ 3 h 19"/>
                  <a:gd name="T24" fmla="*/ 21 w 32"/>
                  <a:gd name="T25" fmla="*/ 2 h 19"/>
                  <a:gd name="T26" fmla="*/ 17 w 32"/>
                  <a:gd name="T27"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19">
                    <a:moveTo>
                      <a:pt x="17" y="4"/>
                    </a:moveTo>
                    <a:cubicBezTo>
                      <a:pt x="13" y="4"/>
                      <a:pt x="3" y="6"/>
                      <a:pt x="2" y="0"/>
                    </a:cubicBezTo>
                    <a:cubicBezTo>
                      <a:pt x="1" y="2"/>
                      <a:pt x="0" y="4"/>
                      <a:pt x="2" y="5"/>
                    </a:cubicBezTo>
                    <a:cubicBezTo>
                      <a:pt x="3" y="6"/>
                      <a:pt x="4" y="7"/>
                      <a:pt x="3" y="8"/>
                    </a:cubicBezTo>
                    <a:cubicBezTo>
                      <a:pt x="2" y="9"/>
                      <a:pt x="1" y="9"/>
                      <a:pt x="1" y="11"/>
                    </a:cubicBezTo>
                    <a:cubicBezTo>
                      <a:pt x="2" y="13"/>
                      <a:pt x="3" y="14"/>
                      <a:pt x="3" y="17"/>
                    </a:cubicBezTo>
                    <a:cubicBezTo>
                      <a:pt x="5" y="17"/>
                      <a:pt x="7" y="17"/>
                      <a:pt x="9" y="17"/>
                    </a:cubicBezTo>
                    <a:cubicBezTo>
                      <a:pt x="11" y="17"/>
                      <a:pt x="14" y="19"/>
                      <a:pt x="16" y="18"/>
                    </a:cubicBezTo>
                    <a:cubicBezTo>
                      <a:pt x="18" y="18"/>
                      <a:pt x="20" y="16"/>
                      <a:pt x="21" y="15"/>
                    </a:cubicBezTo>
                    <a:cubicBezTo>
                      <a:pt x="23" y="13"/>
                      <a:pt x="25" y="14"/>
                      <a:pt x="28" y="14"/>
                    </a:cubicBezTo>
                    <a:cubicBezTo>
                      <a:pt x="27" y="12"/>
                      <a:pt x="27" y="11"/>
                      <a:pt x="28" y="8"/>
                    </a:cubicBezTo>
                    <a:cubicBezTo>
                      <a:pt x="29" y="6"/>
                      <a:pt x="32" y="4"/>
                      <a:pt x="29" y="3"/>
                    </a:cubicBezTo>
                    <a:cubicBezTo>
                      <a:pt x="27" y="2"/>
                      <a:pt x="24" y="1"/>
                      <a:pt x="21" y="2"/>
                    </a:cubicBezTo>
                    <a:cubicBezTo>
                      <a:pt x="19" y="2"/>
                      <a:pt x="18" y="4"/>
                      <a:pt x="17"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1" name="Freeform 668">
                <a:extLst>
                  <a:ext uri="{FF2B5EF4-FFF2-40B4-BE49-F238E27FC236}">
                    <a16:creationId xmlns:a16="http://schemas.microsoft.com/office/drawing/2014/main" id="{82347D5C-BEF2-4844-AB1A-E7D1130FCD60}"/>
                  </a:ext>
                </a:extLst>
              </p:cNvPr>
              <p:cNvSpPr>
                <a:spLocks/>
              </p:cNvSpPr>
              <p:nvPr/>
            </p:nvSpPr>
            <p:spPr bwMode="auto">
              <a:xfrm>
                <a:off x="12423124" y="6771334"/>
                <a:ext cx="168791" cy="140163"/>
              </a:xfrm>
              <a:custGeom>
                <a:avLst/>
                <a:gdLst>
                  <a:gd name="T0" fmla="*/ 10 w 18"/>
                  <a:gd name="T1" fmla="*/ 0 h 15"/>
                  <a:gd name="T2" fmla="*/ 1 w 18"/>
                  <a:gd name="T3" fmla="*/ 2 h 15"/>
                  <a:gd name="T4" fmla="*/ 4 w 18"/>
                  <a:gd name="T5" fmla="*/ 8 h 15"/>
                  <a:gd name="T6" fmla="*/ 13 w 18"/>
                  <a:gd name="T7" fmla="*/ 15 h 15"/>
                  <a:gd name="T8" fmla="*/ 15 w 18"/>
                  <a:gd name="T9" fmla="*/ 10 h 15"/>
                  <a:gd name="T10" fmla="*/ 17 w 18"/>
                  <a:gd name="T11" fmla="*/ 6 h 15"/>
                  <a:gd name="T12" fmla="*/ 16 w 18"/>
                  <a:gd name="T13" fmla="*/ 2 h 15"/>
                  <a:gd name="T14" fmla="*/ 10 w 18"/>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5">
                    <a:moveTo>
                      <a:pt x="10" y="0"/>
                    </a:moveTo>
                    <a:cubicBezTo>
                      <a:pt x="8" y="0"/>
                      <a:pt x="0" y="0"/>
                      <a:pt x="1" y="2"/>
                    </a:cubicBezTo>
                    <a:cubicBezTo>
                      <a:pt x="1" y="3"/>
                      <a:pt x="3" y="7"/>
                      <a:pt x="4" y="8"/>
                    </a:cubicBezTo>
                    <a:cubicBezTo>
                      <a:pt x="6" y="11"/>
                      <a:pt x="10" y="13"/>
                      <a:pt x="13" y="15"/>
                    </a:cubicBezTo>
                    <a:cubicBezTo>
                      <a:pt x="13" y="13"/>
                      <a:pt x="13" y="11"/>
                      <a:pt x="15" y="10"/>
                    </a:cubicBezTo>
                    <a:cubicBezTo>
                      <a:pt x="17" y="9"/>
                      <a:pt x="18" y="8"/>
                      <a:pt x="17" y="6"/>
                    </a:cubicBezTo>
                    <a:cubicBezTo>
                      <a:pt x="17" y="4"/>
                      <a:pt x="17" y="3"/>
                      <a:pt x="16" y="2"/>
                    </a:cubicBezTo>
                    <a:cubicBezTo>
                      <a:pt x="14" y="1"/>
                      <a:pt x="12" y="0"/>
                      <a:pt x="10"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2" name="Freeform 669">
                <a:extLst>
                  <a:ext uri="{FF2B5EF4-FFF2-40B4-BE49-F238E27FC236}">
                    <a16:creationId xmlns:a16="http://schemas.microsoft.com/office/drawing/2014/main" id="{F78AEE0F-7A22-0F4A-8F7E-365924F841FF}"/>
                  </a:ext>
                </a:extLst>
              </p:cNvPr>
              <p:cNvSpPr>
                <a:spLocks/>
              </p:cNvSpPr>
              <p:nvPr/>
            </p:nvSpPr>
            <p:spPr bwMode="auto">
              <a:xfrm>
                <a:off x="12544142" y="6704437"/>
                <a:ext cx="207006" cy="251657"/>
              </a:xfrm>
              <a:custGeom>
                <a:avLst/>
                <a:gdLst>
                  <a:gd name="T0" fmla="*/ 21 w 22"/>
                  <a:gd name="T1" fmla="*/ 19 h 27"/>
                  <a:gd name="T2" fmla="*/ 20 w 22"/>
                  <a:gd name="T3" fmla="*/ 17 h 27"/>
                  <a:gd name="T4" fmla="*/ 19 w 22"/>
                  <a:gd name="T5" fmla="*/ 13 h 27"/>
                  <a:gd name="T6" fmla="*/ 15 w 22"/>
                  <a:gd name="T7" fmla="*/ 10 h 27"/>
                  <a:gd name="T8" fmla="*/ 14 w 22"/>
                  <a:gd name="T9" fmla="*/ 8 h 27"/>
                  <a:gd name="T10" fmla="*/ 12 w 22"/>
                  <a:gd name="T11" fmla="*/ 5 h 27"/>
                  <a:gd name="T12" fmla="*/ 5 w 22"/>
                  <a:gd name="T13" fmla="*/ 1 h 27"/>
                  <a:gd name="T14" fmla="*/ 2 w 22"/>
                  <a:gd name="T15" fmla="*/ 4 h 27"/>
                  <a:gd name="T16" fmla="*/ 4 w 22"/>
                  <a:gd name="T17" fmla="*/ 14 h 27"/>
                  <a:gd name="T18" fmla="*/ 1 w 22"/>
                  <a:gd name="T19" fmla="*/ 19 h 27"/>
                  <a:gd name="T20" fmla="*/ 0 w 22"/>
                  <a:gd name="T21" fmla="*/ 23 h 27"/>
                  <a:gd name="T22" fmla="*/ 4 w 22"/>
                  <a:gd name="T23" fmla="*/ 27 h 27"/>
                  <a:gd name="T24" fmla="*/ 6 w 22"/>
                  <a:gd name="T25" fmla="*/ 23 h 27"/>
                  <a:gd name="T26" fmla="*/ 10 w 22"/>
                  <a:gd name="T27" fmla="*/ 26 h 27"/>
                  <a:gd name="T28" fmla="*/ 20 w 22"/>
                  <a:gd name="T29" fmla="*/ 24 h 27"/>
                  <a:gd name="T30" fmla="*/ 21 w 22"/>
                  <a:gd name="T31" fmla="*/ 19 h 27"/>
                  <a:gd name="T32" fmla="*/ 21 w 22"/>
                  <a:gd name="T33"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27">
                    <a:moveTo>
                      <a:pt x="21" y="19"/>
                    </a:moveTo>
                    <a:cubicBezTo>
                      <a:pt x="22" y="18"/>
                      <a:pt x="21" y="18"/>
                      <a:pt x="20" y="17"/>
                    </a:cubicBezTo>
                    <a:cubicBezTo>
                      <a:pt x="19" y="16"/>
                      <a:pt x="19" y="15"/>
                      <a:pt x="19" y="13"/>
                    </a:cubicBezTo>
                    <a:cubicBezTo>
                      <a:pt x="21" y="10"/>
                      <a:pt x="18" y="10"/>
                      <a:pt x="15" y="10"/>
                    </a:cubicBezTo>
                    <a:cubicBezTo>
                      <a:pt x="14" y="10"/>
                      <a:pt x="14" y="9"/>
                      <a:pt x="14" y="8"/>
                    </a:cubicBezTo>
                    <a:cubicBezTo>
                      <a:pt x="13" y="6"/>
                      <a:pt x="12" y="7"/>
                      <a:pt x="12" y="5"/>
                    </a:cubicBezTo>
                    <a:cubicBezTo>
                      <a:pt x="11" y="2"/>
                      <a:pt x="9" y="0"/>
                      <a:pt x="5" y="1"/>
                    </a:cubicBezTo>
                    <a:cubicBezTo>
                      <a:pt x="2" y="2"/>
                      <a:pt x="2" y="2"/>
                      <a:pt x="2" y="4"/>
                    </a:cubicBezTo>
                    <a:cubicBezTo>
                      <a:pt x="3" y="7"/>
                      <a:pt x="4" y="10"/>
                      <a:pt x="4" y="14"/>
                    </a:cubicBezTo>
                    <a:cubicBezTo>
                      <a:pt x="5" y="17"/>
                      <a:pt x="2" y="16"/>
                      <a:pt x="1" y="19"/>
                    </a:cubicBezTo>
                    <a:cubicBezTo>
                      <a:pt x="0" y="20"/>
                      <a:pt x="0" y="22"/>
                      <a:pt x="0" y="23"/>
                    </a:cubicBezTo>
                    <a:cubicBezTo>
                      <a:pt x="0" y="25"/>
                      <a:pt x="3" y="26"/>
                      <a:pt x="4" y="27"/>
                    </a:cubicBezTo>
                    <a:cubicBezTo>
                      <a:pt x="4" y="26"/>
                      <a:pt x="4" y="23"/>
                      <a:pt x="6" y="23"/>
                    </a:cubicBezTo>
                    <a:cubicBezTo>
                      <a:pt x="8" y="23"/>
                      <a:pt x="9" y="24"/>
                      <a:pt x="10" y="26"/>
                    </a:cubicBezTo>
                    <a:cubicBezTo>
                      <a:pt x="11" y="26"/>
                      <a:pt x="18" y="24"/>
                      <a:pt x="20" y="24"/>
                    </a:cubicBezTo>
                    <a:cubicBezTo>
                      <a:pt x="18" y="22"/>
                      <a:pt x="20" y="21"/>
                      <a:pt x="21" y="19"/>
                    </a:cubicBezTo>
                    <a:cubicBezTo>
                      <a:pt x="22" y="18"/>
                      <a:pt x="20" y="20"/>
                      <a:pt x="21" y="1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3" name="Freeform 670">
                <a:extLst>
                  <a:ext uri="{FF2B5EF4-FFF2-40B4-BE49-F238E27FC236}">
                    <a16:creationId xmlns:a16="http://schemas.microsoft.com/office/drawing/2014/main" id="{58AA64DC-3837-F140-B1E8-52F25B288F85}"/>
                  </a:ext>
                </a:extLst>
              </p:cNvPr>
              <p:cNvSpPr>
                <a:spLocks/>
              </p:cNvSpPr>
              <p:nvPr/>
            </p:nvSpPr>
            <p:spPr bwMode="auto">
              <a:xfrm>
                <a:off x="12432679" y="6554719"/>
                <a:ext cx="328029" cy="178393"/>
              </a:xfrm>
              <a:custGeom>
                <a:avLst/>
                <a:gdLst>
                  <a:gd name="T0" fmla="*/ 30 w 35"/>
                  <a:gd name="T1" fmla="*/ 3 h 19"/>
                  <a:gd name="T2" fmla="*/ 24 w 35"/>
                  <a:gd name="T3" fmla="*/ 1 h 19"/>
                  <a:gd name="T4" fmla="*/ 19 w 35"/>
                  <a:gd name="T5" fmla="*/ 4 h 19"/>
                  <a:gd name="T6" fmla="*/ 15 w 35"/>
                  <a:gd name="T7" fmla="*/ 4 h 19"/>
                  <a:gd name="T8" fmla="*/ 13 w 35"/>
                  <a:gd name="T9" fmla="*/ 6 h 19"/>
                  <a:gd name="T10" fmla="*/ 5 w 35"/>
                  <a:gd name="T11" fmla="*/ 4 h 19"/>
                  <a:gd name="T12" fmla="*/ 5 w 35"/>
                  <a:gd name="T13" fmla="*/ 7 h 19"/>
                  <a:gd name="T14" fmla="*/ 3 w 35"/>
                  <a:gd name="T15" fmla="*/ 8 h 19"/>
                  <a:gd name="T16" fmla="*/ 3 w 35"/>
                  <a:gd name="T17" fmla="*/ 15 h 19"/>
                  <a:gd name="T18" fmla="*/ 11 w 35"/>
                  <a:gd name="T19" fmla="*/ 19 h 19"/>
                  <a:gd name="T20" fmla="*/ 21 w 35"/>
                  <a:gd name="T21" fmla="*/ 17 h 19"/>
                  <a:gd name="T22" fmla="*/ 25 w 35"/>
                  <a:gd name="T23" fmla="*/ 15 h 19"/>
                  <a:gd name="T24" fmla="*/ 29 w 35"/>
                  <a:gd name="T25" fmla="*/ 9 h 19"/>
                  <a:gd name="T26" fmla="*/ 33 w 35"/>
                  <a:gd name="T27" fmla="*/ 6 h 19"/>
                  <a:gd name="T28" fmla="*/ 30 w 35"/>
                  <a:gd name="T29" fmla="*/ 3 h 19"/>
                  <a:gd name="T30" fmla="*/ 30 w 35"/>
                  <a:gd name="T31"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9">
                    <a:moveTo>
                      <a:pt x="30" y="3"/>
                    </a:moveTo>
                    <a:cubicBezTo>
                      <a:pt x="30" y="2"/>
                      <a:pt x="25" y="2"/>
                      <a:pt x="24" y="1"/>
                    </a:cubicBezTo>
                    <a:cubicBezTo>
                      <a:pt x="20" y="0"/>
                      <a:pt x="22" y="4"/>
                      <a:pt x="19" y="4"/>
                    </a:cubicBezTo>
                    <a:cubicBezTo>
                      <a:pt x="18" y="3"/>
                      <a:pt x="17" y="4"/>
                      <a:pt x="15" y="4"/>
                    </a:cubicBezTo>
                    <a:cubicBezTo>
                      <a:pt x="14" y="4"/>
                      <a:pt x="14" y="6"/>
                      <a:pt x="13" y="6"/>
                    </a:cubicBezTo>
                    <a:cubicBezTo>
                      <a:pt x="9" y="8"/>
                      <a:pt x="7" y="6"/>
                      <a:pt x="5" y="4"/>
                    </a:cubicBezTo>
                    <a:cubicBezTo>
                      <a:pt x="5" y="5"/>
                      <a:pt x="5" y="6"/>
                      <a:pt x="5" y="7"/>
                    </a:cubicBezTo>
                    <a:cubicBezTo>
                      <a:pt x="4" y="8"/>
                      <a:pt x="3" y="6"/>
                      <a:pt x="3" y="8"/>
                    </a:cubicBezTo>
                    <a:cubicBezTo>
                      <a:pt x="3" y="11"/>
                      <a:pt x="0" y="13"/>
                      <a:pt x="3" y="15"/>
                    </a:cubicBezTo>
                    <a:cubicBezTo>
                      <a:pt x="5" y="17"/>
                      <a:pt x="8" y="19"/>
                      <a:pt x="11" y="19"/>
                    </a:cubicBezTo>
                    <a:cubicBezTo>
                      <a:pt x="15" y="19"/>
                      <a:pt x="17" y="16"/>
                      <a:pt x="21" y="17"/>
                    </a:cubicBezTo>
                    <a:cubicBezTo>
                      <a:pt x="21" y="16"/>
                      <a:pt x="24" y="16"/>
                      <a:pt x="25" y="15"/>
                    </a:cubicBezTo>
                    <a:cubicBezTo>
                      <a:pt x="26" y="13"/>
                      <a:pt x="27" y="11"/>
                      <a:pt x="29" y="9"/>
                    </a:cubicBezTo>
                    <a:cubicBezTo>
                      <a:pt x="30" y="7"/>
                      <a:pt x="31" y="7"/>
                      <a:pt x="33" y="6"/>
                    </a:cubicBezTo>
                    <a:cubicBezTo>
                      <a:pt x="35" y="4"/>
                      <a:pt x="30" y="4"/>
                      <a:pt x="30" y="3"/>
                    </a:cubicBezTo>
                    <a:cubicBezTo>
                      <a:pt x="30" y="3"/>
                      <a:pt x="30" y="4"/>
                      <a:pt x="30"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4" name="Freeform 671">
                <a:extLst>
                  <a:ext uri="{FF2B5EF4-FFF2-40B4-BE49-F238E27FC236}">
                    <a16:creationId xmlns:a16="http://schemas.microsoft.com/office/drawing/2014/main" id="{EFB8DC94-1007-5949-9025-47C15A681F75}"/>
                  </a:ext>
                </a:extLst>
              </p:cNvPr>
              <p:cNvSpPr>
                <a:spLocks/>
              </p:cNvSpPr>
              <p:nvPr/>
            </p:nvSpPr>
            <p:spPr bwMode="auto">
              <a:xfrm>
                <a:off x="12620574" y="6956097"/>
                <a:ext cx="289811" cy="299442"/>
              </a:xfrm>
              <a:custGeom>
                <a:avLst/>
                <a:gdLst>
                  <a:gd name="T0" fmla="*/ 31 w 31"/>
                  <a:gd name="T1" fmla="*/ 0 h 32"/>
                  <a:gd name="T2" fmla="*/ 23 w 31"/>
                  <a:gd name="T3" fmla="*/ 3 h 32"/>
                  <a:gd name="T4" fmla="*/ 13 w 31"/>
                  <a:gd name="T5" fmla="*/ 2 h 32"/>
                  <a:gd name="T6" fmla="*/ 9 w 31"/>
                  <a:gd name="T7" fmla="*/ 4 h 32"/>
                  <a:gd name="T8" fmla="*/ 6 w 31"/>
                  <a:gd name="T9" fmla="*/ 5 h 32"/>
                  <a:gd name="T10" fmla="*/ 4 w 31"/>
                  <a:gd name="T11" fmla="*/ 8 h 32"/>
                  <a:gd name="T12" fmla="*/ 2 w 31"/>
                  <a:gd name="T13" fmla="*/ 11 h 32"/>
                  <a:gd name="T14" fmla="*/ 2 w 31"/>
                  <a:gd name="T15" fmla="*/ 15 h 32"/>
                  <a:gd name="T16" fmla="*/ 4 w 31"/>
                  <a:gd name="T17" fmla="*/ 17 h 32"/>
                  <a:gd name="T18" fmla="*/ 5 w 31"/>
                  <a:gd name="T19" fmla="*/ 22 h 32"/>
                  <a:gd name="T20" fmla="*/ 6 w 31"/>
                  <a:gd name="T21" fmla="*/ 25 h 32"/>
                  <a:gd name="T22" fmla="*/ 7 w 31"/>
                  <a:gd name="T23" fmla="*/ 28 h 32"/>
                  <a:gd name="T24" fmla="*/ 8 w 31"/>
                  <a:gd name="T25" fmla="*/ 29 h 32"/>
                  <a:gd name="T26" fmla="*/ 10 w 31"/>
                  <a:gd name="T27" fmla="*/ 31 h 32"/>
                  <a:gd name="T28" fmla="*/ 12 w 31"/>
                  <a:gd name="T29" fmla="*/ 30 h 32"/>
                  <a:gd name="T30" fmla="*/ 13 w 31"/>
                  <a:gd name="T31" fmla="*/ 31 h 32"/>
                  <a:gd name="T32" fmla="*/ 13 w 31"/>
                  <a:gd name="T33" fmla="*/ 26 h 32"/>
                  <a:gd name="T34" fmla="*/ 17 w 31"/>
                  <a:gd name="T35" fmla="*/ 26 h 32"/>
                  <a:gd name="T36" fmla="*/ 14 w 31"/>
                  <a:gd name="T37" fmla="*/ 23 h 32"/>
                  <a:gd name="T38" fmla="*/ 17 w 31"/>
                  <a:gd name="T39" fmla="*/ 24 h 32"/>
                  <a:gd name="T40" fmla="*/ 18 w 31"/>
                  <a:gd name="T41" fmla="*/ 22 h 32"/>
                  <a:gd name="T42" fmla="*/ 21 w 31"/>
                  <a:gd name="T43" fmla="*/ 23 h 32"/>
                  <a:gd name="T44" fmla="*/ 19 w 31"/>
                  <a:gd name="T45" fmla="*/ 19 h 32"/>
                  <a:gd name="T46" fmla="*/ 15 w 31"/>
                  <a:gd name="T47" fmla="*/ 17 h 32"/>
                  <a:gd name="T48" fmla="*/ 15 w 31"/>
                  <a:gd name="T49" fmla="*/ 16 h 32"/>
                  <a:gd name="T50" fmla="*/ 11 w 31"/>
                  <a:gd name="T51" fmla="*/ 10 h 32"/>
                  <a:gd name="T52" fmla="*/ 16 w 31"/>
                  <a:gd name="T53" fmla="*/ 11 h 32"/>
                  <a:gd name="T54" fmla="*/ 16 w 31"/>
                  <a:gd name="T55" fmla="*/ 10 h 32"/>
                  <a:gd name="T56" fmla="*/ 18 w 31"/>
                  <a:gd name="T57" fmla="*/ 11 h 32"/>
                  <a:gd name="T58" fmla="*/ 17 w 31"/>
                  <a:gd name="T59" fmla="*/ 9 h 32"/>
                  <a:gd name="T60" fmla="*/ 21 w 31"/>
                  <a:gd name="T61" fmla="*/ 10 h 32"/>
                  <a:gd name="T62" fmla="*/ 17 w 31"/>
                  <a:gd name="T63" fmla="*/ 7 h 32"/>
                  <a:gd name="T64" fmla="*/ 22 w 31"/>
                  <a:gd name="T65" fmla="*/ 5 h 32"/>
                  <a:gd name="T66" fmla="*/ 21 w 31"/>
                  <a:gd name="T67" fmla="*/ 7 h 32"/>
                  <a:gd name="T68" fmla="*/ 25 w 31"/>
                  <a:gd name="T69" fmla="*/ 5 h 32"/>
                  <a:gd name="T70" fmla="*/ 29 w 31"/>
                  <a:gd name="T71" fmla="*/ 7 h 32"/>
                  <a:gd name="T72" fmla="*/ 31 w 31"/>
                  <a:gd name="T7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32">
                    <a:moveTo>
                      <a:pt x="31" y="0"/>
                    </a:moveTo>
                    <a:cubicBezTo>
                      <a:pt x="28" y="2"/>
                      <a:pt x="27" y="4"/>
                      <a:pt x="23" y="3"/>
                    </a:cubicBezTo>
                    <a:cubicBezTo>
                      <a:pt x="21" y="2"/>
                      <a:pt x="15" y="1"/>
                      <a:pt x="13" y="2"/>
                    </a:cubicBezTo>
                    <a:cubicBezTo>
                      <a:pt x="13" y="5"/>
                      <a:pt x="10" y="3"/>
                      <a:pt x="9" y="4"/>
                    </a:cubicBezTo>
                    <a:cubicBezTo>
                      <a:pt x="8" y="5"/>
                      <a:pt x="7" y="5"/>
                      <a:pt x="6" y="5"/>
                    </a:cubicBezTo>
                    <a:cubicBezTo>
                      <a:pt x="4" y="6"/>
                      <a:pt x="4" y="7"/>
                      <a:pt x="4" y="8"/>
                    </a:cubicBezTo>
                    <a:cubicBezTo>
                      <a:pt x="3" y="9"/>
                      <a:pt x="3" y="10"/>
                      <a:pt x="2" y="11"/>
                    </a:cubicBezTo>
                    <a:cubicBezTo>
                      <a:pt x="0" y="13"/>
                      <a:pt x="0" y="13"/>
                      <a:pt x="2" y="15"/>
                    </a:cubicBezTo>
                    <a:cubicBezTo>
                      <a:pt x="3" y="16"/>
                      <a:pt x="4" y="16"/>
                      <a:pt x="4" y="17"/>
                    </a:cubicBezTo>
                    <a:cubicBezTo>
                      <a:pt x="4" y="19"/>
                      <a:pt x="4" y="20"/>
                      <a:pt x="5" y="22"/>
                    </a:cubicBezTo>
                    <a:cubicBezTo>
                      <a:pt x="5" y="23"/>
                      <a:pt x="5" y="24"/>
                      <a:pt x="6" y="25"/>
                    </a:cubicBezTo>
                    <a:cubicBezTo>
                      <a:pt x="8" y="26"/>
                      <a:pt x="6" y="27"/>
                      <a:pt x="7" y="28"/>
                    </a:cubicBezTo>
                    <a:cubicBezTo>
                      <a:pt x="7" y="30"/>
                      <a:pt x="8" y="29"/>
                      <a:pt x="8" y="29"/>
                    </a:cubicBezTo>
                    <a:cubicBezTo>
                      <a:pt x="10" y="29"/>
                      <a:pt x="10" y="30"/>
                      <a:pt x="10" y="31"/>
                    </a:cubicBezTo>
                    <a:cubicBezTo>
                      <a:pt x="11" y="31"/>
                      <a:pt x="12" y="30"/>
                      <a:pt x="12" y="30"/>
                    </a:cubicBezTo>
                    <a:cubicBezTo>
                      <a:pt x="13" y="29"/>
                      <a:pt x="13" y="31"/>
                      <a:pt x="13" y="31"/>
                    </a:cubicBezTo>
                    <a:cubicBezTo>
                      <a:pt x="14" y="32"/>
                      <a:pt x="13" y="25"/>
                      <a:pt x="13" y="26"/>
                    </a:cubicBezTo>
                    <a:cubicBezTo>
                      <a:pt x="13" y="25"/>
                      <a:pt x="16" y="26"/>
                      <a:pt x="17" y="26"/>
                    </a:cubicBezTo>
                    <a:cubicBezTo>
                      <a:pt x="17" y="25"/>
                      <a:pt x="14" y="24"/>
                      <a:pt x="14" y="23"/>
                    </a:cubicBezTo>
                    <a:cubicBezTo>
                      <a:pt x="15" y="21"/>
                      <a:pt x="17" y="23"/>
                      <a:pt x="17" y="24"/>
                    </a:cubicBezTo>
                    <a:cubicBezTo>
                      <a:pt x="19" y="25"/>
                      <a:pt x="18" y="23"/>
                      <a:pt x="18" y="22"/>
                    </a:cubicBezTo>
                    <a:cubicBezTo>
                      <a:pt x="18" y="21"/>
                      <a:pt x="21" y="23"/>
                      <a:pt x="21" y="23"/>
                    </a:cubicBezTo>
                    <a:cubicBezTo>
                      <a:pt x="21" y="22"/>
                      <a:pt x="19" y="19"/>
                      <a:pt x="19" y="19"/>
                    </a:cubicBezTo>
                    <a:cubicBezTo>
                      <a:pt x="18" y="18"/>
                      <a:pt x="16" y="18"/>
                      <a:pt x="15" y="17"/>
                    </a:cubicBezTo>
                    <a:cubicBezTo>
                      <a:pt x="15" y="17"/>
                      <a:pt x="15" y="15"/>
                      <a:pt x="15" y="16"/>
                    </a:cubicBezTo>
                    <a:cubicBezTo>
                      <a:pt x="14" y="14"/>
                      <a:pt x="11" y="12"/>
                      <a:pt x="11" y="10"/>
                    </a:cubicBezTo>
                    <a:cubicBezTo>
                      <a:pt x="12" y="6"/>
                      <a:pt x="15" y="10"/>
                      <a:pt x="16" y="11"/>
                    </a:cubicBezTo>
                    <a:cubicBezTo>
                      <a:pt x="16" y="11"/>
                      <a:pt x="16" y="10"/>
                      <a:pt x="16" y="10"/>
                    </a:cubicBezTo>
                    <a:cubicBezTo>
                      <a:pt x="17" y="9"/>
                      <a:pt x="18" y="10"/>
                      <a:pt x="18" y="11"/>
                    </a:cubicBezTo>
                    <a:cubicBezTo>
                      <a:pt x="18" y="11"/>
                      <a:pt x="17" y="9"/>
                      <a:pt x="17" y="9"/>
                    </a:cubicBezTo>
                    <a:cubicBezTo>
                      <a:pt x="18" y="9"/>
                      <a:pt x="20" y="10"/>
                      <a:pt x="21" y="10"/>
                    </a:cubicBezTo>
                    <a:cubicBezTo>
                      <a:pt x="21" y="9"/>
                      <a:pt x="17" y="9"/>
                      <a:pt x="17" y="7"/>
                    </a:cubicBezTo>
                    <a:cubicBezTo>
                      <a:pt x="17" y="7"/>
                      <a:pt x="21" y="5"/>
                      <a:pt x="22" y="5"/>
                    </a:cubicBezTo>
                    <a:cubicBezTo>
                      <a:pt x="22" y="5"/>
                      <a:pt x="21" y="7"/>
                      <a:pt x="21" y="7"/>
                    </a:cubicBezTo>
                    <a:cubicBezTo>
                      <a:pt x="21" y="7"/>
                      <a:pt x="24" y="5"/>
                      <a:pt x="25" y="5"/>
                    </a:cubicBezTo>
                    <a:cubicBezTo>
                      <a:pt x="26" y="5"/>
                      <a:pt x="27" y="6"/>
                      <a:pt x="29" y="7"/>
                    </a:cubicBezTo>
                    <a:cubicBezTo>
                      <a:pt x="30" y="5"/>
                      <a:pt x="31" y="2"/>
                      <a:pt x="3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5" name="Freeform 672">
                <a:extLst>
                  <a:ext uri="{FF2B5EF4-FFF2-40B4-BE49-F238E27FC236}">
                    <a16:creationId xmlns:a16="http://schemas.microsoft.com/office/drawing/2014/main" id="{BAB3BC6D-4D7E-3948-8C3D-142D6D876300}"/>
                  </a:ext>
                </a:extLst>
              </p:cNvPr>
              <p:cNvSpPr>
                <a:spLocks/>
              </p:cNvSpPr>
              <p:nvPr/>
            </p:nvSpPr>
            <p:spPr bwMode="auto">
              <a:xfrm>
                <a:off x="12881724" y="6940166"/>
                <a:ext cx="140127" cy="92380"/>
              </a:xfrm>
              <a:custGeom>
                <a:avLst/>
                <a:gdLst>
                  <a:gd name="T0" fmla="*/ 15 w 15"/>
                  <a:gd name="T1" fmla="*/ 6 h 10"/>
                  <a:gd name="T2" fmla="*/ 10 w 15"/>
                  <a:gd name="T3" fmla="*/ 1 h 10"/>
                  <a:gd name="T4" fmla="*/ 2 w 15"/>
                  <a:gd name="T5" fmla="*/ 5 h 10"/>
                  <a:gd name="T6" fmla="*/ 1 w 15"/>
                  <a:gd name="T7" fmla="*/ 9 h 10"/>
                  <a:gd name="T8" fmla="*/ 6 w 15"/>
                  <a:gd name="T9" fmla="*/ 9 h 10"/>
                  <a:gd name="T10" fmla="*/ 11 w 15"/>
                  <a:gd name="T11" fmla="*/ 7 h 10"/>
                  <a:gd name="T12" fmla="*/ 15 w 15"/>
                  <a:gd name="T13" fmla="*/ 6 h 10"/>
                  <a:gd name="T14" fmla="*/ 15 w 15"/>
                  <a:gd name="T15" fmla="*/ 6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15" y="6"/>
                    </a:moveTo>
                    <a:cubicBezTo>
                      <a:pt x="13" y="4"/>
                      <a:pt x="10" y="4"/>
                      <a:pt x="10" y="1"/>
                    </a:cubicBezTo>
                    <a:cubicBezTo>
                      <a:pt x="5" y="0"/>
                      <a:pt x="4" y="0"/>
                      <a:pt x="2" y="5"/>
                    </a:cubicBezTo>
                    <a:cubicBezTo>
                      <a:pt x="2" y="6"/>
                      <a:pt x="0" y="9"/>
                      <a:pt x="1" y="9"/>
                    </a:cubicBezTo>
                    <a:cubicBezTo>
                      <a:pt x="3" y="10"/>
                      <a:pt x="5" y="10"/>
                      <a:pt x="6" y="9"/>
                    </a:cubicBezTo>
                    <a:cubicBezTo>
                      <a:pt x="8" y="8"/>
                      <a:pt x="9" y="7"/>
                      <a:pt x="11" y="7"/>
                    </a:cubicBezTo>
                    <a:cubicBezTo>
                      <a:pt x="11" y="7"/>
                      <a:pt x="15" y="7"/>
                      <a:pt x="15" y="6"/>
                    </a:cubicBezTo>
                    <a:cubicBezTo>
                      <a:pt x="14" y="6"/>
                      <a:pt x="15" y="7"/>
                      <a:pt x="15"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6" name="Freeform 673">
                <a:extLst>
                  <a:ext uri="{FF2B5EF4-FFF2-40B4-BE49-F238E27FC236}">
                    <a16:creationId xmlns:a16="http://schemas.microsoft.com/office/drawing/2014/main" id="{03E1431E-5AE6-DA48-9C58-1C516F87C7D1}"/>
                  </a:ext>
                </a:extLst>
              </p:cNvPr>
              <p:cNvSpPr>
                <a:spLocks/>
              </p:cNvSpPr>
              <p:nvPr/>
            </p:nvSpPr>
            <p:spPr bwMode="auto">
              <a:xfrm>
                <a:off x="12582361" y="6911499"/>
                <a:ext cx="82803" cy="168837"/>
              </a:xfrm>
              <a:custGeom>
                <a:avLst/>
                <a:gdLst>
                  <a:gd name="T0" fmla="*/ 6 w 9"/>
                  <a:gd name="T1" fmla="*/ 16 h 18"/>
                  <a:gd name="T2" fmla="*/ 7 w 9"/>
                  <a:gd name="T3" fmla="*/ 11 h 18"/>
                  <a:gd name="T4" fmla="*/ 6 w 9"/>
                  <a:gd name="T5" fmla="*/ 6 h 18"/>
                  <a:gd name="T6" fmla="*/ 7 w 9"/>
                  <a:gd name="T7" fmla="*/ 4 h 18"/>
                  <a:gd name="T8" fmla="*/ 3 w 9"/>
                  <a:gd name="T9" fmla="*/ 1 h 18"/>
                  <a:gd name="T10" fmla="*/ 0 w 9"/>
                  <a:gd name="T11" fmla="*/ 9 h 18"/>
                  <a:gd name="T12" fmla="*/ 4 w 9"/>
                  <a:gd name="T13" fmla="*/ 18 h 18"/>
                  <a:gd name="T14" fmla="*/ 6 w 9"/>
                  <a:gd name="T15" fmla="*/ 16 h 18"/>
                  <a:gd name="T16" fmla="*/ 6 w 9"/>
                  <a:gd name="T17"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6" y="16"/>
                    </a:moveTo>
                    <a:cubicBezTo>
                      <a:pt x="7" y="14"/>
                      <a:pt x="9" y="12"/>
                      <a:pt x="7" y="11"/>
                    </a:cubicBezTo>
                    <a:cubicBezTo>
                      <a:pt x="6" y="10"/>
                      <a:pt x="5" y="8"/>
                      <a:pt x="6" y="6"/>
                    </a:cubicBezTo>
                    <a:cubicBezTo>
                      <a:pt x="6" y="6"/>
                      <a:pt x="7" y="4"/>
                      <a:pt x="7" y="4"/>
                    </a:cubicBezTo>
                    <a:cubicBezTo>
                      <a:pt x="6" y="3"/>
                      <a:pt x="4" y="1"/>
                      <a:pt x="3" y="1"/>
                    </a:cubicBezTo>
                    <a:cubicBezTo>
                      <a:pt x="0" y="0"/>
                      <a:pt x="0" y="7"/>
                      <a:pt x="0" y="9"/>
                    </a:cubicBezTo>
                    <a:cubicBezTo>
                      <a:pt x="0" y="13"/>
                      <a:pt x="2" y="15"/>
                      <a:pt x="4" y="18"/>
                    </a:cubicBezTo>
                    <a:cubicBezTo>
                      <a:pt x="5" y="17"/>
                      <a:pt x="6" y="16"/>
                      <a:pt x="6" y="16"/>
                    </a:cubicBezTo>
                    <a:cubicBezTo>
                      <a:pt x="7" y="14"/>
                      <a:pt x="6" y="16"/>
                      <a:pt x="6" y="1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7" name="Freeform 674">
                <a:extLst>
                  <a:ext uri="{FF2B5EF4-FFF2-40B4-BE49-F238E27FC236}">
                    <a16:creationId xmlns:a16="http://schemas.microsoft.com/office/drawing/2014/main" id="{9B700C31-9960-D845-99D6-A58A7ED2E88E}"/>
                  </a:ext>
                </a:extLst>
              </p:cNvPr>
              <p:cNvSpPr>
                <a:spLocks/>
              </p:cNvSpPr>
              <p:nvPr/>
            </p:nvSpPr>
            <p:spPr bwMode="auto">
              <a:xfrm>
                <a:off x="12630129" y="6930613"/>
                <a:ext cx="121018" cy="82827"/>
              </a:xfrm>
              <a:custGeom>
                <a:avLst/>
                <a:gdLst>
                  <a:gd name="T0" fmla="*/ 11 w 13"/>
                  <a:gd name="T1" fmla="*/ 0 h 9"/>
                  <a:gd name="T2" fmla="*/ 2 w 13"/>
                  <a:gd name="T3" fmla="*/ 2 h 9"/>
                  <a:gd name="T4" fmla="*/ 3 w 13"/>
                  <a:gd name="T5" fmla="*/ 9 h 9"/>
                  <a:gd name="T6" fmla="*/ 7 w 13"/>
                  <a:gd name="T7" fmla="*/ 8 h 9"/>
                  <a:gd name="T8" fmla="*/ 10 w 13"/>
                  <a:gd name="T9" fmla="*/ 7 h 9"/>
                  <a:gd name="T10" fmla="*/ 11 w 13"/>
                  <a:gd name="T11" fmla="*/ 0 h 9"/>
                </a:gdLst>
                <a:ahLst/>
                <a:cxnLst>
                  <a:cxn ang="0">
                    <a:pos x="T0" y="T1"/>
                  </a:cxn>
                  <a:cxn ang="0">
                    <a:pos x="T2" y="T3"/>
                  </a:cxn>
                  <a:cxn ang="0">
                    <a:pos x="T4" y="T5"/>
                  </a:cxn>
                  <a:cxn ang="0">
                    <a:pos x="T6" y="T7"/>
                  </a:cxn>
                  <a:cxn ang="0">
                    <a:pos x="T8" y="T9"/>
                  </a:cxn>
                  <a:cxn ang="0">
                    <a:pos x="T10" y="T11"/>
                  </a:cxn>
                </a:cxnLst>
                <a:rect l="0" t="0" r="r" b="b"/>
                <a:pathLst>
                  <a:path w="13" h="9">
                    <a:moveTo>
                      <a:pt x="11" y="0"/>
                    </a:moveTo>
                    <a:cubicBezTo>
                      <a:pt x="9" y="0"/>
                      <a:pt x="2" y="0"/>
                      <a:pt x="2" y="2"/>
                    </a:cubicBezTo>
                    <a:cubicBezTo>
                      <a:pt x="0" y="4"/>
                      <a:pt x="0" y="8"/>
                      <a:pt x="3" y="9"/>
                    </a:cubicBezTo>
                    <a:cubicBezTo>
                      <a:pt x="4" y="8"/>
                      <a:pt x="6" y="9"/>
                      <a:pt x="7" y="8"/>
                    </a:cubicBezTo>
                    <a:cubicBezTo>
                      <a:pt x="8" y="8"/>
                      <a:pt x="9" y="6"/>
                      <a:pt x="10" y="7"/>
                    </a:cubicBezTo>
                    <a:cubicBezTo>
                      <a:pt x="13" y="9"/>
                      <a:pt x="11" y="1"/>
                      <a:pt x="1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8" name="Freeform 675">
                <a:extLst>
                  <a:ext uri="{FF2B5EF4-FFF2-40B4-BE49-F238E27FC236}">
                    <a16:creationId xmlns:a16="http://schemas.microsoft.com/office/drawing/2014/main" id="{576C4C3B-5419-4749-86B4-580473195F7A}"/>
                  </a:ext>
                </a:extLst>
              </p:cNvPr>
              <p:cNvSpPr>
                <a:spLocks/>
              </p:cNvSpPr>
              <p:nvPr/>
            </p:nvSpPr>
            <p:spPr bwMode="auto">
              <a:xfrm>
                <a:off x="13655610" y="6984764"/>
                <a:ext cx="178346" cy="149721"/>
              </a:xfrm>
              <a:custGeom>
                <a:avLst/>
                <a:gdLst>
                  <a:gd name="T0" fmla="*/ 19 w 19"/>
                  <a:gd name="T1" fmla="*/ 14 h 16"/>
                  <a:gd name="T2" fmla="*/ 17 w 19"/>
                  <a:gd name="T3" fmla="*/ 10 h 16"/>
                  <a:gd name="T4" fmla="*/ 16 w 19"/>
                  <a:gd name="T5" fmla="*/ 7 h 16"/>
                  <a:gd name="T6" fmla="*/ 14 w 19"/>
                  <a:gd name="T7" fmla="*/ 3 h 16"/>
                  <a:gd name="T8" fmla="*/ 12 w 19"/>
                  <a:gd name="T9" fmla="*/ 0 h 16"/>
                  <a:gd name="T10" fmla="*/ 6 w 19"/>
                  <a:gd name="T11" fmla="*/ 6 h 16"/>
                  <a:gd name="T12" fmla="*/ 9 w 19"/>
                  <a:gd name="T13" fmla="*/ 9 h 16"/>
                  <a:gd name="T14" fmla="*/ 12 w 19"/>
                  <a:gd name="T15" fmla="*/ 11 h 16"/>
                  <a:gd name="T16" fmla="*/ 16 w 19"/>
                  <a:gd name="T17" fmla="*/ 13 h 16"/>
                  <a:gd name="T18" fmla="*/ 19 w 19"/>
                  <a:gd name="T19" fmla="*/ 14 h 16"/>
                  <a:gd name="T20" fmla="*/ 19 w 19"/>
                  <a:gd name="T21"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16">
                    <a:moveTo>
                      <a:pt x="19" y="14"/>
                    </a:moveTo>
                    <a:cubicBezTo>
                      <a:pt x="19" y="12"/>
                      <a:pt x="19" y="11"/>
                      <a:pt x="17" y="10"/>
                    </a:cubicBezTo>
                    <a:cubicBezTo>
                      <a:pt x="15" y="9"/>
                      <a:pt x="17" y="8"/>
                      <a:pt x="16" y="7"/>
                    </a:cubicBezTo>
                    <a:cubicBezTo>
                      <a:pt x="15" y="5"/>
                      <a:pt x="14" y="6"/>
                      <a:pt x="14" y="3"/>
                    </a:cubicBezTo>
                    <a:cubicBezTo>
                      <a:pt x="14" y="3"/>
                      <a:pt x="11" y="1"/>
                      <a:pt x="12" y="0"/>
                    </a:cubicBezTo>
                    <a:cubicBezTo>
                      <a:pt x="9" y="0"/>
                      <a:pt x="0" y="1"/>
                      <a:pt x="6" y="6"/>
                    </a:cubicBezTo>
                    <a:cubicBezTo>
                      <a:pt x="7" y="7"/>
                      <a:pt x="8" y="8"/>
                      <a:pt x="9" y="9"/>
                    </a:cubicBezTo>
                    <a:cubicBezTo>
                      <a:pt x="10" y="10"/>
                      <a:pt x="11" y="10"/>
                      <a:pt x="12" y="11"/>
                    </a:cubicBezTo>
                    <a:cubicBezTo>
                      <a:pt x="14" y="11"/>
                      <a:pt x="16" y="11"/>
                      <a:pt x="16" y="13"/>
                    </a:cubicBezTo>
                    <a:cubicBezTo>
                      <a:pt x="17" y="14"/>
                      <a:pt x="18" y="16"/>
                      <a:pt x="19" y="14"/>
                    </a:cubicBezTo>
                    <a:cubicBezTo>
                      <a:pt x="19" y="13"/>
                      <a:pt x="18" y="15"/>
                      <a:pt x="19" y="1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399" name="Freeform 676">
                <a:extLst>
                  <a:ext uri="{FF2B5EF4-FFF2-40B4-BE49-F238E27FC236}">
                    <a16:creationId xmlns:a16="http://schemas.microsoft.com/office/drawing/2014/main" id="{5DEC2AAE-7DD4-214A-8DCD-67A33061A4A0}"/>
                  </a:ext>
                </a:extLst>
              </p:cNvPr>
              <p:cNvSpPr>
                <a:spLocks/>
              </p:cNvSpPr>
              <p:nvPr/>
            </p:nvSpPr>
            <p:spPr bwMode="auto">
              <a:xfrm>
                <a:off x="13722489" y="7061218"/>
                <a:ext cx="923568" cy="783643"/>
              </a:xfrm>
              <a:custGeom>
                <a:avLst/>
                <a:gdLst>
                  <a:gd name="T0" fmla="*/ 95 w 99"/>
                  <a:gd name="T1" fmla="*/ 73 h 84"/>
                  <a:gd name="T2" fmla="*/ 93 w 99"/>
                  <a:gd name="T3" fmla="*/ 68 h 84"/>
                  <a:gd name="T4" fmla="*/ 90 w 99"/>
                  <a:gd name="T5" fmla="*/ 65 h 84"/>
                  <a:gd name="T6" fmla="*/ 86 w 99"/>
                  <a:gd name="T7" fmla="*/ 60 h 84"/>
                  <a:gd name="T8" fmla="*/ 87 w 99"/>
                  <a:gd name="T9" fmla="*/ 55 h 84"/>
                  <a:gd name="T10" fmla="*/ 89 w 99"/>
                  <a:gd name="T11" fmla="*/ 50 h 84"/>
                  <a:gd name="T12" fmla="*/ 84 w 99"/>
                  <a:gd name="T13" fmla="*/ 49 h 84"/>
                  <a:gd name="T14" fmla="*/ 84 w 99"/>
                  <a:gd name="T15" fmla="*/ 46 h 84"/>
                  <a:gd name="T16" fmla="*/ 84 w 99"/>
                  <a:gd name="T17" fmla="*/ 40 h 84"/>
                  <a:gd name="T18" fmla="*/ 82 w 99"/>
                  <a:gd name="T19" fmla="*/ 36 h 84"/>
                  <a:gd name="T20" fmla="*/ 85 w 99"/>
                  <a:gd name="T21" fmla="*/ 31 h 84"/>
                  <a:gd name="T22" fmla="*/ 86 w 99"/>
                  <a:gd name="T23" fmla="*/ 20 h 84"/>
                  <a:gd name="T24" fmla="*/ 79 w 99"/>
                  <a:gd name="T25" fmla="*/ 18 h 84"/>
                  <a:gd name="T26" fmla="*/ 76 w 99"/>
                  <a:gd name="T27" fmla="*/ 15 h 84"/>
                  <a:gd name="T28" fmla="*/ 71 w 99"/>
                  <a:gd name="T29" fmla="*/ 13 h 84"/>
                  <a:gd name="T30" fmla="*/ 66 w 99"/>
                  <a:gd name="T31" fmla="*/ 12 h 84"/>
                  <a:gd name="T32" fmla="*/ 61 w 99"/>
                  <a:gd name="T33" fmla="*/ 11 h 84"/>
                  <a:gd name="T34" fmla="*/ 57 w 99"/>
                  <a:gd name="T35" fmla="*/ 12 h 84"/>
                  <a:gd name="T36" fmla="*/ 53 w 99"/>
                  <a:gd name="T37" fmla="*/ 15 h 84"/>
                  <a:gd name="T38" fmla="*/ 49 w 99"/>
                  <a:gd name="T39" fmla="*/ 17 h 84"/>
                  <a:gd name="T40" fmla="*/ 46 w 99"/>
                  <a:gd name="T41" fmla="*/ 20 h 84"/>
                  <a:gd name="T42" fmla="*/ 33 w 99"/>
                  <a:gd name="T43" fmla="*/ 18 h 84"/>
                  <a:gd name="T44" fmla="*/ 30 w 99"/>
                  <a:gd name="T45" fmla="*/ 16 h 84"/>
                  <a:gd name="T46" fmla="*/ 25 w 99"/>
                  <a:gd name="T47" fmla="*/ 15 h 84"/>
                  <a:gd name="T48" fmla="*/ 24 w 99"/>
                  <a:gd name="T49" fmla="*/ 10 h 84"/>
                  <a:gd name="T50" fmla="*/ 20 w 99"/>
                  <a:gd name="T51" fmla="*/ 5 h 84"/>
                  <a:gd name="T52" fmla="*/ 14 w 99"/>
                  <a:gd name="T53" fmla="*/ 5 h 84"/>
                  <a:gd name="T54" fmla="*/ 11 w 99"/>
                  <a:gd name="T55" fmla="*/ 7 h 84"/>
                  <a:gd name="T56" fmla="*/ 5 w 99"/>
                  <a:gd name="T57" fmla="*/ 4 h 84"/>
                  <a:gd name="T58" fmla="*/ 1 w 99"/>
                  <a:gd name="T59" fmla="*/ 3 h 84"/>
                  <a:gd name="T60" fmla="*/ 0 w 99"/>
                  <a:gd name="T61" fmla="*/ 5 h 84"/>
                  <a:gd name="T62" fmla="*/ 1 w 99"/>
                  <a:gd name="T63" fmla="*/ 8 h 84"/>
                  <a:gd name="T64" fmla="*/ 1 w 99"/>
                  <a:gd name="T65" fmla="*/ 10 h 84"/>
                  <a:gd name="T66" fmla="*/ 1 w 99"/>
                  <a:gd name="T67" fmla="*/ 12 h 84"/>
                  <a:gd name="T68" fmla="*/ 3 w 99"/>
                  <a:gd name="T69" fmla="*/ 14 h 84"/>
                  <a:gd name="T70" fmla="*/ 3 w 99"/>
                  <a:gd name="T71" fmla="*/ 16 h 84"/>
                  <a:gd name="T72" fmla="*/ 5 w 99"/>
                  <a:gd name="T73" fmla="*/ 21 h 84"/>
                  <a:gd name="T74" fmla="*/ 8 w 99"/>
                  <a:gd name="T75" fmla="*/ 24 h 84"/>
                  <a:gd name="T76" fmla="*/ 10 w 99"/>
                  <a:gd name="T77" fmla="*/ 25 h 84"/>
                  <a:gd name="T78" fmla="*/ 8 w 99"/>
                  <a:gd name="T79" fmla="*/ 37 h 84"/>
                  <a:gd name="T80" fmla="*/ 12 w 99"/>
                  <a:gd name="T81" fmla="*/ 41 h 84"/>
                  <a:gd name="T82" fmla="*/ 18 w 99"/>
                  <a:gd name="T83" fmla="*/ 47 h 84"/>
                  <a:gd name="T84" fmla="*/ 17 w 99"/>
                  <a:gd name="T85" fmla="*/ 50 h 84"/>
                  <a:gd name="T86" fmla="*/ 19 w 99"/>
                  <a:gd name="T87" fmla="*/ 52 h 84"/>
                  <a:gd name="T88" fmla="*/ 22 w 99"/>
                  <a:gd name="T89" fmla="*/ 58 h 84"/>
                  <a:gd name="T90" fmla="*/ 24 w 99"/>
                  <a:gd name="T91" fmla="*/ 55 h 84"/>
                  <a:gd name="T92" fmla="*/ 25 w 99"/>
                  <a:gd name="T93" fmla="*/ 56 h 84"/>
                  <a:gd name="T94" fmla="*/ 26 w 99"/>
                  <a:gd name="T95" fmla="*/ 57 h 84"/>
                  <a:gd name="T96" fmla="*/ 30 w 99"/>
                  <a:gd name="T97" fmla="*/ 57 h 84"/>
                  <a:gd name="T98" fmla="*/ 35 w 99"/>
                  <a:gd name="T99" fmla="*/ 66 h 84"/>
                  <a:gd name="T100" fmla="*/ 46 w 99"/>
                  <a:gd name="T101" fmla="*/ 74 h 84"/>
                  <a:gd name="T102" fmla="*/ 52 w 99"/>
                  <a:gd name="T103" fmla="*/ 76 h 84"/>
                  <a:gd name="T104" fmla="*/ 56 w 99"/>
                  <a:gd name="T105" fmla="*/ 75 h 84"/>
                  <a:gd name="T106" fmla="*/ 56 w 99"/>
                  <a:gd name="T107" fmla="*/ 76 h 84"/>
                  <a:gd name="T108" fmla="*/ 61 w 99"/>
                  <a:gd name="T109" fmla="*/ 73 h 84"/>
                  <a:gd name="T110" fmla="*/ 60 w 99"/>
                  <a:gd name="T111" fmla="*/ 73 h 84"/>
                  <a:gd name="T112" fmla="*/ 62 w 99"/>
                  <a:gd name="T113" fmla="*/ 73 h 84"/>
                  <a:gd name="T114" fmla="*/ 65 w 99"/>
                  <a:gd name="T115" fmla="*/ 77 h 84"/>
                  <a:gd name="T116" fmla="*/ 69 w 99"/>
                  <a:gd name="T117" fmla="*/ 81 h 84"/>
                  <a:gd name="T118" fmla="*/ 88 w 99"/>
                  <a:gd name="T119" fmla="*/ 84 h 84"/>
                  <a:gd name="T120" fmla="*/ 92 w 99"/>
                  <a:gd name="T121" fmla="*/ 77 h 84"/>
                  <a:gd name="T122" fmla="*/ 95 w 99"/>
                  <a:gd name="T123" fmla="*/ 73 h 84"/>
                  <a:gd name="T124" fmla="*/ 95 w 99"/>
                  <a:gd name="T125" fmla="*/ 7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9" h="84">
                    <a:moveTo>
                      <a:pt x="95" y="73"/>
                    </a:moveTo>
                    <a:cubicBezTo>
                      <a:pt x="93" y="72"/>
                      <a:pt x="94" y="70"/>
                      <a:pt x="93" y="68"/>
                    </a:cubicBezTo>
                    <a:cubicBezTo>
                      <a:pt x="93" y="67"/>
                      <a:pt x="91" y="66"/>
                      <a:pt x="90" y="65"/>
                    </a:cubicBezTo>
                    <a:cubicBezTo>
                      <a:pt x="88" y="64"/>
                      <a:pt x="87" y="62"/>
                      <a:pt x="86" y="60"/>
                    </a:cubicBezTo>
                    <a:cubicBezTo>
                      <a:pt x="84" y="58"/>
                      <a:pt x="85" y="58"/>
                      <a:pt x="87" y="55"/>
                    </a:cubicBezTo>
                    <a:cubicBezTo>
                      <a:pt x="88" y="54"/>
                      <a:pt x="90" y="52"/>
                      <a:pt x="89" y="50"/>
                    </a:cubicBezTo>
                    <a:cubicBezTo>
                      <a:pt x="88" y="49"/>
                      <a:pt x="85" y="49"/>
                      <a:pt x="84" y="49"/>
                    </a:cubicBezTo>
                    <a:cubicBezTo>
                      <a:pt x="83" y="48"/>
                      <a:pt x="84" y="46"/>
                      <a:pt x="84" y="46"/>
                    </a:cubicBezTo>
                    <a:cubicBezTo>
                      <a:pt x="83" y="44"/>
                      <a:pt x="83" y="41"/>
                      <a:pt x="84" y="40"/>
                    </a:cubicBezTo>
                    <a:cubicBezTo>
                      <a:pt x="86" y="38"/>
                      <a:pt x="83" y="37"/>
                      <a:pt x="82" y="36"/>
                    </a:cubicBezTo>
                    <a:cubicBezTo>
                      <a:pt x="82" y="35"/>
                      <a:pt x="84" y="32"/>
                      <a:pt x="85" y="31"/>
                    </a:cubicBezTo>
                    <a:cubicBezTo>
                      <a:pt x="85" y="30"/>
                      <a:pt x="87" y="20"/>
                      <a:pt x="86" y="20"/>
                    </a:cubicBezTo>
                    <a:cubicBezTo>
                      <a:pt x="83" y="20"/>
                      <a:pt x="82" y="20"/>
                      <a:pt x="79" y="18"/>
                    </a:cubicBezTo>
                    <a:cubicBezTo>
                      <a:pt x="78" y="17"/>
                      <a:pt x="77" y="16"/>
                      <a:pt x="76" y="15"/>
                    </a:cubicBezTo>
                    <a:cubicBezTo>
                      <a:pt x="75" y="14"/>
                      <a:pt x="72" y="14"/>
                      <a:pt x="71" y="13"/>
                    </a:cubicBezTo>
                    <a:cubicBezTo>
                      <a:pt x="69" y="13"/>
                      <a:pt x="68" y="13"/>
                      <a:pt x="66" y="12"/>
                    </a:cubicBezTo>
                    <a:cubicBezTo>
                      <a:pt x="65" y="10"/>
                      <a:pt x="63" y="11"/>
                      <a:pt x="61" y="11"/>
                    </a:cubicBezTo>
                    <a:cubicBezTo>
                      <a:pt x="60" y="12"/>
                      <a:pt x="58" y="11"/>
                      <a:pt x="57" y="12"/>
                    </a:cubicBezTo>
                    <a:cubicBezTo>
                      <a:pt x="55" y="12"/>
                      <a:pt x="54" y="14"/>
                      <a:pt x="53" y="15"/>
                    </a:cubicBezTo>
                    <a:cubicBezTo>
                      <a:pt x="52" y="16"/>
                      <a:pt x="49" y="15"/>
                      <a:pt x="49" y="17"/>
                    </a:cubicBezTo>
                    <a:cubicBezTo>
                      <a:pt x="49" y="19"/>
                      <a:pt x="48" y="19"/>
                      <a:pt x="46" y="20"/>
                    </a:cubicBezTo>
                    <a:cubicBezTo>
                      <a:pt x="41" y="21"/>
                      <a:pt x="37" y="21"/>
                      <a:pt x="33" y="18"/>
                    </a:cubicBezTo>
                    <a:cubicBezTo>
                      <a:pt x="32" y="17"/>
                      <a:pt x="31" y="16"/>
                      <a:pt x="30" y="16"/>
                    </a:cubicBezTo>
                    <a:cubicBezTo>
                      <a:pt x="28" y="14"/>
                      <a:pt x="27" y="15"/>
                      <a:pt x="25" y="15"/>
                    </a:cubicBezTo>
                    <a:cubicBezTo>
                      <a:pt x="24" y="14"/>
                      <a:pt x="24" y="11"/>
                      <a:pt x="24" y="10"/>
                    </a:cubicBezTo>
                    <a:cubicBezTo>
                      <a:pt x="21" y="9"/>
                      <a:pt x="20" y="8"/>
                      <a:pt x="20" y="5"/>
                    </a:cubicBezTo>
                    <a:cubicBezTo>
                      <a:pt x="20" y="0"/>
                      <a:pt x="16" y="3"/>
                      <a:pt x="14" y="5"/>
                    </a:cubicBezTo>
                    <a:cubicBezTo>
                      <a:pt x="13" y="6"/>
                      <a:pt x="12" y="7"/>
                      <a:pt x="11" y="7"/>
                    </a:cubicBezTo>
                    <a:cubicBezTo>
                      <a:pt x="9" y="6"/>
                      <a:pt x="6" y="6"/>
                      <a:pt x="5" y="4"/>
                    </a:cubicBezTo>
                    <a:cubicBezTo>
                      <a:pt x="3" y="2"/>
                      <a:pt x="3" y="1"/>
                      <a:pt x="1" y="3"/>
                    </a:cubicBezTo>
                    <a:cubicBezTo>
                      <a:pt x="1" y="4"/>
                      <a:pt x="0" y="4"/>
                      <a:pt x="0" y="5"/>
                    </a:cubicBezTo>
                    <a:cubicBezTo>
                      <a:pt x="0" y="6"/>
                      <a:pt x="0" y="7"/>
                      <a:pt x="1" y="8"/>
                    </a:cubicBezTo>
                    <a:cubicBezTo>
                      <a:pt x="1" y="8"/>
                      <a:pt x="2" y="10"/>
                      <a:pt x="1" y="10"/>
                    </a:cubicBezTo>
                    <a:cubicBezTo>
                      <a:pt x="1" y="11"/>
                      <a:pt x="0" y="11"/>
                      <a:pt x="1" y="12"/>
                    </a:cubicBezTo>
                    <a:cubicBezTo>
                      <a:pt x="1" y="13"/>
                      <a:pt x="3" y="13"/>
                      <a:pt x="3" y="14"/>
                    </a:cubicBezTo>
                    <a:cubicBezTo>
                      <a:pt x="3" y="15"/>
                      <a:pt x="2" y="16"/>
                      <a:pt x="3" y="16"/>
                    </a:cubicBezTo>
                    <a:cubicBezTo>
                      <a:pt x="4" y="18"/>
                      <a:pt x="4" y="19"/>
                      <a:pt x="5" y="21"/>
                    </a:cubicBezTo>
                    <a:cubicBezTo>
                      <a:pt x="6" y="22"/>
                      <a:pt x="6" y="23"/>
                      <a:pt x="8" y="24"/>
                    </a:cubicBezTo>
                    <a:cubicBezTo>
                      <a:pt x="8" y="24"/>
                      <a:pt x="10" y="25"/>
                      <a:pt x="10" y="25"/>
                    </a:cubicBezTo>
                    <a:cubicBezTo>
                      <a:pt x="11" y="29"/>
                      <a:pt x="2" y="33"/>
                      <a:pt x="8" y="37"/>
                    </a:cubicBezTo>
                    <a:cubicBezTo>
                      <a:pt x="10" y="38"/>
                      <a:pt x="10" y="40"/>
                      <a:pt x="12" y="41"/>
                    </a:cubicBezTo>
                    <a:cubicBezTo>
                      <a:pt x="14" y="43"/>
                      <a:pt x="16" y="44"/>
                      <a:pt x="18" y="47"/>
                    </a:cubicBezTo>
                    <a:cubicBezTo>
                      <a:pt x="18" y="48"/>
                      <a:pt x="17" y="49"/>
                      <a:pt x="17" y="50"/>
                    </a:cubicBezTo>
                    <a:cubicBezTo>
                      <a:pt x="18" y="51"/>
                      <a:pt x="20" y="51"/>
                      <a:pt x="19" y="52"/>
                    </a:cubicBezTo>
                    <a:cubicBezTo>
                      <a:pt x="19" y="55"/>
                      <a:pt x="21" y="56"/>
                      <a:pt x="22" y="58"/>
                    </a:cubicBezTo>
                    <a:cubicBezTo>
                      <a:pt x="24" y="57"/>
                      <a:pt x="23" y="56"/>
                      <a:pt x="24" y="55"/>
                    </a:cubicBezTo>
                    <a:cubicBezTo>
                      <a:pt x="24" y="55"/>
                      <a:pt x="25" y="56"/>
                      <a:pt x="25" y="56"/>
                    </a:cubicBezTo>
                    <a:cubicBezTo>
                      <a:pt x="27" y="56"/>
                      <a:pt x="25" y="56"/>
                      <a:pt x="26" y="57"/>
                    </a:cubicBezTo>
                    <a:cubicBezTo>
                      <a:pt x="27" y="58"/>
                      <a:pt x="28" y="55"/>
                      <a:pt x="30" y="57"/>
                    </a:cubicBezTo>
                    <a:cubicBezTo>
                      <a:pt x="32" y="60"/>
                      <a:pt x="33" y="63"/>
                      <a:pt x="35" y="66"/>
                    </a:cubicBezTo>
                    <a:cubicBezTo>
                      <a:pt x="37" y="69"/>
                      <a:pt x="42" y="72"/>
                      <a:pt x="46" y="74"/>
                    </a:cubicBezTo>
                    <a:cubicBezTo>
                      <a:pt x="48" y="75"/>
                      <a:pt x="50" y="75"/>
                      <a:pt x="52" y="76"/>
                    </a:cubicBezTo>
                    <a:cubicBezTo>
                      <a:pt x="53" y="76"/>
                      <a:pt x="56" y="75"/>
                      <a:pt x="56" y="75"/>
                    </a:cubicBezTo>
                    <a:cubicBezTo>
                      <a:pt x="56" y="75"/>
                      <a:pt x="56" y="76"/>
                      <a:pt x="56" y="76"/>
                    </a:cubicBezTo>
                    <a:cubicBezTo>
                      <a:pt x="57" y="76"/>
                      <a:pt x="60" y="74"/>
                      <a:pt x="61" y="73"/>
                    </a:cubicBezTo>
                    <a:cubicBezTo>
                      <a:pt x="61" y="73"/>
                      <a:pt x="60" y="73"/>
                      <a:pt x="60" y="73"/>
                    </a:cubicBezTo>
                    <a:cubicBezTo>
                      <a:pt x="60" y="72"/>
                      <a:pt x="62" y="73"/>
                      <a:pt x="62" y="73"/>
                    </a:cubicBezTo>
                    <a:cubicBezTo>
                      <a:pt x="64" y="74"/>
                      <a:pt x="64" y="75"/>
                      <a:pt x="65" y="77"/>
                    </a:cubicBezTo>
                    <a:cubicBezTo>
                      <a:pt x="66" y="80"/>
                      <a:pt x="67" y="80"/>
                      <a:pt x="69" y="81"/>
                    </a:cubicBezTo>
                    <a:cubicBezTo>
                      <a:pt x="75" y="82"/>
                      <a:pt x="82" y="83"/>
                      <a:pt x="88" y="84"/>
                    </a:cubicBezTo>
                    <a:cubicBezTo>
                      <a:pt x="88" y="80"/>
                      <a:pt x="89" y="79"/>
                      <a:pt x="92" y="77"/>
                    </a:cubicBezTo>
                    <a:cubicBezTo>
                      <a:pt x="94" y="76"/>
                      <a:pt x="99" y="75"/>
                      <a:pt x="95" y="73"/>
                    </a:cubicBezTo>
                    <a:cubicBezTo>
                      <a:pt x="94" y="72"/>
                      <a:pt x="97" y="74"/>
                      <a:pt x="95" y="7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0" name="Freeform 677">
                <a:extLst>
                  <a:ext uri="{FF2B5EF4-FFF2-40B4-BE49-F238E27FC236}">
                    <a16:creationId xmlns:a16="http://schemas.microsoft.com/office/drawing/2014/main" id="{DDB592EB-6478-204A-AC68-B2C25E84741C}"/>
                  </a:ext>
                </a:extLst>
              </p:cNvPr>
              <p:cNvSpPr>
                <a:spLocks/>
              </p:cNvSpPr>
              <p:nvPr/>
            </p:nvSpPr>
            <p:spPr bwMode="auto">
              <a:xfrm>
                <a:off x="13741597" y="7070776"/>
                <a:ext cx="73250" cy="54156"/>
              </a:xfrm>
              <a:custGeom>
                <a:avLst/>
                <a:gdLst>
                  <a:gd name="T0" fmla="*/ 1 w 8"/>
                  <a:gd name="T1" fmla="*/ 1 h 6"/>
                  <a:gd name="T2" fmla="*/ 3 w 8"/>
                  <a:gd name="T3" fmla="*/ 4 h 6"/>
                  <a:gd name="T4" fmla="*/ 8 w 8"/>
                  <a:gd name="T5" fmla="*/ 6 h 6"/>
                  <a:gd name="T6" fmla="*/ 0 w 8"/>
                  <a:gd name="T7" fmla="*/ 0 h 6"/>
                  <a:gd name="T8" fmla="*/ 1 w 8"/>
                  <a:gd name="T9" fmla="*/ 1 h 6"/>
                  <a:gd name="T10" fmla="*/ 1 w 8"/>
                  <a:gd name="T11" fmla="*/ 1 h 6"/>
                </a:gdLst>
                <a:ahLst/>
                <a:cxnLst>
                  <a:cxn ang="0">
                    <a:pos x="T0" y="T1"/>
                  </a:cxn>
                  <a:cxn ang="0">
                    <a:pos x="T2" y="T3"/>
                  </a:cxn>
                  <a:cxn ang="0">
                    <a:pos x="T4" y="T5"/>
                  </a:cxn>
                  <a:cxn ang="0">
                    <a:pos x="T6" y="T7"/>
                  </a:cxn>
                  <a:cxn ang="0">
                    <a:pos x="T8" y="T9"/>
                  </a:cxn>
                  <a:cxn ang="0">
                    <a:pos x="T10" y="T11"/>
                  </a:cxn>
                </a:cxnLst>
                <a:rect l="0" t="0" r="r" b="b"/>
                <a:pathLst>
                  <a:path w="8" h="6">
                    <a:moveTo>
                      <a:pt x="1" y="1"/>
                    </a:moveTo>
                    <a:cubicBezTo>
                      <a:pt x="2" y="1"/>
                      <a:pt x="2" y="3"/>
                      <a:pt x="3" y="4"/>
                    </a:cubicBezTo>
                    <a:cubicBezTo>
                      <a:pt x="5" y="4"/>
                      <a:pt x="6" y="5"/>
                      <a:pt x="8" y="6"/>
                    </a:cubicBezTo>
                    <a:cubicBezTo>
                      <a:pt x="7" y="2"/>
                      <a:pt x="3" y="1"/>
                      <a:pt x="0" y="0"/>
                    </a:cubicBezTo>
                    <a:cubicBezTo>
                      <a:pt x="0" y="1"/>
                      <a:pt x="0" y="1"/>
                      <a:pt x="1" y="1"/>
                    </a:cubicBezTo>
                    <a:cubicBezTo>
                      <a:pt x="2" y="1"/>
                      <a:pt x="0" y="1"/>
                      <a:pt x="1"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1" name="Freeform 678">
                <a:extLst>
                  <a:ext uri="{FF2B5EF4-FFF2-40B4-BE49-F238E27FC236}">
                    <a16:creationId xmlns:a16="http://schemas.microsoft.com/office/drawing/2014/main" id="{66414922-844B-824F-B08C-5F99DC4660A6}"/>
                  </a:ext>
                </a:extLst>
              </p:cNvPr>
              <p:cNvSpPr>
                <a:spLocks/>
              </p:cNvSpPr>
              <p:nvPr/>
            </p:nvSpPr>
            <p:spPr bwMode="auto">
              <a:xfrm>
                <a:off x="13525034" y="6844600"/>
                <a:ext cx="328029" cy="168837"/>
              </a:xfrm>
              <a:custGeom>
                <a:avLst/>
                <a:gdLst>
                  <a:gd name="T0" fmla="*/ 26 w 35"/>
                  <a:gd name="T1" fmla="*/ 15 h 18"/>
                  <a:gd name="T2" fmla="*/ 30 w 35"/>
                  <a:gd name="T3" fmla="*/ 17 h 18"/>
                  <a:gd name="T4" fmla="*/ 34 w 35"/>
                  <a:gd name="T5" fmla="*/ 17 h 18"/>
                  <a:gd name="T6" fmla="*/ 33 w 35"/>
                  <a:gd name="T7" fmla="*/ 12 h 18"/>
                  <a:gd name="T8" fmla="*/ 30 w 35"/>
                  <a:gd name="T9" fmla="*/ 10 h 18"/>
                  <a:gd name="T10" fmla="*/ 27 w 35"/>
                  <a:gd name="T11" fmla="*/ 7 h 18"/>
                  <a:gd name="T12" fmla="*/ 19 w 35"/>
                  <a:gd name="T13" fmla="*/ 6 h 18"/>
                  <a:gd name="T14" fmla="*/ 9 w 35"/>
                  <a:gd name="T15" fmla="*/ 4 h 18"/>
                  <a:gd name="T16" fmla="*/ 0 w 35"/>
                  <a:gd name="T17" fmla="*/ 2 h 18"/>
                  <a:gd name="T18" fmla="*/ 8 w 35"/>
                  <a:gd name="T19" fmla="*/ 14 h 18"/>
                  <a:gd name="T20" fmla="*/ 18 w 35"/>
                  <a:gd name="T21" fmla="*/ 18 h 18"/>
                  <a:gd name="T22" fmla="*/ 26 w 35"/>
                  <a:gd name="T23" fmla="*/ 15 h 18"/>
                  <a:gd name="T24" fmla="*/ 26 w 35"/>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18">
                    <a:moveTo>
                      <a:pt x="26" y="15"/>
                    </a:moveTo>
                    <a:cubicBezTo>
                      <a:pt x="27" y="14"/>
                      <a:pt x="29" y="16"/>
                      <a:pt x="30" y="17"/>
                    </a:cubicBezTo>
                    <a:cubicBezTo>
                      <a:pt x="30" y="17"/>
                      <a:pt x="34" y="17"/>
                      <a:pt x="34" y="17"/>
                    </a:cubicBezTo>
                    <a:cubicBezTo>
                      <a:pt x="35" y="16"/>
                      <a:pt x="30" y="12"/>
                      <a:pt x="33" y="12"/>
                    </a:cubicBezTo>
                    <a:cubicBezTo>
                      <a:pt x="32" y="11"/>
                      <a:pt x="30" y="11"/>
                      <a:pt x="30" y="10"/>
                    </a:cubicBezTo>
                    <a:cubicBezTo>
                      <a:pt x="30" y="8"/>
                      <a:pt x="29" y="7"/>
                      <a:pt x="27" y="7"/>
                    </a:cubicBezTo>
                    <a:cubicBezTo>
                      <a:pt x="24" y="7"/>
                      <a:pt x="22" y="8"/>
                      <a:pt x="19" y="6"/>
                    </a:cubicBezTo>
                    <a:cubicBezTo>
                      <a:pt x="16" y="5"/>
                      <a:pt x="13" y="5"/>
                      <a:pt x="9" y="4"/>
                    </a:cubicBezTo>
                    <a:cubicBezTo>
                      <a:pt x="6" y="3"/>
                      <a:pt x="4" y="0"/>
                      <a:pt x="0" y="2"/>
                    </a:cubicBezTo>
                    <a:cubicBezTo>
                      <a:pt x="3" y="6"/>
                      <a:pt x="11" y="7"/>
                      <a:pt x="8" y="14"/>
                    </a:cubicBezTo>
                    <a:cubicBezTo>
                      <a:pt x="11" y="14"/>
                      <a:pt x="18" y="14"/>
                      <a:pt x="18" y="18"/>
                    </a:cubicBezTo>
                    <a:cubicBezTo>
                      <a:pt x="18" y="15"/>
                      <a:pt x="24" y="15"/>
                      <a:pt x="26" y="15"/>
                    </a:cubicBezTo>
                    <a:cubicBezTo>
                      <a:pt x="27" y="14"/>
                      <a:pt x="19" y="15"/>
                      <a:pt x="26" y="1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2" name="Freeform 679">
                <a:extLst>
                  <a:ext uri="{FF2B5EF4-FFF2-40B4-BE49-F238E27FC236}">
                    <a16:creationId xmlns:a16="http://schemas.microsoft.com/office/drawing/2014/main" id="{C7EC20A4-51CC-2B43-99B5-D491A45F59E8}"/>
                  </a:ext>
                </a:extLst>
              </p:cNvPr>
              <p:cNvSpPr>
                <a:spLocks/>
              </p:cNvSpPr>
              <p:nvPr/>
            </p:nvSpPr>
            <p:spPr bwMode="auto">
              <a:xfrm>
                <a:off x="13751153" y="6956097"/>
                <a:ext cx="251592" cy="197506"/>
              </a:xfrm>
              <a:custGeom>
                <a:avLst/>
                <a:gdLst>
                  <a:gd name="T0" fmla="*/ 8 w 27"/>
                  <a:gd name="T1" fmla="*/ 2 h 21"/>
                  <a:gd name="T2" fmla="*/ 10 w 27"/>
                  <a:gd name="T3" fmla="*/ 5 h 21"/>
                  <a:gd name="T4" fmla="*/ 7 w 27"/>
                  <a:gd name="T5" fmla="*/ 5 h 21"/>
                  <a:gd name="T6" fmla="*/ 4 w 27"/>
                  <a:gd name="T7" fmla="*/ 3 h 21"/>
                  <a:gd name="T8" fmla="*/ 4 w 27"/>
                  <a:gd name="T9" fmla="*/ 7 h 21"/>
                  <a:gd name="T10" fmla="*/ 6 w 27"/>
                  <a:gd name="T11" fmla="*/ 11 h 21"/>
                  <a:gd name="T12" fmla="*/ 8 w 27"/>
                  <a:gd name="T13" fmla="*/ 14 h 21"/>
                  <a:gd name="T14" fmla="*/ 9 w 27"/>
                  <a:gd name="T15" fmla="*/ 17 h 21"/>
                  <a:gd name="T16" fmla="*/ 16 w 27"/>
                  <a:gd name="T17" fmla="*/ 13 h 21"/>
                  <a:gd name="T18" fmla="*/ 17 w 27"/>
                  <a:gd name="T19" fmla="*/ 16 h 21"/>
                  <a:gd name="T20" fmla="*/ 21 w 27"/>
                  <a:gd name="T21" fmla="*/ 21 h 21"/>
                  <a:gd name="T22" fmla="*/ 21 w 27"/>
                  <a:gd name="T23" fmla="*/ 18 h 21"/>
                  <a:gd name="T24" fmla="*/ 23 w 27"/>
                  <a:gd name="T25" fmla="*/ 16 h 21"/>
                  <a:gd name="T26" fmla="*/ 25 w 27"/>
                  <a:gd name="T27" fmla="*/ 11 h 21"/>
                  <a:gd name="T28" fmla="*/ 19 w 27"/>
                  <a:gd name="T29" fmla="*/ 1 h 21"/>
                  <a:gd name="T30" fmla="*/ 12 w 27"/>
                  <a:gd name="T31" fmla="*/ 2 h 21"/>
                  <a:gd name="T32" fmla="*/ 9 w 27"/>
                  <a:gd name="T33" fmla="*/ 0 h 21"/>
                  <a:gd name="T34" fmla="*/ 8 w 27"/>
                  <a:gd name="T35" fmla="*/ 2 h 21"/>
                  <a:gd name="T36" fmla="*/ 8 w 27"/>
                  <a:gd name="T37" fmla="*/ 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1">
                    <a:moveTo>
                      <a:pt x="8" y="2"/>
                    </a:moveTo>
                    <a:cubicBezTo>
                      <a:pt x="8" y="2"/>
                      <a:pt x="11" y="4"/>
                      <a:pt x="10" y="5"/>
                    </a:cubicBezTo>
                    <a:cubicBezTo>
                      <a:pt x="10" y="5"/>
                      <a:pt x="7" y="5"/>
                      <a:pt x="7" y="5"/>
                    </a:cubicBezTo>
                    <a:cubicBezTo>
                      <a:pt x="5" y="5"/>
                      <a:pt x="5" y="3"/>
                      <a:pt x="4" y="3"/>
                    </a:cubicBezTo>
                    <a:cubicBezTo>
                      <a:pt x="0" y="2"/>
                      <a:pt x="4" y="6"/>
                      <a:pt x="4" y="7"/>
                    </a:cubicBezTo>
                    <a:cubicBezTo>
                      <a:pt x="4" y="10"/>
                      <a:pt x="7" y="8"/>
                      <a:pt x="6" y="11"/>
                    </a:cubicBezTo>
                    <a:cubicBezTo>
                      <a:pt x="5" y="13"/>
                      <a:pt x="7" y="13"/>
                      <a:pt x="8" y="14"/>
                    </a:cubicBezTo>
                    <a:cubicBezTo>
                      <a:pt x="9" y="14"/>
                      <a:pt x="9" y="16"/>
                      <a:pt x="9" y="17"/>
                    </a:cubicBezTo>
                    <a:cubicBezTo>
                      <a:pt x="10" y="16"/>
                      <a:pt x="14" y="14"/>
                      <a:pt x="16" y="13"/>
                    </a:cubicBezTo>
                    <a:cubicBezTo>
                      <a:pt x="17" y="13"/>
                      <a:pt x="17" y="15"/>
                      <a:pt x="17" y="16"/>
                    </a:cubicBezTo>
                    <a:cubicBezTo>
                      <a:pt x="17" y="19"/>
                      <a:pt x="18" y="20"/>
                      <a:pt x="21" y="21"/>
                    </a:cubicBezTo>
                    <a:cubicBezTo>
                      <a:pt x="21" y="20"/>
                      <a:pt x="21" y="18"/>
                      <a:pt x="21" y="18"/>
                    </a:cubicBezTo>
                    <a:cubicBezTo>
                      <a:pt x="22" y="17"/>
                      <a:pt x="23" y="17"/>
                      <a:pt x="23" y="16"/>
                    </a:cubicBezTo>
                    <a:cubicBezTo>
                      <a:pt x="24" y="14"/>
                      <a:pt x="24" y="12"/>
                      <a:pt x="25" y="11"/>
                    </a:cubicBezTo>
                    <a:cubicBezTo>
                      <a:pt x="27" y="8"/>
                      <a:pt x="21" y="2"/>
                      <a:pt x="19" y="1"/>
                    </a:cubicBezTo>
                    <a:cubicBezTo>
                      <a:pt x="17" y="4"/>
                      <a:pt x="15" y="4"/>
                      <a:pt x="12" y="2"/>
                    </a:cubicBezTo>
                    <a:cubicBezTo>
                      <a:pt x="12" y="1"/>
                      <a:pt x="10" y="0"/>
                      <a:pt x="9" y="0"/>
                    </a:cubicBezTo>
                    <a:cubicBezTo>
                      <a:pt x="8" y="0"/>
                      <a:pt x="8" y="1"/>
                      <a:pt x="8" y="2"/>
                    </a:cubicBezTo>
                    <a:cubicBezTo>
                      <a:pt x="9" y="3"/>
                      <a:pt x="7" y="0"/>
                      <a:pt x="8"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3" name="Freeform 680">
                <a:extLst>
                  <a:ext uri="{FF2B5EF4-FFF2-40B4-BE49-F238E27FC236}">
                    <a16:creationId xmlns:a16="http://schemas.microsoft.com/office/drawing/2014/main" id="{BD19A76B-B353-0749-BCA0-660FCD55CDAA}"/>
                  </a:ext>
                </a:extLst>
              </p:cNvPr>
              <p:cNvSpPr>
                <a:spLocks/>
              </p:cNvSpPr>
              <p:nvPr/>
            </p:nvSpPr>
            <p:spPr bwMode="auto">
              <a:xfrm>
                <a:off x="13833954" y="7574093"/>
                <a:ext cx="82803" cy="95566"/>
              </a:xfrm>
              <a:custGeom>
                <a:avLst/>
                <a:gdLst>
                  <a:gd name="T0" fmla="*/ 3 w 9"/>
                  <a:gd name="T1" fmla="*/ 2 h 10"/>
                  <a:gd name="T2" fmla="*/ 0 w 9"/>
                  <a:gd name="T3" fmla="*/ 7 h 10"/>
                  <a:gd name="T4" fmla="*/ 4 w 9"/>
                  <a:gd name="T5" fmla="*/ 8 h 10"/>
                  <a:gd name="T6" fmla="*/ 9 w 9"/>
                  <a:gd name="T7" fmla="*/ 10 h 10"/>
                  <a:gd name="T8" fmla="*/ 7 w 9"/>
                  <a:gd name="T9" fmla="*/ 5 h 10"/>
                  <a:gd name="T10" fmla="*/ 8 w 9"/>
                  <a:gd name="T11" fmla="*/ 3 h 10"/>
                  <a:gd name="T12" fmla="*/ 3 w 9"/>
                  <a:gd name="T13" fmla="*/ 2 h 10"/>
                  <a:gd name="T14" fmla="*/ 3 w 9"/>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2"/>
                    </a:moveTo>
                    <a:cubicBezTo>
                      <a:pt x="1" y="3"/>
                      <a:pt x="0" y="5"/>
                      <a:pt x="0" y="7"/>
                    </a:cubicBezTo>
                    <a:cubicBezTo>
                      <a:pt x="1" y="7"/>
                      <a:pt x="4" y="7"/>
                      <a:pt x="4" y="8"/>
                    </a:cubicBezTo>
                    <a:cubicBezTo>
                      <a:pt x="6" y="10"/>
                      <a:pt x="7" y="10"/>
                      <a:pt x="9" y="10"/>
                    </a:cubicBezTo>
                    <a:cubicBezTo>
                      <a:pt x="9" y="10"/>
                      <a:pt x="7" y="5"/>
                      <a:pt x="7" y="5"/>
                    </a:cubicBezTo>
                    <a:cubicBezTo>
                      <a:pt x="8" y="5"/>
                      <a:pt x="9" y="5"/>
                      <a:pt x="8" y="3"/>
                    </a:cubicBezTo>
                    <a:cubicBezTo>
                      <a:pt x="6" y="2"/>
                      <a:pt x="5" y="0"/>
                      <a:pt x="3" y="2"/>
                    </a:cubicBezTo>
                    <a:cubicBezTo>
                      <a:pt x="1" y="4"/>
                      <a:pt x="4" y="1"/>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4" name="Freeform 681">
                <a:extLst>
                  <a:ext uri="{FF2B5EF4-FFF2-40B4-BE49-F238E27FC236}">
                    <a16:creationId xmlns:a16="http://schemas.microsoft.com/office/drawing/2014/main" id="{8FBBE1AA-85CB-5241-92B9-77F8744E2DAC}"/>
                  </a:ext>
                </a:extLst>
              </p:cNvPr>
              <p:cNvSpPr>
                <a:spLocks/>
              </p:cNvSpPr>
              <p:nvPr/>
            </p:nvSpPr>
            <p:spPr bwMode="auto">
              <a:xfrm>
                <a:off x="13311662" y="7220495"/>
                <a:ext cx="324842" cy="251657"/>
              </a:xfrm>
              <a:custGeom>
                <a:avLst/>
                <a:gdLst>
                  <a:gd name="T0" fmla="*/ 29 w 35"/>
                  <a:gd name="T1" fmla="*/ 10 h 27"/>
                  <a:gd name="T2" fmla="*/ 30 w 35"/>
                  <a:gd name="T3" fmla="*/ 7 h 27"/>
                  <a:gd name="T4" fmla="*/ 29 w 35"/>
                  <a:gd name="T5" fmla="*/ 5 h 27"/>
                  <a:gd name="T6" fmla="*/ 35 w 35"/>
                  <a:gd name="T7" fmla="*/ 0 h 27"/>
                  <a:gd name="T8" fmla="*/ 25 w 35"/>
                  <a:gd name="T9" fmla="*/ 1 h 27"/>
                  <a:gd name="T10" fmla="*/ 19 w 35"/>
                  <a:gd name="T11" fmla="*/ 2 h 27"/>
                  <a:gd name="T12" fmla="*/ 13 w 35"/>
                  <a:gd name="T13" fmla="*/ 2 h 27"/>
                  <a:gd name="T14" fmla="*/ 8 w 35"/>
                  <a:gd name="T15" fmla="*/ 2 h 27"/>
                  <a:gd name="T16" fmla="*/ 7 w 35"/>
                  <a:gd name="T17" fmla="*/ 4 h 27"/>
                  <a:gd name="T18" fmla="*/ 6 w 35"/>
                  <a:gd name="T19" fmla="*/ 6 h 27"/>
                  <a:gd name="T20" fmla="*/ 3 w 35"/>
                  <a:gd name="T21" fmla="*/ 6 h 27"/>
                  <a:gd name="T22" fmla="*/ 3 w 35"/>
                  <a:gd name="T23" fmla="*/ 10 h 27"/>
                  <a:gd name="T24" fmla="*/ 4 w 35"/>
                  <a:gd name="T25" fmla="*/ 14 h 27"/>
                  <a:gd name="T26" fmla="*/ 2 w 35"/>
                  <a:gd name="T27" fmla="*/ 22 h 27"/>
                  <a:gd name="T28" fmla="*/ 7 w 35"/>
                  <a:gd name="T29" fmla="*/ 27 h 27"/>
                  <a:gd name="T30" fmla="*/ 13 w 35"/>
                  <a:gd name="T31" fmla="*/ 24 h 27"/>
                  <a:gd name="T32" fmla="*/ 22 w 35"/>
                  <a:gd name="T33" fmla="*/ 19 h 27"/>
                  <a:gd name="T34" fmla="*/ 28 w 35"/>
                  <a:gd name="T35" fmla="*/ 15 h 27"/>
                  <a:gd name="T36" fmla="*/ 29 w 35"/>
                  <a:gd name="T37" fmla="*/ 10 h 27"/>
                  <a:gd name="T38" fmla="*/ 29 w 35"/>
                  <a:gd name="T39"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27">
                    <a:moveTo>
                      <a:pt x="29" y="10"/>
                    </a:moveTo>
                    <a:cubicBezTo>
                      <a:pt x="30" y="9"/>
                      <a:pt x="31" y="8"/>
                      <a:pt x="30" y="7"/>
                    </a:cubicBezTo>
                    <a:cubicBezTo>
                      <a:pt x="29" y="6"/>
                      <a:pt x="28" y="6"/>
                      <a:pt x="29" y="5"/>
                    </a:cubicBezTo>
                    <a:cubicBezTo>
                      <a:pt x="31" y="3"/>
                      <a:pt x="35" y="3"/>
                      <a:pt x="35" y="0"/>
                    </a:cubicBezTo>
                    <a:cubicBezTo>
                      <a:pt x="32" y="0"/>
                      <a:pt x="28" y="0"/>
                      <a:pt x="25" y="1"/>
                    </a:cubicBezTo>
                    <a:cubicBezTo>
                      <a:pt x="23" y="1"/>
                      <a:pt x="21" y="2"/>
                      <a:pt x="19" y="2"/>
                    </a:cubicBezTo>
                    <a:cubicBezTo>
                      <a:pt x="16" y="2"/>
                      <a:pt x="15" y="1"/>
                      <a:pt x="13" y="2"/>
                    </a:cubicBezTo>
                    <a:cubicBezTo>
                      <a:pt x="11" y="3"/>
                      <a:pt x="10" y="3"/>
                      <a:pt x="8" y="2"/>
                    </a:cubicBezTo>
                    <a:cubicBezTo>
                      <a:pt x="6" y="0"/>
                      <a:pt x="7" y="4"/>
                      <a:pt x="7" y="4"/>
                    </a:cubicBezTo>
                    <a:cubicBezTo>
                      <a:pt x="6" y="5"/>
                      <a:pt x="6" y="6"/>
                      <a:pt x="6" y="6"/>
                    </a:cubicBezTo>
                    <a:cubicBezTo>
                      <a:pt x="5" y="8"/>
                      <a:pt x="4" y="6"/>
                      <a:pt x="3" y="6"/>
                    </a:cubicBezTo>
                    <a:cubicBezTo>
                      <a:pt x="2" y="7"/>
                      <a:pt x="3" y="9"/>
                      <a:pt x="3" y="10"/>
                    </a:cubicBezTo>
                    <a:cubicBezTo>
                      <a:pt x="3" y="11"/>
                      <a:pt x="2" y="13"/>
                      <a:pt x="4" y="14"/>
                    </a:cubicBezTo>
                    <a:cubicBezTo>
                      <a:pt x="9" y="17"/>
                      <a:pt x="5" y="19"/>
                      <a:pt x="2" y="22"/>
                    </a:cubicBezTo>
                    <a:cubicBezTo>
                      <a:pt x="0" y="24"/>
                      <a:pt x="5" y="27"/>
                      <a:pt x="7" y="27"/>
                    </a:cubicBezTo>
                    <a:cubicBezTo>
                      <a:pt x="9" y="27"/>
                      <a:pt x="11" y="25"/>
                      <a:pt x="13" y="24"/>
                    </a:cubicBezTo>
                    <a:cubicBezTo>
                      <a:pt x="16" y="22"/>
                      <a:pt x="19" y="21"/>
                      <a:pt x="22" y="19"/>
                    </a:cubicBezTo>
                    <a:cubicBezTo>
                      <a:pt x="24" y="18"/>
                      <a:pt x="26" y="17"/>
                      <a:pt x="28" y="15"/>
                    </a:cubicBezTo>
                    <a:cubicBezTo>
                      <a:pt x="29" y="13"/>
                      <a:pt x="28" y="11"/>
                      <a:pt x="29" y="10"/>
                    </a:cubicBezTo>
                    <a:cubicBezTo>
                      <a:pt x="30" y="8"/>
                      <a:pt x="29" y="11"/>
                      <a:pt x="29"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5" name="Freeform 682">
                <a:extLst>
                  <a:ext uri="{FF2B5EF4-FFF2-40B4-BE49-F238E27FC236}">
                    <a16:creationId xmlns:a16="http://schemas.microsoft.com/office/drawing/2014/main" id="{47A6571D-5BAC-AD4B-8921-96849D56E82F}"/>
                  </a:ext>
                </a:extLst>
              </p:cNvPr>
              <p:cNvSpPr>
                <a:spLocks/>
              </p:cNvSpPr>
              <p:nvPr/>
            </p:nvSpPr>
            <p:spPr bwMode="auto">
              <a:xfrm>
                <a:off x="13461341" y="7201383"/>
                <a:ext cx="464969" cy="439605"/>
              </a:xfrm>
              <a:custGeom>
                <a:avLst/>
                <a:gdLst>
                  <a:gd name="T0" fmla="*/ 47 w 50"/>
                  <a:gd name="T1" fmla="*/ 36 h 47"/>
                  <a:gd name="T2" fmla="*/ 45 w 50"/>
                  <a:gd name="T3" fmla="*/ 34 h 47"/>
                  <a:gd name="T4" fmla="*/ 46 w 50"/>
                  <a:gd name="T5" fmla="*/ 32 h 47"/>
                  <a:gd name="T6" fmla="*/ 41 w 50"/>
                  <a:gd name="T7" fmla="*/ 27 h 47"/>
                  <a:gd name="T8" fmla="*/ 38 w 50"/>
                  <a:gd name="T9" fmla="*/ 25 h 47"/>
                  <a:gd name="T10" fmla="*/ 35 w 50"/>
                  <a:gd name="T11" fmla="*/ 18 h 47"/>
                  <a:gd name="T12" fmla="*/ 38 w 50"/>
                  <a:gd name="T13" fmla="*/ 10 h 47"/>
                  <a:gd name="T14" fmla="*/ 34 w 50"/>
                  <a:gd name="T15" fmla="*/ 6 h 47"/>
                  <a:gd name="T16" fmla="*/ 32 w 50"/>
                  <a:gd name="T17" fmla="*/ 2 h 47"/>
                  <a:gd name="T18" fmla="*/ 30 w 50"/>
                  <a:gd name="T19" fmla="*/ 3 h 47"/>
                  <a:gd name="T20" fmla="*/ 28 w 50"/>
                  <a:gd name="T21" fmla="*/ 1 h 47"/>
                  <a:gd name="T22" fmla="*/ 25 w 50"/>
                  <a:gd name="T23" fmla="*/ 2 h 47"/>
                  <a:gd name="T24" fmla="*/ 20 w 50"/>
                  <a:gd name="T25" fmla="*/ 1 h 47"/>
                  <a:gd name="T26" fmla="*/ 18 w 50"/>
                  <a:gd name="T27" fmla="*/ 4 h 47"/>
                  <a:gd name="T28" fmla="*/ 13 w 50"/>
                  <a:gd name="T29" fmla="*/ 7 h 47"/>
                  <a:gd name="T30" fmla="*/ 14 w 50"/>
                  <a:gd name="T31" fmla="*/ 10 h 47"/>
                  <a:gd name="T32" fmla="*/ 13 w 50"/>
                  <a:gd name="T33" fmla="*/ 13 h 47"/>
                  <a:gd name="T34" fmla="*/ 9 w 50"/>
                  <a:gd name="T35" fmla="*/ 19 h 47"/>
                  <a:gd name="T36" fmla="*/ 1 w 50"/>
                  <a:gd name="T37" fmla="*/ 25 h 47"/>
                  <a:gd name="T38" fmla="*/ 3 w 50"/>
                  <a:gd name="T39" fmla="*/ 30 h 47"/>
                  <a:gd name="T40" fmla="*/ 9 w 50"/>
                  <a:gd name="T41" fmla="*/ 31 h 47"/>
                  <a:gd name="T42" fmla="*/ 18 w 50"/>
                  <a:gd name="T43" fmla="*/ 36 h 47"/>
                  <a:gd name="T44" fmla="*/ 29 w 50"/>
                  <a:gd name="T45" fmla="*/ 45 h 47"/>
                  <a:gd name="T46" fmla="*/ 38 w 50"/>
                  <a:gd name="T47" fmla="*/ 47 h 47"/>
                  <a:gd name="T48" fmla="*/ 43 w 50"/>
                  <a:gd name="T49" fmla="*/ 42 h 47"/>
                  <a:gd name="T50" fmla="*/ 50 w 50"/>
                  <a:gd name="T51" fmla="*/ 43 h 47"/>
                  <a:gd name="T52" fmla="*/ 47 w 50"/>
                  <a:gd name="T53" fmla="*/ 39 h 47"/>
                  <a:gd name="T54" fmla="*/ 47 w 50"/>
                  <a:gd name="T55" fmla="*/ 36 h 47"/>
                  <a:gd name="T56" fmla="*/ 47 w 50"/>
                  <a:gd name="T57"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0" h="47">
                    <a:moveTo>
                      <a:pt x="47" y="36"/>
                    </a:moveTo>
                    <a:cubicBezTo>
                      <a:pt x="47" y="36"/>
                      <a:pt x="45" y="35"/>
                      <a:pt x="45" y="34"/>
                    </a:cubicBezTo>
                    <a:cubicBezTo>
                      <a:pt x="45" y="33"/>
                      <a:pt x="46" y="33"/>
                      <a:pt x="46" y="32"/>
                    </a:cubicBezTo>
                    <a:cubicBezTo>
                      <a:pt x="45" y="30"/>
                      <a:pt x="43" y="29"/>
                      <a:pt x="41" y="27"/>
                    </a:cubicBezTo>
                    <a:cubicBezTo>
                      <a:pt x="40" y="27"/>
                      <a:pt x="38" y="26"/>
                      <a:pt x="38" y="25"/>
                    </a:cubicBezTo>
                    <a:cubicBezTo>
                      <a:pt x="37" y="23"/>
                      <a:pt x="35" y="21"/>
                      <a:pt x="35" y="18"/>
                    </a:cubicBezTo>
                    <a:cubicBezTo>
                      <a:pt x="34" y="16"/>
                      <a:pt x="40" y="12"/>
                      <a:pt x="38" y="10"/>
                    </a:cubicBezTo>
                    <a:cubicBezTo>
                      <a:pt x="36" y="9"/>
                      <a:pt x="35" y="8"/>
                      <a:pt x="34" y="6"/>
                    </a:cubicBezTo>
                    <a:cubicBezTo>
                      <a:pt x="33" y="5"/>
                      <a:pt x="33" y="3"/>
                      <a:pt x="32" y="2"/>
                    </a:cubicBezTo>
                    <a:cubicBezTo>
                      <a:pt x="31" y="2"/>
                      <a:pt x="31" y="3"/>
                      <a:pt x="30" y="3"/>
                    </a:cubicBezTo>
                    <a:cubicBezTo>
                      <a:pt x="28" y="3"/>
                      <a:pt x="29" y="1"/>
                      <a:pt x="28" y="1"/>
                    </a:cubicBezTo>
                    <a:cubicBezTo>
                      <a:pt x="27" y="1"/>
                      <a:pt x="25" y="2"/>
                      <a:pt x="25" y="2"/>
                    </a:cubicBezTo>
                    <a:cubicBezTo>
                      <a:pt x="23" y="0"/>
                      <a:pt x="22" y="1"/>
                      <a:pt x="20" y="1"/>
                    </a:cubicBezTo>
                    <a:cubicBezTo>
                      <a:pt x="18" y="2"/>
                      <a:pt x="19" y="3"/>
                      <a:pt x="18" y="4"/>
                    </a:cubicBezTo>
                    <a:cubicBezTo>
                      <a:pt x="16" y="5"/>
                      <a:pt x="14" y="5"/>
                      <a:pt x="13" y="7"/>
                    </a:cubicBezTo>
                    <a:cubicBezTo>
                      <a:pt x="12" y="9"/>
                      <a:pt x="14" y="8"/>
                      <a:pt x="14" y="10"/>
                    </a:cubicBezTo>
                    <a:cubicBezTo>
                      <a:pt x="14" y="11"/>
                      <a:pt x="13" y="11"/>
                      <a:pt x="13" y="13"/>
                    </a:cubicBezTo>
                    <a:cubicBezTo>
                      <a:pt x="13" y="16"/>
                      <a:pt x="12" y="17"/>
                      <a:pt x="9" y="19"/>
                    </a:cubicBezTo>
                    <a:cubicBezTo>
                      <a:pt x="7" y="20"/>
                      <a:pt x="0" y="23"/>
                      <a:pt x="1" y="25"/>
                    </a:cubicBezTo>
                    <a:cubicBezTo>
                      <a:pt x="2" y="26"/>
                      <a:pt x="2" y="29"/>
                      <a:pt x="3" y="30"/>
                    </a:cubicBezTo>
                    <a:cubicBezTo>
                      <a:pt x="4" y="31"/>
                      <a:pt x="8" y="31"/>
                      <a:pt x="9" y="31"/>
                    </a:cubicBezTo>
                    <a:cubicBezTo>
                      <a:pt x="12" y="32"/>
                      <a:pt x="15" y="34"/>
                      <a:pt x="18" y="36"/>
                    </a:cubicBezTo>
                    <a:cubicBezTo>
                      <a:pt x="22" y="39"/>
                      <a:pt x="25" y="42"/>
                      <a:pt x="29" y="45"/>
                    </a:cubicBezTo>
                    <a:cubicBezTo>
                      <a:pt x="32" y="47"/>
                      <a:pt x="35" y="47"/>
                      <a:pt x="38" y="47"/>
                    </a:cubicBezTo>
                    <a:cubicBezTo>
                      <a:pt x="41" y="47"/>
                      <a:pt x="41" y="44"/>
                      <a:pt x="43" y="42"/>
                    </a:cubicBezTo>
                    <a:cubicBezTo>
                      <a:pt x="45" y="40"/>
                      <a:pt x="49" y="44"/>
                      <a:pt x="50" y="43"/>
                    </a:cubicBezTo>
                    <a:cubicBezTo>
                      <a:pt x="49" y="42"/>
                      <a:pt x="48" y="41"/>
                      <a:pt x="47" y="39"/>
                    </a:cubicBezTo>
                    <a:cubicBezTo>
                      <a:pt x="47" y="38"/>
                      <a:pt x="48" y="37"/>
                      <a:pt x="47" y="36"/>
                    </a:cubicBezTo>
                    <a:cubicBezTo>
                      <a:pt x="46" y="35"/>
                      <a:pt x="48" y="37"/>
                      <a:pt x="47" y="3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6" name="Freeform 683">
                <a:extLst>
                  <a:ext uri="{FF2B5EF4-FFF2-40B4-BE49-F238E27FC236}">
                    <a16:creationId xmlns:a16="http://schemas.microsoft.com/office/drawing/2014/main" id="{256673C4-8DAD-BB4E-989D-6D8A99681F29}"/>
                  </a:ext>
                </a:extLst>
              </p:cNvPr>
              <p:cNvSpPr>
                <a:spLocks/>
              </p:cNvSpPr>
              <p:nvPr/>
            </p:nvSpPr>
            <p:spPr bwMode="auto">
              <a:xfrm>
                <a:off x="12872168" y="6946541"/>
                <a:ext cx="885351" cy="337667"/>
              </a:xfrm>
              <a:custGeom>
                <a:avLst/>
                <a:gdLst>
                  <a:gd name="T0" fmla="*/ 52 w 95"/>
                  <a:gd name="T1" fmla="*/ 36 h 36"/>
                  <a:gd name="T2" fmla="*/ 54 w 95"/>
                  <a:gd name="T3" fmla="*/ 33 h 36"/>
                  <a:gd name="T4" fmla="*/ 55 w 95"/>
                  <a:gd name="T5" fmla="*/ 31 h 36"/>
                  <a:gd name="T6" fmla="*/ 60 w 95"/>
                  <a:gd name="T7" fmla="*/ 31 h 36"/>
                  <a:gd name="T8" fmla="*/ 64 w 95"/>
                  <a:gd name="T9" fmla="*/ 31 h 36"/>
                  <a:gd name="T10" fmla="*/ 75 w 95"/>
                  <a:gd name="T11" fmla="*/ 29 h 36"/>
                  <a:gd name="T12" fmla="*/ 85 w 95"/>
                  <a:gd name="T13" fmla="*/ 28 h 36"/>
                  <a:gd name="T14" fmla="*/ 90 w 95"/>
                  <a:gd name="T15" fmla="*/ 28 h 36"/>
                  <a:gd name="T16" fmla="*/ 92 w 95"/>
                  <a:gd name="T17" fmla="*/ 30 h 36"/>
                  <a:gd name="T18" fmla="*/ 94 w 95"/>
                  <a:gd name="T19" fmla="*/ 28 h 36"/>
                  <a:gd name="T20" fmla="*/ 92 w 95"/>
                  <a:gd name="T21" fmla="*/ 24 h 36"/>
                  <a:gd name="T22" fmla="*/ 92 w 95"/>
                  <a:gd name="T23" fmla="*/ 22 h 36"/>
                  <a:gd name="T24" fmla="*/ 91 w 95"/>
                  <a:gd name="T25" fmla="*/ 17 h 36"/>
                  <a:gd name="T26" fmla="*/ 93 w 95"/>
                  <a:gd name="T27" fmla="*/ 14 h 36"/>
                  <a:gd name="T28" fmla="*/ 89 w 95"/>
                  <a:gd name="T29" fmla="*/ 8 h 36"/>
                  <a:gd name="T30" fmla="*/ 83 w 95"/>
                  <a:gd name="T31" fmla="*/ 3 h 36"/>
                  <a:gd name="T32" fmla="*/ 80 w 95"/>
                  <a:gd name="T33" fmla="*/ 3 h 36"/>
                  <a:gd name="T34" fmla="*/ 78 w 95"/>
                  <a:gd name="T35" fmla="*/ 3 h 36"/>
                  <a:gd name="T36" fmla="*/ 73 w 95"/>
                  <a:gd name="T37" fmla="*/ 6 h 36"/>
                  <a:gd name="T38" fmla="*/ 63 w 95"/>
                  <a:gd name="T39" fmla="*/ 6 h 36"/>
                  <a:gd name="T40" fmla="*/ 58 w 95"/>
                  <a:gd name="T41" fmla="*/ 6 h 36"/>
                  <a:gd name="T42" fmla="*/ 54 w 95"/>
                  <a:gd name="T43" fmla="*/ 4 h 36"/>
                  <a:gd name="T44" fmla="*/ 50 w 95"/>
                  <a:gd name="T45" fmla="*/ 2 h 36"/>
                  <a:gd name="T46" fmla="*/ 46 w 95"/>
                  <a:gd name="T47" fmla="*/ 0 h 36"/>
                  <a:gd name="T48" fmla="*/ 37 w 95"/>
                  <a:gd name="T49" fmla="*/ 0 h 36"/>
                  <a:gd name="T50" fmla="*/ 29 w 95"/>
                  <a:gd name="T51" fmla="*/ 4 h 36"/>
                  <a:gd name="T52" fmla="*/ 18 w 95"/>
                  <a:gd name="T53" fmla="*/ 5 h 36"/>
                  <a:gd name="T54" fmla="*/ 16 w 95"/>
                  <a:gd name="T55" fmla="*/ 6 h 36"/>
                  <a:gd name="T56" fmla="*/ 18 w 95"/>
                  <a:gd name="T57" fmla="*/ 7 h 36"/>
                  <a:gd name="T58" fmla="*/ 15 w 95"/>
                  <a:gd name="T59" fmla="*/ 8 h 36"/>
                  <a:gd name="T60" fmla="*/ 13 w 95"/>
                  <a:gd name="T61" fmla="*/ 9 h 36"/>
                  <a:gd name="T62" fmla="*/ 4 w 95"/>
                  <a:gd name="T63" fmla="*/ 9 h 36"/>
                  <a:gd name="T64" fmla="*/ 3 w 95"/>
                  <a:gd name="T65" fmla="*/ 11 h 36"/>
                  <a:gd name="T66" fmla="*/ 3 w 95"/>
                  <a:gd name="T67" fmla="*/ 15 h 36"/>
                  <a:gd name="T68" fmla="*/ 5 w 95"/>
                  <a:gd name="T69" fmla="*/ 14 h 36"/>
                  <a:gd name="T70" fmla="*/ 3 w 95"/>
                  <a:gd name="T71" fmla="*/ 17 h 36"/>
                  <a:gd name="T72" fmla="*/ 5 w 95"/>
                  <a:gd name="T73" fmla="*/ 17 h 36"/>
                  <a:gd name="T74" fmla="*/ 5 w 95"/>
                  <a:gd name="T75" fmla="*/ 19 h 36"/>
                  <a:gd name="T76" fmla="*/ 3 w 95"/>
                  <a:gd name="T77" fmla="*/ 20 h 36"/>
                  <a:gd name="T78" fmla="*/ 4 w 95"/>
                  <a:gd name="T79" fmla="*/ 22 h 36"/>
                  <a:gd name="T80" fmla="*/ 4 w 95"/>
                  <a:gd name="T81" fmla="*/ 25 h 36"/>
                  <a:gd name="T82" fmla="*/ 8 w 95"/>
                  <a:gd name="T83" fmla="*/ 27 h 36"/>
                  <a:gd name="T84" fmla="*/ 7 w 95"/>
                  <a:gd name="T85" fmla="*/ 30 h 36"/>
                  <a:gd name="T86" fmla="*/ 10 w 95"/>
                  <a:gd name="T87" fmla="*/ 30 h 36"/>
                  <a:gd name="T88" fmla="*/ 8 w 95"/>
                  <a:gd name="T89" fmla="*/ 31 h 36"/>
                  <a:gd name="T90" fmla="*/ 10 w 95"/>
                  <a:gd name="T91" fmla="*/ 31 h 36"/>
                  <a:gd name="T92" fmla="*/ 9 w 95"/>
                  <a:gd name="T93" fmla="*/ 34 h 36"/>
                  <a:gd name="T94" fmla="*/ 11 w 95"/>
                  <a:gd name="T95" fmla="*/ 35 h 36"/>
                  <a:gd name="T96" fmla="*/ 12 w 95"/>
                  <a:gd name="T97" fmla="*/ 31 h 36"/>
                  <a:gd name="T98" fmla="*/ 16 w 95"/>
                  <a:gd name="T99" fmla="*/ 32 h 36"/>
                  <a:gd name="T100" fmla="*/ 22 w 95"/>
                  <a:gd name="T101" fmla="*/ 33 h 36"/>
                  <a:gd name="T102" fmla="*/ 27 w 95"/>
                  <a:gd name="T103" fmla="*/ 31 h 36"/>
                  <a:gd name="T104" fmla="*/ 35 w 95"/>
                  <a:gd name="T105" fmla="*/ 35 h 36"/>
                  <a:gd name="T106" fmla="*/ 42 w 95"/>
                  <a:gd name="T107" fmla="*/ 32 h 36"/>
                  <a:gd name="T108" fmla="*/ 44 w 95"/>
                  <a:gd name="T109" fmla="*/ 30 h 36"/>
                  <a:gd name="T110" fmla="*/ 48 w 95"/>
                  <a:gd name="T111" fmla="*/ 31 h 36"/>
                  <a:gd name="T112" fmla="*/ 50 w 95"/>
                  <a:gd name="T113" fmla="*/ 33 h 36"/>
                  <a:gd name="T114" fmla="*/ 50 w 95"/>
                  <a:gd name="T115" fmla="*/ 35 h 36"/>
                  <a:gd name="T116" fmla="*/ 52 w 95"/>
                  <a:gd name="T117" fmla="*/ 36 h 36"/>
                  <a:gd name="T118" fmla="*/ 52 w 95"/>
                  <a:gd name="T11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5" h="36">
                    <a:moveTo>
                      <a:pt x="52" y="36"/>
                    </a:moveTo>
                    <a:cubicBezTo>
                      <a:pt x="53" y="35"/>
                      <a:pt x="54" y="33"/>
                      <a:pt x="54" y="33"/>
                    </a:cubicBezTo>
                    <a:cubicBezTo>
                      <a:pt x="53" y="31"/>
                      <a:pt x="54" y="30"/>
                      <a:pt x="55" y="31"/>
                    </a:cubicBezTo>
                    <a:cubicBezTo>
                      <a:pt x="57" y="32"/>
                      <a:pt x="58" y="31"/>
                      <a:pt x="60" y="31"/>
                    </a:cubicBezTo>
                    <a:cubicBezTo>
                      <a:pt x="62" y="30"/>
                      <a:pt x="62" y="30"/>
                      <a:pt x="64" y="31"/>
                    </a:cubicBezTo>
                    <a:cubicBezTo>
                      <a:pt x="68" y="31"/>
                      <a:pt x="71" y="29"/>
                      <a:pt x="75" y="29"/>
                    </a:cubicBezTo>
                    <a:cubicBezTo>
                      <a:pt x="78" y="29"/>
                      <a:pt x="82" y="29"/>
                      <a:pt x="85" y="28"/>
                    </a:cubicBezTo>
                    <a:cubicBezTo>
                      <a:pt x="87" y="27"/>
                      <a:pt x="87" y="29"/>
                      <a:pt x="90" y="28"/>
                    </a:cubicBezTo>
                    <a:cubicBezTo>
                      <a:pt x="92" y="27"/>
                      <a:pt x="91" y="29"/>
                      <a:pt x="92" y="30"/>
                    </a:cubicBezTo>
                    <a:cubicBezTo>
                      <a:pt x="93" y="31"/>
                      <a:pt x="95" y="29"/>
                      <a:pt x="94" y="28"/>
                    </a:cubicBezTo>
                    <a:cubicBezTo>
                      <a:pt x="93" y="27"/>
                      <a:pt x="95" y="25"/>
                      <a:pt x="92" y="24"/>
                    </a:cubicBezTo>
                    <a:cubicBezTo>
                      <a:pt x="91" y="23"/>
                      <a:pt x="93" y="23"/>
                      <a:pt x="92" y="22"/>
                    </a:cubicBezTo>
                    <a:cubicBezTo>
                      <a:pt x="92" y="20"/>
                      <a:pt x="91" y="19"/>
                      <a:pt x="91" y="17"/>
                    </a:cubicBezTo>
                    <a:cubicBezTo>
                      <a:pt x="91" y="16"/>
                      <a:pt x="93" y="14"/>
                      <a:pt x="93" y="14"/>
                    </a:cubicBezTo>
                    <a:cubicBezTo>
                      <a:pt x="92" y="12"/>
                      <a:pt x="90" y="11"/>
                      <a:pt x="89" y="8"/>
                    </a:cubicBezTo>
                    <a:cubicBezTo>
                      <a:pt x="87" y="5"/>
                      <a:pt x="87" y="4"/>
                      <a:pt x="83" y="3"/>
                    </a:cubicBezTo>
                    <a:cubicBezTo>
                      <a:pt x="82" y="3"/>
                      <a:pt x="81" y="3"/>
                      <a:pt x="80" y="3"/>
                    </a:cubicBezTo>
                    <a:cubicBezTo>
                      <a:pt x="78" y="2"/>
                      <a:pt x="79" y="3"/>
                      <a:pt x="78" y="3"/>
                    </a:cubicBezTo>
                    <a:cubicBezTo>
                      <a:pt x="76" y="5"/>
                      <a:pt x="74" y="5"/>
                      <a:pt x="73" y="6"/>
                    </a:cubicBezTo>
                    <a:cubicBezTo>
                      <a:pt x="70" y="7"/>
                      <a:pt x="66" y="6"/>
                      <a:pt x="63" y="6"/>
                    </a:cubicBezTo>
                    <a:cubicBezTo>
                      <a:pt x="61" y="6"/>
                      <a:pt x="59" y="6"/>
                      <a:pt x="58" y="6"/>
                    </a:cubicBezTo>
                    <a:cubicBezTo>
                      <a:pt x="56" y="5"/>
                      <a:pt x="56" y="4"/>
                      <a:pt x="54" y="4"/>
                    </a:cubicBezTo>
                    <a:cubicBezTo>
                      <a:pt x="52" y="4"/>
                      <a:pt x="51" y="3"/>
                      <a:pt x="50" y="2"/>
                    </a:cubicBezTo>
                    <a:cubicBezTo>
                      <a:pt x="49" y="2"/>
                      <a:pt x="45" y="0"/>
                      <a:pt x="46" y="0"/>
                    </a:cubicBezTo>
                    <a:cubicBezTo>
                      <a:pt x="44" y="1"/>
                      <a:pt x="39" y="0"/>
                      <a:pt x="37" y="0"/>
                    </a:cubicBezTo>
                    <a:cubicBezTo>
                      <a:pt x="34" y="0"/>
                      <a:pt x="31" y="3"/>
                      <a:pt x="29" y="4"/>
                    </a:cubicBezTo>
                    <a:cubicBezTo>
                      <a:pt x="26" y="6"/>
                      <a:pt x="21" y="4"/>
                      <a:pt x="18" y="5"/>
                    </a:cubicBezTo>
                    <a:cubicBezTo>
                      <a:pt x="17" y="5"/>
                      <a:pt x="16" y="5"/>
                      <a:pt x="16" y="6"/>
                    </a:cubicBezTo>
                    <a:cubicBezTo>
                      <a:pt x="16" y="6"/>
                      <a:pt x="18" y="6"/>
                      <a:pt x="18" y="7"/>
                    </a:cubicBezTo>
                    <a:cubicBezTo>
                      <a:pt x="18" y="7"/>
                      <a:pt x="15" y="7"/>
                      <a:pt x="15" y="8"/>
                    </a:cubicBezTo>
                    <a:cubicBezTo>
                      <a:pt x="15" y="9"/>
                      <a:pt x="15" y="9"/>
                      <a:pt x="13" y="9"/>
                    </a:cubicBezTo>
                    <a:cubicBezTo>
                      <a:pt x="10" y="9"/>
                      <a:pt x="7" y="9"/>
                      <a:pt x="4" y="9"/>
                    </a:cubicBezTo>
                    <a:cubicBezTo>
                      <a:pt x="2" y="9"/>
                      <a:pt x="3" y="10"/>
                      <a:pt x="3" y="11"/>
                    </a:cubicBezTo>
                    <a:cubicBezTo>
                      <a:pt x="2" y="13"/>
                      <a:pt x="0" y="14"/>
                      <a:pt x="3" y="15"/>
                    </a:cubicBezTo>
                    <a:cubicBezTo>
                      <a:pt x="3" y="15"/>
                      <a:pt x="5" y="14"/>
                      <a:pt x="5" y="14"/>
                    </a:cubicBezTo>
                    <a:cubicBezTo>
                      <a:pt x="5" y="15"/>
                      <a:pt x="3" y="17"/>
                      <a:pt x="3" y="17"/>
                    </a:cubicBezTo>
                    <a:cubicBezTo>
                      <a:pt x="4" y="18"/>
                      <a:pt x="4" y="17"/>
                      <a:pt x="5" y="17"/>
                    </a:cubicBezTo>
                    <a:cubicBezTo>
                      <a:pt x="5" y="17"/>
                      <a:pt x="5" y="19"/>
                      <a:pt x="5" y="19"/>
                    </a:cubicBezTo>
                    <a:cubicBezTo>
                      <a:pt x="7" y="22"/>
                      <a:pt x="4" y="20"/>
                      <a:pt x="3" y="20"/>
                    </a:cubicBezTo>
                    <a:cubicBezTo>
                      <a:pt x="3" y="20"/>
                      <a:pt x="2" y="23"/>
                      <a:pt x="4" y="22"/>
                    </a:cubicBezTo>
                    <a:cubicBezTo>
                      <a:pt x="6" y="22"/>
                      <a:pt x="4" y="24"/>
                      <a:pt x="4" y="25"/>
                    </a:cubicBezTo>
                    <a:cubicBezTo>
                      <a:pt x="4" y="26"/>
                      <a:pt x="7" y="26"/>
                      <a:pt x="8" y="27"/>
                    </a:cubicBezTo>
                    <a:cubicBezTo>
                      <a:pt x="9" y="28"/>
                      <a:pt x="7" y="30"/>
                      <a:pt x="7" y="30"/>
                    </a:cubicBezTo>
                    <a:cubicBezTo>
                      <a:pt x="8" y="30"/>
                      <a:pt x="9" y="28"/>
                      <a:pt x="10" y="30"/>
                    </a:cubicBezTo>
                    <a:cubicBezTo>
                      <a:pt x="10" y="31"/>
                      <a:pt x="8" y="31"/>
                      <a:pt x="8" y="31"/>
                    </a:cubicBezTo>
                    <a:cubicBezTo>
                      <a:pt x="8" y="31"/>
                      <a:pt x="10" y="31"/>
                      <a:pt x="10" y="31"/>
                    </a:cubicBezTo>
                    <a:cubicBezTo>
                      <a:pt x="11" y="32"/>
                      <a:pt x="10" y="33"/>
                      <a:pt x="9" y="34"/>
                    </a:cubicBezTo>
                    <a:cubicBezTo>
                      <a:pt x="9" y="35"/>
                      <a:pt x="11" y="36"/>
                      <a:pt x="11" y="35"/>
                    </a:cubicBezTo>
                    <a:cubicBezTo>
                      <a:pt x="12" y="34"/>
                      <a:pt x="11" y="32"/>
                      <a:pt x="12" y="31"/>
                    </a:cubicBezTo>
                    <a:cubicBezTo>
                      <a:pt x="13" y="30"/>
                      <a:pt x="15" y="32"/>
                      <a:pt x="16" y="32"/>
                    </a:cubicBezTo>
                    <a:cubicBezTo>
                      <a:pt x="18" y="33"/>
                      <a:pt x="20" y="35"/>
                      <a:pt x="22" y="33"/>
                    </a:cubicBezTo>
                    <a:cubicBezTo>
                      <a:pt x="25" y="32"/>
                      <a:pt x="23" y="29"/>
                      <a:pt x="27" y="31"/>
                    </a:cubicBezTo>
                    <a:cubicBezTo>
                      <a:pt x="29" y="33"/>
                      <a:pt x="32" y="35"/>
                      <a:pt x="35" y="35"/>
                    </a:cubicBezTo>
                    <a:cubicBezTo>
                      <a:pt x="37" y="34"/>
                      <a:pt x="40" y="33"/>
                      <a:pt x="42" y="32"/>
                    </a:cubicBezTo>
                    <a:cubicBezTo>
                      <a:pt x="43" y="31"/>
                      <a:pt x="43" y="30"/>
                      <a:pt x="44" y="30"/>
                    </a:cubicBezTo>
                    <a:cubicBezTo>
                      <a:pt x="46" y="31"/>
                      <a:pt x="47" y="32"/>
                      <a:pt x="48" y="31"/>
                    </a:cubicBezTo>
                    <a:cubicBezTo>
                      <a:pt x="51" y="30"/>
                      <a:pt x="51" y="31"/>
                      <a:pt x="50" y="33"/>
                    </a:cubicBezTo>
                    <a:cubicBezTo>
                      <a:pt x="50" y="34"/>
                      <a:pt x="52" y="34"/>
                      <a:pt x="50" y="35"/>
                    </a:cubicBezTo>
                    <a:cubicBezTo>
                      <a:pt x="51" y="36"/>
                      <a:pt x="51" y="36"/>
                      <a:pt x="52" y="36"/>
                    </a:cubicBezTo>
                    <a:cubicBezTo>
                      <a:pt x="53" y="35"/>
                      <a:pt x="51" y="36"/>
                      <a:pt x="52" y="36"/>
                    </a:cubicBezTo>
                    <a:close/>
                  </a:path>
                </a:pathLst>
              </a:custGeom>
              <a:grpFill/>
              <a:ln w="9525"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7" name="Freeform 684">
                <a:extLst>
                  <a:ext uri="{FF2B5EF4-FFF2-40B4-BE49-F238E27FC236}">
                    <a16:creationId xmlns:a16="http://schemas.microsoft.com/office/drawing/2014/main" id="{9F203005-65D7-104E-8494-99AC08BEAC72}"/>
                  </a:ext>
                </a:extLst>
              </p:cNvPr>
              <p:cNvSpPr>
                <a:spLocks/>
              </p:cNvSpPr>
              <p:nvPr/>
            </p:nvSpPr>
            <p:spPr bwMode="auto">
              <a:xfrm>
                <a:off x="13273442" y="7481712"/>
                <a:ext cx="980892" cy="786831"/>
              </a:xfrm>
              <a:custGeom>
                <a:avLst/>
                <a:gdLst>
                  <a:gd name="T0" fmla="*/ 65 w 105"/>
                  <a:gd name="T1" fmla="*/ 20 h 84"/>
                  <a:gd name="T2" fmla="*/ 61 w 105"/>
                  <a:gd name="T3" fmla="*/ 17 h 84"/>
                  <a:gd name="T4" fmla="*/ 52 w 105"/>
                  <a:gd name="T5" fmla="*/ 17 h 84"/>
                  <a:gd name="T6" fmla="*/ 48 w 105"/>
                  <a:gd name="T7" fmla="*/ 15 h 84"/>
                  <a:gd name="T8" fmla="*/ 40 w 105"/>
                  <a:gd name="T9" fmla="*/ 8 h 84"/>
                  <a:gd name="T10" fmla="*/ 27 w 105"/>
                  <a:gd name="T11" fmla="*/ 1 h 84"/>
                  <a:gd name="T12" fmla="*/ 21 w 105"/>
                  <a:gd name="T13" fmla="*/ 1 h 84"/>
                  <a:gd name="T14" fmla="*/ 13 w 105"/>
                  <a:gd name="T15" fmla="*/ 3 h 84"/>
                  <a:gd name="T16" fmla="*/ 17 w 105"/>
                  <a:gd name="T17" fmla="*/ 9 h 84"/>
                  <a:gd name="T18" fmla="*/ 13 w 105"/>
                  <a:gd name="T19" fmla="*/ 12 h 84"/>
                  <a:gd name="T20" fmla="*/ 10 w 105"/>
                  <a:gd name="T21" fmla="*/ 12 h 84"/>
                  <a:gd name="T22" fmla="*/ 9 w 105"/>
                  <a:gd name="T23" fmla="*/ 14 h 84"/>
                  <a:gd name="T24" fmla="*/ 2 w 105"/>
                  <a:gd name="T25" fmla="*/ 14 h 84"/>
                  <a:gd name="T26" fmla="*/ 1 w 105"/>
                  <a:gd name="T27" fmla="*/ 19 h 84"/>
                  <a:gd name="T28" fmla="*/ 3 w 105"/>
                  <a:gd name="T29" fmla="*/ 22 h 84"/>
                  <a:gd name="T30" fmla="*/ 8 w 105"/>
                  <a:gd name="T31" fmla="*/ 31 h 84"/>
                  <a:gd name="T32" fmla="*/ 12 w 105"/>
                  <a:gd name="T33" fmla="*/ 38 h 84"/>
                  <a:gd name="T34" fmla="*/ 15 w 105"/>
                  <a:gd name="T35" fmla="*/ 42 h 84"/>
                  <a:gd name="T36" fmla="*/ 20 w 105"/>
                  <a:gd name="T37" fmla="*/ 46 h 84"/>
                  <a:gd name="T38" fmla="*/ 22 w 105"/>
                  <a:gd name="T39" fmla="*/ 53 h 84"/>
                  <a:gd name="T40" fmla="*/ 23 w 105"/>
                  <a:gd name="T41" fmla="*/ 59 h 84"/>
                  <a:gd name="T42" fmla="*/ 31 w 105"/>
                  <a:gd name="T43" fmla="*/ 67 h 84"/>
                  <a:gd name="T44" fmla="*/ 36 w 105"/>
                  <a:gd name="T45" fmla="*/ 76 h 84"/>
                  <a:gd name="T46" fmla="*/ 40 w 105"/>
                  <a:gd name="T47" fmla="*/ 81 h 84"/>
                  <a:gd name="T48" fmla="*/ 41 w 105"/>
                  <a:gd name="T49" fmla="*/ 84 h 84"/>
                  <a:gd name="T50" fmla="*/ 43 w 105"/>
                  <a:gd name="T51" fmla="*/ 81 h 84"/>
                  <a:gd name="T52" fmla="*/ 50 w 105"/>
                  <a:gd name="T53" fmla="*/ 79 h 84"/>
                  <a:gd name="T54" fmla="*/ 60 w 105"/>
                  <a:gd name="T55" fmla="*/ 80 h 84"/>
                  <a:gd name="T56" fmla="*/ 66 w 105"/>
                  <a:gd name="T57" fmla="*/ 77 h 84"/>
                  <a:gd name="T58" fmla="*/ 76 w 105"/>
                  <a:gd name="T59" fmla="*/ 72 h 84"/>
                  <a:gd name="T60" fmla="*/ 94 w 105"/>
                  <a:gd name="T61" fmla="*/ 68 h 84"/>
                  <a:gd name="T62" fmla="*/ 102 w 105"/>
                  <a:gd name="T63" fmla="*/ 66 h 84"/>
                  <a:gd name="T64" fmla="*/ 104 w 105"/>
                  <a:gd name="T65" fmla="*/ 61 h 84"/>
                  <a:gd name="T66" fmla="*/ 105 w 105"/>
                  <a:gd name="T67" fmla="*/ 56 h 84"/>
                  <a:gd name="T68" fmla="*/ 103 w 105"/>
                  <a:gd name="T69" fmla="*/ 51 h 84"/>
                  <a:gd name="T70" fmla="*/ 93 w 105"/>
                  <a:gd name="T71" fmla="*/ 50 h 84"/>
                  <a:gd name="T72" fmla="*/ 88 w 105"/>
                  <a:gd name="T73" fmla="*/ 47 h 84"/>
                  <a:gd name="T74" fmla="*/ 81 w 105"/>
                  <a:gd name="T75" fmla="*/ 39 h 84"/>
                  <a:gd name="T76" fmla="*/ 77 w 105"/>
                  <a:gd name="T77" fmla="*/ 34 h 84"/>
                  <a:gd name="T78" fmla="*/ 77 w 105"/>
                  <a:gd name="T79" fmla="*/ 29 h 84"/>
                  <a:gd name="T80" fmla="*/ 74 w 105"/>
                  <a:gd name="T81" fmla="*/ 27 h 84"/>
                  <a:gd name="T82" fmla="*/ 70 w 105"/>
                  <a:gd name="T83" fmla="*/ 22 h 84"/>
                  <a:gd name="T84" fmla="*/ 65 w 105"/>
                  <a:gd name="T85" fmla="*/ 2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84">
                    <a:moveTo>
                      <a:pt x="65" y="20"/>
                    </a:moveTo>
                    <a:cubicBezTo>
                      <a:pt x="64" y="17"/>
                      <a:pt x="64" y="17"/>
                      <a:pt x="61" y="17"/>
                    </a:cubicBezTo>
                    <a:cubicBezTo>
                      <a:pt x="58" y="17"/>
                      <a:pt x="55" y="17"/>
                      <a:pt x="52" y="17"/>
                    </a:cubicBezTo>
                    <a:cubicBezTo>
                      <a:pt x="50" y="17"/>
                      <a:pt x="49" y="15"/>
                      <a:pt x="48" y="15"/>
                    </a:cubicBezTo>
                    <a:cubicBezTo>
                      <a:pt x="45" y="12"/>
                      <a:pt x="42" y="10"/>
                      <a:pt x="40" y="8"/>
                    </a:cubicBezTo>
                    <a:cubicBezTo>
                      <a:pt x="36" y="5"/>
                      <a:pt x="32" y="2"/>
                      <a:pt x="27" y="1"/>
                    </a:cubicBezTo>
                    <a:cubicBezTo>
                      <a:pt x="25" y="0"/>
                      <a:pt x="24" y="0"/>
                      <a:pt x="21" y="1"/>
                    </a:cubicBezTo>
                    <a:cubicBezTo>
                      <a:pt x="19" y="1"/>
                      <a:pt x="16" y="2"/>
                      <a:pt x="13" y="3"/>
                    </a:cubicBezTo>
                    <a:cubicBezTo>
                      <a:pt x="14" y="5"/>
                      <a:pt x="17" y="7"/>
                      <a:pt x="17" y="9"/>
                    </a:cubicBezTo>
                    <a:cubicBezTo>
                      <a:pt x="17" y="11"/>
                      <a:pt x="14" y="12"/>
                      <a:pt x="13" y="12"/>
                    </a:cubicBezTo>
                    <a:cubicBezTo>
                      <a:pt x="12" y="13"/>
                      <a:pt x="11" y="12"/>
                      <a:pt x="10" y="12"/>
                    </a:cubicBezTo>
                    <a:cubicBezTo>
                      <a:pt x="9" y="13"/>
                      <a:pt x="9" y="14"/>
                      <a:pt x="9" y="14"/>
                    </a:cubicBezTo>
                    <a:cubicBezTo>
                      <a:pt x="7" y="17"/>
                      <a:pt x="3" y="15"/>
                      <a:pt x="2" y="14"/>
                    </a:cubicBezTo>
                    <a:cubicBezTo>
                      <a:pt x="1" y="16"/>
                      <a:pt x="1" y="17"/>
                      <a:pt x="1" y="19"/>
                    </a:cubicBezTo>
                    <a:cubicBezTo>
                      <a:pt x="0" y="22"/>
                      <a:pt x="1" y="21"/>
                      <a:pt x="3" y="22"/>
                    </a:cubicBezTo>
                    <a:cubicBezTo>
                      <a:pt x="5" y="24"/>
                      <a:pt x="7" y="28"/>
                      <a:pt x="8" y="31"/>
                    </a:cubicBezTo>
                    <a:cubicBezTo>
                      <a:pt x="10" y="33"/>
                      <a:pt x="11" y="35"/>
                      <a:pt x="12" y="38"/>
                    </a:cubicBezTo>
                    <a:cubicBezTo>
                      <a:pt x="13" y="40"/>
                      <a:pt x="14" y="41"/>
                      <a:pt x="15" y="42"/>
                    </a:cubicBezTo>
                    <a:cubicBezTo>
                      <a:pt x="17" y="44"/>
                      <a:pt x="19" y="44"/>
                      <a:pt x="20" y="46"/>
                    </a:cubicBezTo>
                    <a:cubicBezTo>
                      <a:pt x="21" y="48"/>
                      <a:pt x="22" y="50"/>
                      <a:pt x="22" y="53"/>
                    </a:cubicBezTo>
                    <a:cubicBezTo>
                      <a:pt x="23" y="55"/>
                      <a:pt x="22" y="57"/>
                      <a:pt x="23" y="59"/>
                    </a:cubicBezTo>
                    <a:cubicBezTo>
                      <a:pt x="25" y="63"/>
                      <a:pt x="29" y="64"/>
                      <a:pt x="31" y="67"/>
                    </a:cubicBezTo>
                    <a:cubicBezTo>
                      <a:pt x="33" y="70"/>
                      <a:pt x="34" y="74"/>
                      <a:pt x="36" y="76"/>
                    </a:cubicBezTo>
                    <a:cubicBezTo>
                      <a:pt x="37" y="78"/>
                      <a:pt x="39" y="80"/>
                      <a:pt x="40" y="81"/>
                    </a:cubicBezTo>
                    <a:cubicBezTo>
                      <a:pt x="40" y="82"/>
                      <a:pt x="40" y="84"/>
                      <a:pt x="41" y="84"/>
                    </a:cubicBezTo>
                    <a:cubicBezTo>
                      <a:pt x="43" y="84"/>
                      <a:pt x="42" y="82"/>
                      <a:pt x="43" y="81"/>
                    </a:cubicBezTo>
                    <a:cubicBezTo>
                      <a:pt x="43" y="78"/>
                      <a:pt x="48" y="79"/>
                      <a:pt x="50" y="79"/>
                    </a:cubicBezTo>
                    <a:cubicBezTo>
                      <a:pt x="53" y="79"/>
                      <a:pt x="58" y="78"/>
                      <a:pt x="60" y="80"/>
                    </a:cubicBezTo>
                    <a:cubicBezTo>
                      <a:pt x="63" y="81"/>
                      <a:pt x="64" y="79"/>
                      <a:pt x="66" y="77"/>
                    </a:cubicBezTo>
                    <a:cubicBezTo>
                      <a:pt x="69" y="73"/>
                      <a:pt x="72" y="73"/>
                      <a:pt x="76" y="72"/>
                    </a:cubicBezTo>
                    <a:cubicBezTo>
                      <a:pt x="82" y="72"/>
                      <a:pt x="88" y="70"/>
                      <a:pt x="94" y="68"/>
                    </a:cubicBezTo>
                    <a:cubicBezTo>
                      <a:pt x="96" y="67"/>
                      <a:pt x="99" y="66"/>
                      <a:pt x="102" y="66"/>
                    </a:cubicBezTo>
                    <a:cubicBezTo>
                      <a:pt x="103" y="65"/>
                      <a:pt x="103" y="63"/>
                      <a:pt x="104" y="61"/>
                    </a:cubicBezTo>
                    <a:cubicBezTo>
                      <a:pt x="104" y="60"/>
                      <a:pt x="105" y="58"/>
                      <a:pt x="105" y="56"/>
                    </a:cubicBezTo>
                    <a:cubicBezTo>
                      <a:pt x="105" y="55"/>
                      <a:pt x="104" y="52"/>
                      <a:pt x="103" y="51"/>
                    </a:cubicBezTo>
                    <a:cubicBezTo>
                      <a:pt x="100" y="51"/>
                      <a:pt x="96" y="51"/>
                      <a:pt x="93" y="50"/>
                    </a:cubicBezTo>
                    <a:cubicBezTo>
                      <a:pt x="90" y="50"/>
                      <a:pt x="90" y="49"/>
                      <a:pt x="88" y="47"/>
                    </a:cubicBezTo>
                    <a:cubicBezTo>
                      <a:pt x="86" y="43"/>
                      <a:pt x="83" y="42"/>
                      <a:pt x="81" y="39"/>
                    </a:cubicBezTo>
                    <a:cubicBezTo>
                      <a:pt x="80" y="39"/>
                      <a:pt x="78" y="35"/>
                      <a:pt x="77" y="34"/>
                    </a:cubicBezTo>
                    <a:cubicBezTo>
                      <a:pt x="76" y="32"/>
                      <a:pt x="81" y="31"/>
                      <a:pt x="77" y="29"/>
                    </a:cubicBezTo>
                    <a:cubicBezTo>
                      <a:pt x="76" y="29"/>
                      <a:pt x="75" y="27"/>
                      <a:pt x="74" y="27"/>
                    </a:cubicBezTo>
                    <a:cubicBezTo>
                      <a:pt x="72" y="27"/>
                      <a:pt x="71" y="24"/>
                      <a:pt x="70" y="22"/>
                    </a:cubicBezTo>
                    <a:cubicBezTo>
                      <a:pt x="69" y="19"/>
                      <a:pt x="69" y="20"/>
                      <a:pt x="65" y="2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8" name="Freeform 685">
                <a:extLst>
                  <a:ext uri="{FF2B5EF4-FFF2-40B4-BE49-F238E27FC236}">
                    <a16:creationId xmlns:a16="http://schemas.microsoft.com/office/drawing/2014/main" id="{45B15E5C-4099-914B-9925-7AB6E22A40A3}"/>
                  </a:ext>
                </a:extLst>
              </p:cNvPr>
              <p:cNvSpPr>
                <a:spLocks/>
              </p:cNvSpPr>
              <p:nvPr/>
            </p:nvSpPr>
            <p:spPr bwMode="auto">
              <a:xfrm>
                <a:off x="13292551" y="7424369"/>
                <a:ext cx="194268" cy="207060"/>
              </a:xfrm>
              <a:custGeom>
                <a:avLst/>
                <a:gdLst>
                  <a:gd name="T0" fmla="*/ 5 w 21"/>
                  <a:gd name="T1" fmla="*/ 22 h 22"/>
                  <a:gd name="T2" fmla="*/ 8 w 21"/>
                  <a:gd name="T3" fmla="*/ 19 h 22"/>
                  <a:gd name="T4" fmla="*/ 12 w 21"/>
                  <a:gd name="T5" fmla="*/ 18 h 22"/>
                  <a:gd name="T6" fmla="*/ 15 w 21"/>
                  <a:gd name="T7" fmla="*/ 15 h 22"/>
                  <a:gd name="T8" fmla="*/ 11 w 21"/>
                  <a:gd name="T9" fmla="*/ 9 h 22"/>
                  <a:gd name="T10" fmla="*/ 21 w 21"/>
                  <a:gd name="T11" fmla="*/ 6 h 22"/>
                  <a:gd name="T12" fmla="*/ 19 w 21"/>
                  <a:gd name="T13" fmla="*/ 0 h 22"/>
                  <a:gd name="T14" fmla="*/ 9 w 21"/>
                  <a:gd name="T15" fmla="*/ 5 h 22"/>
                  <a:gd name="T16" fmla="*/ 4 w 21"/>
                  <a:gd name="T17" fmla="*/ 1 h 22"/>
                  <a:gd name="T18" fmla="*/ 3 w 21"/>
                  <a:gd name="T19" fmla="*/ 11 h 22"/>
                  <a:gd name="T20" fmla="*/ 0 w 21"/>
                  <a:gd name="T21" fmla="*/ 18 h 22"/>
                  <a:gd name="T22" fmla="*/ 1 w 21"/>
                  <a:gd name="T23" fmla="*/ 21 h 22"/>
                  <a:gd name="T24" fmla="*/ 5 w 21"/>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2">
                    <a:moveTo>
                      <a:pt x="5" y="22"/>
                    </a:moveTo>
                    <a:cubicBezTo>
                      <a:pt x="7" y="22"/>
                      <a:pt x="7" y="19"/>
                      <a:pt x="8" y="19"/>
                    </a:cubicBezTo>
                    <a:cubicBezTo>
                      <a:pt x="9" y="17"/>
                      <a:pt x="11" y="18"/>
                      <a:pt x="12" y="18"/>
                    </a:cubicBezTo>
                    <a:cubicBezTo>
                      <a:pt x="13" y="17"/>
                      <a:pt x="16" y="16"/>
                      <a:pt x="15" y="15"/>
                    </a:cubicBezTo>
                    <a:cubicBezTo>
                      <a:pt x="14" y="13"/>
                      <a:pt x="13" y="11"/>
                      <a:pt x="11" y="9"/>
                    </a:cubicBezTo>
                    <a:cubicBezTo>
                      <a:pt x="15" y="8"/>
                      <a:pt x="18" y="7"/>
                      <a:pt x="21" y="6"/>
                    </a:cubicBezTo>
                    <a:cubicBezTo>
                      <a:pt x="21" y="4"/>
                      <a:pt x="20" y="2"/>
                      <a:pt x="19" y="0"/>
                    </a:cubicBezTo>
                    <a:cubicBezTo>
                      <a:pt x="16" y="1"/>
                      <a:pt x="12" y="5"/>
                      <a:pt x="9" y="5"/>
                    </a:cubicBezTo>
                    <a:cubicBezTo>
                      <a:pt x="7" y="5"/>
                      <a:pt x="4" y="3"/>
                      <a:pt x="4" y="1"/>
                    </a:cubicBezTo>
                    <a:cubicBezTo>
                      <a:pt x="3" y="5"/>
                      <a:pt x="3" y="8"/>
                      <a:pt x="3" y="11"/>
                    </a:cubicBezTo>
                    <a:cubicBezTo>
                      <a:pt x="2" y="13"/>
                      <a:pt x="0" y="16"/>
                      <a:pt x="0" y="18"/>
                    </a:cubicBezTo>
                    <a:cubicBezTo>
                      <a:pt x="0" y="20"/>
                      <a:pt x="0" y="20"/>
                      <a:pt x="1" y="21"/>
                    </a:cubicBezTo>
                    <a:cubicBezTo>
                      <a:pt x="3" y="21"/>
                      <a:pt x="4" y="22"/>
                      <a:pt x="5" y="2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09" name="Freeform 686">
                <a:extLst>
                  <a:ext uri="{FF2B5EF4-FFF2-40B4-BE49-F238E27FC236}">
                    <a16:creationId xmlns:a16="http://schemas.microsoft.com/office/drawing/2014/main" id="{6FDA4D92-C37C-694F-B6AF-A4202D68A1EE}"/>
                  </a:ext>
                </a:extLst>
              </p:cNvPr>
              <p:cNvSpPr>
                <a:spLocks/>
              </p:cNvSpPr>
              <p:nvPr/>
            </p:nvSpPr>
            <p:spPr bwMode="auto">
              <a:xfrm>
                <a:off x="13302106" y="7351105"/>
                <a:ext cx="73250" cy="82827"/>
              </a:xfrm>
              <a:custGeom>
                <a:avLst/>
                <a:gdLst>
                  <a:gd name="T0" fmla="*/ 7 w 8"/>
                  <a:gd name="T1" fmla="*/ 2 h 9"/>
                  <a:gd name="T2" fmla="*/ 4 w 8"/>
                  <a:gd name="T3" fmla="*/ 0 h 9"/>
                  <a:gd name="T4" fmla="*/ 2 w 8"/>
                  <a:gd name="T5" fmla="*/ 2 h 9"/>
                  <a:gd name="T6" fmla="*/ 0 w 8"/>
                  <a:gd name="T7" fmla="*/ 8 h 9"/>
                  <a:gd name="T8" fmla="*/ 4 w 8"/>
                  <a:gd name="T9" fmla="*/ 8 h 9"/>
                  <a:gd name="T10" fmla="*/ 7 w 8"/>
                  <a:gd name="T11" fmla="*/ 2 h 9"/>
                </a:gdLst>
                <a:ahLst/>
                <a:cxnLst>
                  <a:cxn ang="0">
                    <a:pos x="T0" y="T1"/>
                  </a:cxn>
                  <a:cxn ang="0">
                    <a:pos x="T2" y="T3"/>
                  </a:cxn>
                  <a:cxn ang="0">
                    <a:pos x="T4" y="T5"/>
                  </a:cxn>
                  <a:cxn ang="0">
                    <a:pos x="T6" y="T7"/>
                  </a:cxn>
                  <a:cxn ang="0">
                    <a:pos x="T8" y="T9"/>
                  </a:cxn>
                  <a:cxn ang="0">
                    <a:pos x="T10" y="T11"/>
                  </a:cxn>
                </a:cxnLst>
                <a:rect l="0" t="0" r="r" b="b"/>
                <a:pathLst>
                  <a:path w="8" h="9">
                    <a:moveTo>
                      <a:pt x="7" y="2"/>
                    </a:moveTo>
                    <a:cubicBezTo>
                      <a:pt x="7" y="1"/>
                      <a:pt x="5" y="0"/>
                      <a:pt x="4" y="0"/>
                    </a:cubicBezTo>
                    <a:cubicBezTo>
                      <a:pt x="3" y="1"/>
                      <a:pt x="3" y="1"/>
                      <a:pt x="2" y="2"/>
                    </a:cubicBezTo>
                    <a:cubicBezTo>
                      <a:pt x="2" y="4"/>
                      <a:pt x="1" y="6"/>
                      <a:pt x="0" y="8"/>
                    </a:cubicBezTo>
                    <a:cubicBezTo>
                      <a:pt x="2" y="8"/>
                      <a:pt x="2" y="9"/>
                      <a:pt x="4" y="8"/>
                    </a:cubicBezTo>
                    <a:cubicBezTo>
                      <a:pt x="5" y="7"/>
                      <a:pt x="8" y="4"/>
                      <a:pt x="7"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0" name="Freeform 687">
                <a:extLst>
                  <a:ext uri="{FF2B5EF4-FFF2-40B4-BE49-F238E27FC236}">
                    <a16:creationId xmlns:a16="http://schemas.microsoft.com/office/drawing/2014/main" id="{23F76769-1AF1-0C4C-A472-9F7FB535A4BC}"/>
                  </a:ext>
                </a:extLst>
              </p:cNvPr>
              <p:cNvSpPr>
                <a:spLocks/>
              </p:cNvSpPr>
              <p:nvPr/>
            </p:nvSpPr>
            <p:spPr bwMode="auto">
              <a:xfrm>
                <a:off x="13292551" y="7462599"/>
                <a:ext cx="28664" cy="66896"/>
              </a:xfrm>
              <a:custGeom>
                <a:avLst/>
                <a:gdLst>
                  <a:gd name="T0" fmla="*/ 0 w 3"/>
                  <a:gd name="T1" fmla="*/ 3 h 7"/>
                  <a:gd name="T2" fmla="*/ 3 w 3"/>
                  <a:gd name="T3" fmla="*/ 7 h 7"/>
                  <a:gd name="T4" fmla="*/ 3 w 3"/>
                  <a:gd name="T5" fmla="*/ 1 h 7"/>
                  <a:gd name="T6" fmla="*/ 2 w 3"/>
                  <a:gd name="T7" fmla="*/ 0 h 7"/>
                  <a:gd name="T8" fmla="*/ 0 w 3"/>
                  <a:gd name="T9" fmla="*/ 3 h 7"/>
                </a:gdLst>
                <a:ahLst/>
                <a:cxnLst>
                  <a:cxn ang="0">
                    <a:pos x="T0" y="T1"/>
                  </a:cxn>
                  <a:cxn ang="0">
                    <a:pos x="T2" y="T3"/>
                  </a:cxn>
                  <a:cxn ang="0">
                    <a:pos x="T4" y="T5"/>
                  </a:cxn>
                  <a:cxn ang="0">
                    <a:pos x="T6" y="T7"/>
                  </a:cxn>
                  <a:cxn ang="0">
                    <a:pos x="T8" y="T9"/>
                  </a:cxn>
                </a:cxnLst>
                <a:rect l="0" t="0" r="r" b="b"/>
                <a:pathLst>
                  <a:path w="3" h="7">
                    <a:moveTo>
                      <a:pt x="0" y="3"/>
                    </a:moveTo>
                    <a:cubicBezTo>
                      <a:pt x="0" y="5"/>
                      <a:pt x="1" y="6"/>
                      <a:pt x="3" y="7"/>
                    </a:cubicBezTo>
                    <a:cubicBezTo>
                      <a:pt x="3" y="5"/>
                      <a:pt x="3" y="3"/>
                      <a:pt x="3" y="1"/>
                    </a:cubicBezTo>
                    <a:cubicBezTo>
                      <a:pt x="3" y="0"/>
                      <a:pt x="3" y="0"/>
                      <a:pt x="2" y="0"/>
                    </a:cubicBezTo>
                    <a:cubicBezTo>
                      <a:pt x="0" y="0"/>
                      <a:pt x="0" y="2"/>
                      <a:pt x="0"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1" name="Freeform 688">
                <a:extLst>
                  <a:ext uri="{FF2B5EF4-FFF2-40B4-BE49-F238E27FC236}">
                    <a16:creationId xmlns:a16="http://schemas.microsoft.com/office/drawing/2014/main" id="{02476632-FB32-BC4D-8917-B7E85EB6A2C2}"/>
                  </a:ext>
                </a:extLst>
              </p:cNvPr>
              <p:cNvSpPr>
                <a:spLocks/>
              </p:cNvSpPr>
              <p:nvPr/>
            </p:nvSpPr>
            <p:spPr bwMode="auto">
              <a:xfrm>
                <a:off x="13254336" y="7424369"/>
                <a:ext cx="76432" cy="245289"/>
              </a:xfrm>
              <a:custGeom>
                <a:avLst/>
                <a:gdLst>
                  <a:gd name="T0" fmla="*/ 4 w 8"/>
                  <a:gd name="T1" fmla="*/ 17 h 26"/>
                  <a:gd name="T2" fmla="*/ 6 w 8"/>
                  <a:gd name="T3" fmla="*/ 13 h 26"/>
                  <a:gd name="T4" fmla="*/ 5 w 8"/>
                  <a:gd name="T5" fmla="*/ 10 h 26"/>
                  <a:gd name="T6" fmla="*/ 7 w 8"/>
                  <a:gd name="T7" fmla="*/ 4 h 26"/>
                  <a:gd name="T8" fmla="*/ 6 w 8"/>
                  <a:gd name="T9" fmla="*/ 0 h 26"/>
                  <a:gd name="T10" fmla="*/ 2 w 8"/>
                  <a:gd name="T11" fmla="*/ 7 h 26"/>
                  <a:gd name="T12" fmla="*/ 0 w 8"/>
                  <a:gd name="T13" fmla="*/ 11 h 26"/>
                  <a:gd name="T14" fmla="*/ 1 w 8"/>
                  <a:gd name="T15" fmla="*/ 16 h 26"/>
                  <a:gd name="T16" fmla="*/ 2 w 8"/>
                  <a:gd name="T17" fmla="*/ 26 h 26"/>
                  <a:gd name="T18" fmla="*/ 2 w 8"/>
                  <a:gd name="T19" fmla="*/ 25 h 26"/>
                  <a:gd name="T20" fmla="*/ 4 w 8"/>
                  <a:gd name="T21" fmla="*/ 17 h 26"/>
                  <a:gd name="T22" fmla="*/ 4 w 8"/>
                  <a:gd name="T23"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26">
                    <a:moveTo>
                      <a:pt x="4" y="17"/>
                    </a:moveTo>
                    <a:cubicBezTo>
                      <a:pt x="4" y="16"/>
                      <a:pt x="5" y="15"/>
                      <a:pt x="6" y="13"/>
                    </a:cubicBezTo>
                    <a:cubicBezTo>
                      <a:pt x="7" y="11"/>
                      <a:pt x="6" y="12"/>
                      <a:pt x="5" y="10"/>
                    </a:cubicBezTo>
                    <a:cubicBezTo>
                      <a:pt x="3" y="8"/>
                      <a:pt x="4" y="3"/>
                      <a:pt x="7" y="4"/>
                    </a:cubicBezTo>
                    <a:cubicBezTo>
                      <a:pt x="8" y="1"/>
                      <a:pt x="8" y="1"/>
                      <a:pt x="6" y="0"/>
                    </a:cubicBezTo>
                    <a:cubicBezTo>
                      <a:pt x="4" y="0"/>
                      <a:pt x="3" y="5"/>
                      <a:pt x="2" y="7"/>
                    </a:cubicBezTo>
                    <a:cubicBezTo>
                      <a:pt x="1" y="8"/>
                      <a:pt x="0" y="9"/>
                      <a:pt x="0" y="11"/>
                    </a:cubicBezTo>
                    <a:cubicBezTo>
                      <a:pt x="0" y="12"/>
                      <a:pt x="1" y="14"/>
                      <a:pt x="1" y="16"/>
                    </a:cubicBezTo>
                    <a:cubicBezTo>
                      <a:pt x="1" y="19"/>
                      <a:pt x="2" y="22"/>
                      <a:pt x="2" y="26"/>
                    </a:cubicBezTo>
                    <a:cubicBezTo>
                      <a:pt x="2" y="25"/>
                      <a:pt x="2" y="25"/>
                      <a:pt x="2" y="25"/>
                    </a:cubicBezTo>
                    <a:cubicBezTo>
                      <a:pt x="3" y="23"/>
                      <a:pt x="3" y="20"/>
                      <a:pt x="4" y="17"/>
                    </a:cubicBezTo>
                    <a:cubicBezTo>
                      <a:pt x="4" y="16"/>
                      <a:pt x="4" y="18"/>
                      <a:pt x="4" y="1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2" name="Freeform 689">
                <a:extLst>
                  <a:ext uri="{FF2B5EF4-FFF2-40B4-BE49-F238E27FC236}">
                    <a16:creationId xmlns:a16="http://schemas.microsoft.com/office/drawing/2014/main" id="{AB4E541C-187E-1E42-B47B-EEC06BE18DF3}"/>
                  </a:ext>
                </a:extLst>
              </p:cNvPr>
              <p:cNvSpPr>
                <a:spLocks/>
              </p:cNvSpPr>
              <p:nvPr/>
            </p:nvSpPr>
            <p:spPr bwMode="auto">
              <a:xfrm>
                <a:off x="14028220" y="7790708"/>
                <a:ext cx="47770" cy="73269"/>
              </a:xfrm>
              <a:custGeom>
                <a:avLst/>
                <a:gdLst>
                  <a:gd name="T0" fmla="*/ 3 w 5"/>
                  <a:gd name="T1" fmla="*/ 8 h 8"/>
                  <a:gd name="T2" fmla="*/ 2 w 5"/>
                  <a:gd name="T3" fmla="*/ 0 h 8"/>
                  <a:gd name="T4" fmla="*/ 0 w 5"/>
                  <a:gd name="T5" fmla="*/ 4 h 8"/>
                  <a:gd name="T6" fmla="*/ 3 w 5"/>
                  <a:gd name="T7" fmla="*/ 8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3" y="7"/>
                      <a:pt x="5" y="0"/>
                      <a:pt x="2" y="0"/>
                    </a:cubicBezTo>
                    <a:cubicBezTo>
                      <a:pt x="1" y="1"/>
                      <a:pt x="0" y="3"/>
                      <a:pt x="0" y="4"/>
                    </a:cubicBezTo>
                    <a:cubicBezTo>
                      <a:pt x="0" y="6"/>
                      <a:pt x="1" y="7"/>
                      <a:pt x="3" y="8"/>
                    </a:cubicBezTo>
                    <a:cubicBezTo>
                      <a:pt x="3" y="8"/>
                      <a:pt x="2" y="8"/>
                      <a:pt x="3"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3" name="Freeform 690">
                <a:extLst>
                  <a:ext uri="{FF2B5EF4-FFF2-40B4-BE49-F238E27FC236}">
                    <a16:creationId xmlns:a16="http://schemas.microsoft.com/office/drawing/2014/main" id="{A36909FF-48CB-8940-AFB0-F4CBC29E5758}"/>
                  </a:ext>
                </a:extLst>
              </p:cNvPr>
              <p:cNvSpPr>
                <a:spLocks/>
              </p:cNvSpPr>
              <p:nvPr/>
            </p:nvSpPr>
            <p:spPr bwMode="auto">
              <a:xfrm>
                <a:off x="13646057" y="8137935"/>
                <a:ext cx="496815" cy="315371"/>
              </a:xfrm>
              <a:custGeom>
                <a:avLst/>
                <a:gdLst>
                  <a:gd name="T0" fmla="*/ 47 w 53"/>
                  <a:gd name="T1" fmla="*/ 0 h 34"/>
                  <a:gd name="T2" fmla="*/ 38 w 53"/>
                  <a:gd name="T3" fmla="*/ 2 h 34"/>
                  <a:gd name="T4" fmla="*/ 28 w 53"/>
                  <a:gd name="T5" fmla="*/ 4 h 34"/>
                  <a:gd name="T6" fmla="*/ 23 w 53"/>
                  <a:gd name="T7" fmla="*/ 10 h 34"/>
                  <a:gd name="T8" fmla="*/ 17 w 53"/>
                  <a:gd name="T9" fmla="*/ 9 h 34"/>
                  <a:gd name="T10" fmla="*/ 9 w 53"/>
                  <a:gd name="T11" fmla="*/ 9 h 34"/>
                  <a:gd name="T12" fmla="*/ 3 w 53"/>
                  <a:gd name="T13" fmla="*/ 12 h 34"/>
                  <a:gd name="T14" fmla="*/ 1 w 53"/>
                  <a:gd name="T15" fmla="*/ 15 h 34"/>
                  <a:gd name="T16" fmla="*/ 1 w 53"/>
                  <a:gd name="T17" fmla="*/ 21 h 34"/>
                  <a:gd name="T18" fmla="*/ 3 w 53"/>
                  <a:gd name="T19" fmla="*/ 28 h 34"/>
                  <a:gd name="T20" fmla="*/ 4 w 53"/>
                  <a:gd name="T21" fmla="*/ 32 h 34"/>
                  <a:gd name="T22" fmla="*/ 12 w 53"/>
                  <a:gd name="T23" fmla="*/ 32 h 34"/>
                  <a:gd name="T24" fmla="*/ 16 w 53"/>
                  <a:gd name="T25" fmla="*/ 29 h 34"/>
                  <a:gd name="T26" fmla="*/ 21 w 53"/>
                  <a:gd name="T27" fmla="*/ 29 h 34"/>
                  <a:gd name="T28" fmla="*/ 24 w 53"/>
                  <a:gd name="T29" fmla="*/ 26 h 34"/>
                  <a:gd name="T30" fmla="*/ 32 w 53"/>
                  <a:gd name="T31" fmla="*/ 24 h 34"/>
                  <a:gd name="T32" fmla="*/ 41 w 53"/>
                  <a:gd name="T33" fmla="*/ 21 h 34"/>
                  <a:gd name="T34" fmla="*/ 47 w 53"/>
                  <a:gd name="T35" fmla="*/ 17 h 34"/>
                  <a:gd name="T36" fmla="*/ 52 w 53"/>
                  <a:gd name="T37" fmla="*/ 12 h 34"/>
                  <a:gd name="T38" fmla="*/ 47 w 53"/>
                  <a:gd name="T3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 h="34">
                    <a:moveTo>
                      <a:pt x="47" y="0"/>
                    </a:moveTo>
                    <a:cubicBezTo>
                      <a:pt x="44" y="1"/>
                      <a:pt x="41" y="2"/>
                      <a:pt x="38" y="2"/>
                    </a:cubicBezTo>
                    <a:cubicBezTo>
                      <a:pt x="35" y="3"/>
                      <a:pt x="31" y="2"/>
                      <a:pt x="28" y="4"/>
                    </a:cubicBezTo>
                    <a:cubicBezTo>
                      <a:pt x="26" y="6"/>
                      <a:pt x="25" y="8"/>
                      <a:pt x="23" y="10"/>
                    </a:cubicBezTo>
                    <a:cubicBezTo>
                      <a:pt x="22" y="11"/>
                      <a:pt x="19" y="9"/>
                      <a:pt x="17" y="9"/>
                    </a:cubicBezTo>
                    <a:cubicBezTo>
                      <a:pt x="14" y="9"/>
                      <a:pt x="12" y="9"/>
                      <a:pt x="9" y="9"/>
                    </a:cubicBezTo>
                    <a:cubicBezTo>
                      <a:pt x="6" y="9"/>
                      <a:pt x="3" y="8"/>
                      <a:pt x="3" y="12"/>
                    </a:cubicBezTo>
                    <a:cubicBezTo>
                      <a:pt x="2" y="14"/>
                      <a:pt x="1" y="13"/>
                      <a:pt x="1" y="15"/>
                    </a:cubicBezTo>
                    <a:cubicBezTo>
                      <a:pt x="0" y="17"/>
                      <a:pt x="0" y="19"/>
                      <a:pt x="1" y="21"/>
                    </a:cubicBezTo>
                    <a:cubicBezTo>
                      <a:pt x="1" y="23"/>
                      <a:pt x="2" y="26"/>
                      <a:pt x="3" y="28"/>
                    </a:cubicBezTo>
                    <a:cubicBezTo>
                      <a:pt x="3" y="29"/>
                      <a:pt x="3" y="31"/>
                      <a:pt x="4" y="32"/>
                    </a:cubicBezTo>
                    <a:cubicBezTo>
                      <a:pt x="5" y="34"/>
                      <a:pt x="10" y="33"/>
                      <a:pt x="12" y="32"/>
                    </a:cubicBezTo>
                    <a:cubicBezTo>
                      <a:pt x="13" y="31"/>
                      <a:pt x="14" y="30"/>
                      <a:pt x="16" y="29"/>
                    </a:cubicBezTo>
                    <a:cubicBezTo>
                      <a:pt x="17" y="29"/>
                      <a:pt x="19" y="29"/>
                      <a:pt x="21" y="29"/>
                    </a:cubicBezTo>
                    <a:cubicBezTo>
                      <a:pt x="22" y="28"/>
                      <a:pt x="23" y="27"/>
                      <a:pt x="24" y="26"/>
                    </a:cubicBezTo>
                    <a:cubicBezTo>
                      <a:pt x="27" y="25"/>
                      <a:pt x="29" y="25"/>
                      <a:pt x="32" y="24"/>
                    </a:cubicBezTo>
                    <a:cubicBezTo>
                      <a:pt x="35" y="23"/>
                      <a:pt x="38" y="22"/>
                      <a:pt x="41" y="21"/>
                    </a:cubicBezTo>
                    <a:cubicBezTo>
                      <a:pt x="43" y="20"/>
                      <a:pt x="47" y="19"/>
                      <a:pt x="47" y="17"/>
                    </a:cubicBezTo>
                    <a:cubicBezTo>
                      <a:pt x="48" y="14"/>
                      <a:pt x="53" y="14"/>
                      <a:pt x="52" y="12"/>
                    </a:cubicBezTo>
                    <a:cubicBezTo>
                      <a:pt x="50" y="8"/>
                      <a:pt x="49" y="4"/>
                      <a:pt x="47"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4" name="Freeform 691">
                <a:extLst>
                  <a:ext uri="{FF2B5EF4-FFF2-40B4-BE49-F238E27FC236}">
                    <a16:creationId xmlns:a16="http://schemas.microsoft.com/office/drawing/2014/main" id="{2ACB6E01-86E0-9C49-B67F-1705D6B437EB}"/>
                  </a:ext>
                </a:extLst>
              </p:cNvPr>
              <p:cNvSpPr>
                <a:spLocks/>
              </p:cNvSpPr>
              <p:nvPr/>
            </p:nvSpPr>
            <p:spPr bwMode="auto">
              <a:xfrm>
                <a:off x="14085545" y="7790708"/>
                <a:ext cx="382165" cy="458719"/>
              </a:xfrm>
              <a:custGeom>
                <a:avLst/>
                <a:gdLst>
                  <a:gd name="T0" fmla="*/ 39 w 41"/>
                  <a:gd name="T1" fmla="*/ 19 h 49"/>
                  <a:gd name="T2" fmla="*/ 34 w 41"/>
                  <a:gd name="T3" fmla="*/ 14 h 49"/>
                  <a:gd name="T4" fmla="*/ 28 w 41"/>
                  <a:gd name="T5" fmla="*/ 12 h 49"/>
                  <a:gd name="T6" fmla="*/ 22 w 41"/>
                  <a:gd name="T7" fmla="*/ 6 h 49"/>
                  <a:gd name="T8" fmla="*/ 21 w 41"/>
                  <a:gd name="T9" fmla="*/ 3 h 49"/>
                  <a:gd name="T10" fmla="*/ 22 w 41"/>
                  <a:gd name="T11" fmla="*/ 0 h 49"/>
                  <a:gd name="T12" fmla="*/ 17 w 41"/>
                  <a:gd name="T13" fmla="*/ 5 h 49"/>
                  <a:gd name="T14" fmla="*/ 10 w 41"/>
                  <a:gd name="T15" fmla="*/ 10 h 49"/>
                  <a:gd name="T16" fmla="*/ 5 w 41"/>
                  <a:gd name="T17" fmla="*/ 10 h 49"/>
                  <a:gd name="T18" fmla="*/ 0 w 41"/>
                  <a:gd name="T19" fmla="*/ 11 h 49"/>
                  <a:gd name="T20" fmla="*/ 5 w 41"/>
                  <a:gd name="T21" fmla="*/ 17 h 49"/>
                  <a:gd name="T22" fmla="*/ 16 w 41"/>
                  <a:gd name="T23" fmla="*/ 19 h 49"/>
                  <a:gd name="T24" fmla="*/ 16 w 41"/>
                  <a:gd name="T25" fmla="*/ 32 h 49"/>
                  <a:gd name="T26" fmla="*/ 11 w 41"/>
                  <a:gd name="T27" fmla="*/ 34 h 49"/>
                  <a:gd name="T28" fmla="*/ 0 w 41"/>
                  <a:gd name="T29" fmla="*/ 37 h 49"/>
                  <a:gd name="T30" fmla="*/ 5 w 41"/>
                  <a:gd name="T31" fmla="*/ 49 h 49"/>
                  <a:gd name="T32" fmla="*/ 14 w 41"/>
                  <a:gd name="T33" fmla="*/ 48 h 49"/>
                  <a:gd name="T34" fmla="*/ 17 w 41"/>
                  <a:gd name="T35" fmla="*/ 44 h 49"/>
                  <a:gd name="T36" fmla="*/ 23 w 41"/>
                  <a:gd name="T37" fmla="*/ 42 h 49"/>
                  <a:gd name="T38" fmla="*/ 28 w 41"/>
                  <a:gd name="T39" fmla="*/ 38 h 49"/>
                  <a:gd name="T40" fmla="*/ 29 w 41"/>
                  <a:gd name="T41" fmla="*/ 32 h 49"/>
                  <a:gd name="T42" fmla="*/ 32 w 41"/>
                  <a:gd name="T43" fmla="*/ 30 h 49"/>
                  <a:gd name="T44" fmla="*/ 37 w 41"/>
                  <a:gd name="T45" fmla="*/ 24 h 49"/>
                  <a:gd name="T46" fmla="*/ 39 w 41"/>
                  <a:gd name="T47" fmla="*/ 19 h 49"/>
                  <a:gd name="T48" fmla="*/ 39 w 41"/>
                  <a:gd name="T49"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9">
                    <a:moveTo>
                      <a:pt x="39" y="19"/>
                    </a:moveTo>
                    <a:cubicBezTo>
                      <a:pt x="36" y="19"/>
                      <a:pt x="35" y="16"/>
                      <a:pt x="34" y="14"/>
                    </a:cubicBezTo>
                    <a:cubicBezTo>
                      <a:pt x="33" y="13"/>
                      <a:pt x="29" y="13"/>
                      <a:pt x="28" y="12"/>
                    </a:cubicBezTo>
                    <a:cubicBezTo>
                      <a:pt x="25" y="11"/>
                      <a:pt x="24" y="9"/>
                      <a:pt x="22" y="6"/>
                    </a:cubicBezTo>
                    <a:cubicBezTo>
                      <a:pt x="22" y="5"/>
                      <a:pt x="21" y="4"/>
                      <a:pt x="21" y="3"/>
                    </a:cubicBezTo>
                    <a:cubicBezTo>
                      <a:pt x="21" y="3"/>
                      <a:pt x="22" y="0"/>
                      <a:pt x="22" y="0"/>
                    </a:cubicBezTo>
                    <a:cubicBezTo>
                      <a:pt x="21" y="0"/>
                      <a:pt x="18" y="4"/>
                      <a:pt x="17" y="5"/>
                    </a:cubicBezTo>
                    <a:cubicBezTo>
                      <a:pt x="15" y="7"/>
                      <a:pt x="13" y="10"/>
                      <a:pt x="10" y="10"/>
                    </a:cubicBezTo>
                    <a:cubicBezTo>
                      <a:pt x="8" y="11"/>
                      <a:pt x="7" y="10"/>
                      <a:pt x="5" y="10"/>
                    </a:cubicBezTo>
                    <a:cubicBezTo>
                      <a:pt x="3" y="11"/>
                      <a:pt x="1" y="13"/>
                      <a:pt x="0" y="11"/>
                    </a:cubicBezTo>
                    <a:cubicBezTo>
                      <a:pt x="1" y="14"/>
                      <a:pt x="2" y="17"/>
                      <a:pt x="5" y="17"/>
                    </a:cubicBezTo>
                    <a:cubicBezTo>
                      <a:pt x="7" y="17"/>
                      <a:pt x="15" y="17"/>
                      <a:pt x="16" y="19"/>
                    </a:cubicBezTo>
                    <a:cubicBezTo>
                      <a:pt x="19" y="23"/>
                      <a:pt x="17" y="27"/>
                      <a:pt x="16" y="32"/>
                    </a:cubicBezTo>
                    <a:cubicBezTo>
                      <a:pt x="15" y="33"/>
                      <a:pt x="11" y="34"/>
                      <a:pt x="11" y="34"/>
                    </a:cubicBezTo>
                    <a:cubicBezTo>
                      <a:pt x="7" y="35"/>
                      <a:pt x="3" y="36"/>
                      <a:pt x="0" y="37"/>
                    </a:cubicBezTo>
                    <a:cubicBezTo>
                      <a:pt x="2" y="41"/>
                      <a:pt x="4" y="45"/>
                      <a:pt x="5" y="49"/>
                    </a:cubicBezTo>
                    <a:cubicBezTo>
                      <a:pt x="8" y="48"/>
                      <a:pt x="11" y="48"/>
                      <a:pt x="14" y="48"/>
                    </a:cubicBezTo>
                    <a:cubicBezTo>
                      <a:pt x="18" y="47"/>
                      <a:pt x="15" y="46"/>
                      <a:pt x="17" y="44"/>
                    </a:cubicBezTo>
                    <a:cubicBezTo>
                      <a:pt x="19" y="43"/>
                      <a:pt x="22" y="44"/>
                      <a:pt x="23" y="42"/>
                    </a:cubicBezTo>
                    <a:cubicBezTo>
                      <a:pt x="25" y="40"/>
                      <a:pt x="25" y="39"/>
                      <a:pt x="28" y="38"/>
                    </a:cubicBezTo>
                    <a:cubicBezTo>
                      <a:pt x="30" y="37"/>
                      <a:pt x="29" y="34"/>
                      <a:pt x="29" y="32"/>
                    </a:cubicBezTo>
                    <a:cubicBezTo>
                      <a:pt x="28" y="30"/>
                      <a:pt x="30" y="30"/>
                      <a:pt x="32" y="30"/>
                    </a:cubicBezTo>
                    <a:cubicBezTo>
                      <a:pt x="35" y="29"/>
                      <a:pt x="35" y="26"/>
                      <a:pt x="37" y="24"/>
                    </a:cubicBezTo>
                    <a:cubicBezTo>
                      <a:pt x="38" y="23"/>
                      <a:pt x="41" y="20"/>
                      <a:pt x="39" y="19"/>
                    </a:cubicBezTo>
                    <a:cubicBezTo>
                      <a:pt x="38" y="19"/>
                      <a:pt x="40" y="20"/>
                      <a:pt x="39" y="1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5" name="Freeform 692">
                <a:extLst>
                  <a:ext uri="{FF2B5EF4-FFF2-40B4-BE49-F238E27FC236}">
                    <a16:creationId xmlns:a16="http://schemas.microsoft.com/office/drawing/2014/main" id="{9A960093-E760-554D-B634-D4909AA57594}"/>
                  </a:ext>
                </a:extLst>
              </p:cNvPr>
              <p:cNvSpPr>
                <a:spLocks/>
              </p:cNvSpPr>
              <p:nvPr/>
            </p:nvSpPr>
            <p:spPr bwMode="auto">
              <a:xfrm>
                <a:off x="14897646" y="6892386"/>
                <a:ext cx="512741" cy="222990"/>
              </a:xfrm>
              <a:custGeom>
                <a:avLst/>
                <a:gdLst>
                  <a:gd name="T0" fmla="*/ 55 w 55"/>
                  <a:gd name="T1" fmla="*/ 5 h 24"/>
                  <a:gd name="T2" fmla="*/ 47 w 55"/>
                  <a:gd name="T3" fmla="*/ 3 h 24"/>
                  <a:gd name="T4" fmla="*/ 36 w 55"/>
                  <a:gd name="T5" fmla="*/ 2 h 24"/>
                  <a:gd name="T6" fmla="*/ 27 w 55"/>
                  <a:gd name="T7" fmla="*/ 0 h 24"/>
                  <a:gd name="T8" fmla="*/ 22 w 55"/>
                  <a:gd name="T9" fmla="*/ 2 h 24"/>
                  <a:gd name="T10" fmla="*/ 19 w 55"/>
                  <a:gd name="T11" fmla="*/ 4 h 24"/>
                  <a:gd name="T12" fmla="*/ 11 w 55"/>
                  <a:gd name="T13" fmla="*/ 5 h 24"/>
                  <a:gd name="T14" fmla="*/ 9 w 55"/>
                  <a:gd name="T15" fmla="*/ 7 h 24"/>
                  <a:gd name="T16" fmla="*/ 8 w 55"/>
                  <a:gd name="T17" fmla="*/ 11 h 24"/>
                  <a:gd name="T18" fmla="*/ 12 w 55"/>
                  <a:gd name="T19" fmla="*/ 12 h 24"/>
                  <a:gd name="T20" fmla="*/ 15 w 55"/>
                  <a:gd name="T21" fmla="*/ 12 h 24"/>
                  <a:gd name="T22" fmla="*/ 19 w 55"/>
                  <a:gd name="T23" fmla="*/ 15 h 24"/>
                  <a:gd name="T24" fmla="*/ 15 w 55"/>
                  <a:gd name="T25" fmla="*/ 17 h 24"/>
                  <a:gd name="T26" fmla="*/ 11 w 55"/>
                  <a:gd name="T27" fmla="*/ 17 h 24"/>
                  <a:gd name="T28" fmla="*/ 10 w 55"/>
                  <a:gd name="T29" fmla="*/ 20 h 24"/>
                  <a:gd name="T30" fmla="*/ 1 w 55"/>
                  <a:gd name="T31" fmla="*/ 20 h 24"/>
                  <a:gd name="T32" fmla="*/ 11 w 55"/>
                  <a:gd name="T33" fmla="*/ 22 h 24"/>
                  <a:gd name="T34" fmla="*/ 15 w 55"/>
                  <a:gd name="T35" fmla="*/ 23 h 24"/>
                  <a:gd name="T36" fmla="*/ 21 w 55"/>
                  <a:gd name="T37" fmla="*/ 23 h 24"/>
                  <a:gd name="T38" fmla="*/ 25 w 55"/>
                  <a:gd name="T39" fmla="*/ 20 h 24"/>
                  <a:gd name="T40" fmla="*/ 28 w 55"/>
                  <a:gd name="T41" fmla="*/ 17 h 24"/>
                  <a:gd name="T42" fmla="*/ 33 w 55"/>
                  <a:gd name="T43" fmla="*/ 16 h 24"/>
                  <a:gd name="T44" fmla="*/ 37 w 55"/>
                  <a:gd name="T45" fmla="*/ 16 h 24"/>
                  <a:gd name="T46" fmla="*/ 40 w 55"/>
                  <a:gd name="T47" fmla="*/ 13 h 24"/>
                  <a:gd name="T48" fmla="*/ 44 w 55"/>
                  <a:gd name="T49" fmla="*/ 12 h 24"/>
                  <a:gd name="T50" fmla="*/ 54 w 55"/>
                  <a:gd name="T51" fmla="*/ 7 h 24"/>
                  <a:gd name="T52" fmla="*/ 55 w 55"/>
                  <a:gd name="T53" fmla="*/ 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24">
                    <a:moveTo>
                      <a:pt x="55" y="5"/>
                    </a:moveTo>
                    <a:cubicBezTo>
                      <a:pt x="52" y="5"/>
                      <a:pt x="50" y="3"/>
                      <a:pt x="47" y="3"/>
                    </a:cubicBezTo>
                    <a:cubicBezTo>
                      <a:pt x="44" y="2"/>
                      <a:pt x="40" y="2"/>
                      <a:pt x="36" y="2"/>
                    </a:cubicBezTo>
                    <a:cubicBezTo>
                      <a:pt x="33" y="2"/>
                      <a:pt x="30" y="2"/>
                      <a:pt x="27" y="0"/>
                    </a:cubicBezTo>
                    <a:cubicBezTo>
                      <a:pt x="25" y="0"/>
                      <a:pt x="23" y="0"/>
                      <a:pt x="22" y="2"/>
                    </a:cubicBezTo>
                    <a:cubicBezTo>
                      <a:pt x="22" y="4"/>
                      <a:pt x="21" y="5"/>
                      <a:pt x="19" y="4"/>
                    </a:cubicBezTo>
                    <a:cubicBezTo>
                      <a:pt x="17" y="3"/>
                      <a:pt x="12" y="1"/>
                      <a:pt x="11" y="5"/>
                    </a:cubicBezTo>
                    <a:cubicBezTo>
                      <a:pt x="10" y="6"/>
                      <a:pt x="11" y="6"/>
                      <a:pt x="9" y="7"/>
                    </a:cubicBezTo>
                    <a:cubicBezTo>
                      <a:pt x="8" y="8"/>
                      <a:pt x="6" y="10"/>
                      <a:pt x="8" y="11"/>
                    </a:cubicBezTo>
                    <a:cubicBezTo>
                      <a:pt x="9" y="12"/>
                      <a:pt x="12" y="13"/>
                      <a:pt x="12" y="12"/>
                    </a:cubicBezTo>
                    <a:cubicBezTo>
                      <a:pt x="13" y="10"/>
                      <a:pt x="14" y="11"/>
                      <a:pt x="15" y="12"/>
                    </a:cubicBezTo>
                    <a:cubicBezTo>
                      <a:pt x="16" y="13"/>
                      <a:pt x="20" y="14"/>
                      <a:pt x="19" y="15"/>
                    </a:cubicBezTo>
                    <a:cubicBezTo>
                      <a:pt x="19" y="16"/>
                      <a:pt x="16" y="16"/>
                      <a:pt x="15" y="17"/>
                    </a:cubicBezTo>
                    <a:cubicBezTo>
                      <a:pt x="14" y="18"/>
                      <a:pt x="13" y="19"/>
                      <a:pt x="11" y="17"/>
                    </a:cubicBezTo>
                    <a:cubicBezTo>
                      <a:pt x="10" y="16"/>
                      <a:pt x="10" y="19"/>
                      <a:pt x="10" y="20"/>
                    </a:cubicBezTo>
                    <a:cubicBezTo>
                      <a:pt x="6" y="22"/>
                      <a:pt x="4" y="15"/>
                      <a:pt x="1" y="20"/>
                    </a:cubicBezTo>
                    <a:cubicBezTo>
                      <a:pt x="0" y="21"/>
                      <a:pt x="10" y="23"/>
                      <a:pt x="11" y="22"/>
                    </a:cubicBezTo>
                    <a:cubicBezTo>
                      <a:pt x="12" y="21"/>
                      <a:pt x="14" y="22"/>
                      <a:pt x="15" y="23"/>
                    </a:cubicBezTo>
                    <a:cubicBezTo>
                      <a:pt x="16" y="23"/>
                      <a:pt x="19" y="24"/>
                      <a:pt x="21" y="23"/>
                    </a:cubicBezTo>
                    <a:cubicBezTo>
                      <a:pt x="22" y="22"/>
                      <a:pt x="24" y="23"/>
                      <a:pt x="25" y="20"/>
                    </a:cubicBezTo>
                    <a:cubicBezTo>
                      <a:pt x="25" y="19"/>
                      <a:pt x="27" y="18"/>
                      <a:pt x="28" y="17"/>
                    </a:cubicBezTo>
                    <a:cubicBezTo>
                      <a:pt x="29" y="16"/>
                      <a:pt x="33" y="16"/>
                      <a:pt x="33" y="16"/>
                    </a:cubicBezTo>
                    <a:cubicBezTo>
                      <a:pt x="34" y="18"/>
                      <a:pt x="35" y="16"/>
                      <a:pt x="37" y="16"/>
                    </a:cubicBezTo>
                    <a:cubicBezTo>
                      <a:pt x="38" y="16"/>
                      <a:pt x="39" y="13"/>
                      <a:pt x="40" y="13"/>
                    </a:cubicBezTo>
                    <a:cubicBezTo>
                      <a:pt x="41" y="12"/>
                      <a:pt x="43" y="13"/>
                      <a:pt x="44" y="12"/>
                    </a:cubicBezTo>
                    <a:cubicBezTo>
                      <a:pt x="48" y="11"/>
                      <a:pt x="50" y="9"/>
                      <a:pt x="54" y="7"/>
                    </a:cubicBezTo>
                    <a:cubicBezTo>
                      <a:pt x="55" y="7"/>
                      <a:pt x="55" y="7"/>
                      <a:pt x="55"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6" name="Freeform 693">
                <a:extLst>
                  <a:ext uri="{FF2B5EF4-FFF2-40B4-BE49-F238E27FC236}">
                    <a16:creationId xmlns:a16="http://schemas.microsoft.com/office/drawing/2014/main" id="{9C5CB81E-BDE8-5E48-A870-5FDAADFC58E9}"/>
                  </a:ext>
                </a:extLst>
              </p:cNvPr>
              <p:cNvSpPr>
                <a:spLocks/>
              </p:cNvSpPr>
              <p:nvPr/>
            </p:nvSpPr>
            <p:spPr bwMode="auto">
              <a:xfrm>
                <a:off x="14273445" y="6752222"/>
                <a:ext cx="831212" cy="487388"/>
              </a:xfrm>
              <a:custGeom>
                <a:avLst/>
                <a:gdLst>
                  <a:gd name="T0" fmla="*/ 78 w 89"/>
                  <a:gd name="T1" fmla="*/ 32 h 52"/>
                  <a:gd name="T2" fmla="*/ 81 w 89"/>
                  <a:gd name="T3" fmla="*/ 33 h 52"/>
                  <a:gd name="T4" fmla="*/ 84 w 89"/>
                  <a:gd name="T5" fmla="*/ 31 h 52"/>
                  <a:gd name="T6" fmla="*/ 81 w 89"/>
                  <a:gd name="T7" fmla="*/ 26 h 52"/>
                  <a:gd name="T8" fmla="*/ 79 w 89"/>
                  <a:gd name="T9" fmla="*/ 27 h 52"/>
                  <a:gd name="T10" fmla="*/ 75 w 89"/>
                  <a:gd name="T11" fmla="*/ 27 h 52"/>
                  <a:gd name="T12" fmla="*/ 78 w 89"/>
                  <a:gd name="T13" fmla="*/ 21 h 52"/>
                  <a:gd name="T14" fmla="*/ 74 w 89"/>
                  <a:gd name="T15" fmla="*/ 22 h 52"/>
                  <a:gd name="T16" fmla="*/ 68 w 89"/>
                  <a:gd name="T17" fmla="*/ 25 h 52"/>
                  <a:gd name="T18" fmla="*/ 65 w 89"/>
                  <a:gd name="T19" fmla="*/ 29 h 52"/>
                  <a:gd name="T20" fmla="*/ 62 w 89"/>
                  <a:gd name="T21" fmla="*/ 28 h 52"/>
                  <a:gd name="T22" fmla="*/ 57 w 89"/>
                  <a:gd name="T23" fmla="*/ 27 h 52"/>
                  <a:gd name="T24" fmla="*/ 53 w 89"/>
                  <a:gd name="T25" fmla="*/ 23 h 52"/>
                  <a:gd name="T26" fmla="*/ 52 w 89"/>
                  <a:gd name="T27" fmla="*/ 17 h 52"/>
                  <a:gd name="T28" fmla="*/ 49 w 89"/>
                  <a:gd name="T29" fmla="*/ 13 h 52"/>
                  <a:gd name="T30" fmla="*/ 45 w 89"/>
                  <a:gd name="T31" fmla="*/ 12 h 52"/>
                  <a:gd name="T32" fmla="*/ 38 w 89"/>
                  <a:gd name="T33" fmla="*/ 12 h 52"/>
                  <a:gd name="T34" fmla="*/ 31 w 89"/>
                  <a:gd name="T35" fmla="*/ 12 h 52"/>
                  <a:gd name="T36" fmla="*/ 27 w 89"/>
                  <a:gd name="T37" fmla="*/ 8 h 52"/>
                  <a:gd name="T38" fmla="*/ 23 w 89"/>
                  <a:gd name="T39" fmla="*/ 8 h 52"/>
                  <a:gd name="T40" fmla="*/ 19 w 89"/>
                  <a:gd name="T41" fmla="*/ 10 h 52"/>
                  <a:gd name="T42" fmla="*/ 17 w 89"/>
                  <a:gd name="T43" fmla="*/ 6 h 52"/>
                  <a:gd name="T44" fmla="*/ 15 w 89"/>
                  <a:gd name="T45" fmla="*/ 1 h 52"/>
                  <a:gd name="T46" fmla="*/ 15 w 89"/>
                  <a:gd name="T47" fmla="*/ 5 h 52"/>
                  <a:gd name="T48" fmla="*/ 14 w 89"/>
                  <a:gd name="T49" fmla="*/ 8 h 52"/>
                  <a:gd name="T50" fmla="*/ 13 w 89"/>
                  <a:gd name="T51" fmla="*/ 3 h 52"/>
                  <a:gd name="T52" fmla="*/ 14 w 89"/>
                  <a:gd name="T53" fmla="*/ 0 h 52"/>
                  <a:gd name="T54" fmla="*/ 1 w 89"/>
                  <a:gd name="T55" fmla="*/ 4 h 52"/>
                  <a:gd name="T56" fmla="*/ 1 w 89"/>
                  <a:gd name="T57" fmla="*/ 15 h 52"/>
                  <a:gd name="T58" fmla="*/ 1 w 89"/>
                  <a:gd name="T59" fmla="*/ 23 h 52"/>
                  <a:gd name="T60" fmla="*/ 2 w 89"/>
                  <a:gd name="T61" fmla="*/ 26 h 52"/>
                  <a:gd name="T62" fmla="*/ 6 w 89"/>
                  <a:gd name="T63" fmla="*/ 26 h 52"/>
                  <a:gd name="T64" fmla="*/ 6 w 89"/>
                  <a:gd name="T65" fmla="*/ 23 h 52"/>
                  <a:gd name="T66" fmla="*/ 10 w 89"/>
                  <a:gd name="T67" fmla="*/ 20 h 52"/>
                  <a:gd name="T68" fmla="*/ 13 w 89"/>
                  <a:gd name="T69" fmla="*/ 18 h 52"/>
                  <a:gd name="T70" fmla="*/ 17 w 89"/>
                  <a:gd name="T71" fmla="*/ 19 h 52"/>
                  <a:gd name="T72" fmla="*/ 21 w 89"/>
                  <a:gd name="T73" fmla="*/ 20 h 52"/>
                  <a:gd name="T74" fmla="*/ 21 w 89"/>
                  <a:gd name="T75" fmla="*/ 24 h 52"/>
                  <a:gd name="T76" fmla="*/ 26 w 89"/>
                  <a:gd name="T77" fmla="*/ 27 h 52"/>
                  <a:gd name="T78" fmla="*/ 33 w 89"/>
                  <a:gd name="T79" fmla="*/ 34 h 52"/>
                  <a:gd name="T80" fmla="*/ 38 w 89"/>
                  <a:gd name="T81" fmla="*/ 37 h 52"/>
                  <a:gd name="T82" fmla="*/ 41 w 89"/>
                  <a:gd name="T83" fmla="*/ 39 h 52"/>
                  <a:gd name="T84" fmla="*/ 50 w 89"/>
                  <a:gd name="T85" fmla="*/ 45 h 52"/>
                  <a:gd name="T86" fmla="*/ 54 w 89"/>
                  <a:gd name="T87" fmla="*/ 49 h 52"/>
                  <a:gd name="T88" fmla="*/ 61 w 89"/>
                  <a:gd name="T89" fmla="*/ 52 h 52"/>
                  <a:gd name="T90" fmla="*/ 63 w 89"/>
                  <a:gd name="T91" fmla="*/ 47 h 52"/>
                  <a:gd name="T92" fmla="*/ 62 w 89"/>
                  <a:gd name="T93" fmla="*/ 42 h 52"/>
                  <a:gd name="T94" fmla="*/ 59 w 89"/>
                  <a:gd name="T95" fmla="*/ 38 h 52"/>
                  <a:gd name="T96" fmla="*/ 64 w 89"/>
                  <a:gd name="T97" fmla="*/ 36 h 52"/>
                  <a:gd name="T98" fmla="*/ 66 w 89"/>
                  <a:gd name="T99" fmla="*/ 33 h 52"/>
                  <a:gd name="T100" fmla="*/ 68 w 89"/>
                  <a:gd name="T101" fmla="*/ 30 h 52"/>
                  <a:gd name="T102" fmla="*/ 71 w 89"/>
                  <a:gd name="T103" fmla="*/ 30 h 52"/>
                  <a:gd name="T104" fmla="*/ 74 w 89"/>
                  <a:gd name="T105" fmla="*/ 29 h 52"/>
                  <a:gd name="T106" fmla="*/ 74 w 89"/>
                  <a:gd name="T107" fmla="*/ 34 h 52"/>
                  <a:gd name="T108" fmla="*/ 77 w 89"/>
                  <a:gd name="T109" fmla="*/ 34 h 52"/>
                  <a:gd name="T110" fmla="*/ 78 w 89"/>
                  <a:gd name="T111" fmla="*/ 32 h 52"/>
                  <a:gd name="T112" fmla="*/ 78 w 89"/>
                  <a:gd name="T113" fmla="*/ 3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52">
                    <a:moveTo>
                      <a:pt x="78" y="32"/>
                    </a:moveTo>
                    <a:cubicBezTo>
                      <a:pt x="79" y="33"/>
                      <a:pt x="79" y="34"/>
                      <a:pt x="81" y="33"/>
                    </a:cubicBezTo>
                    <a:cubicBezTo>
                      <a:pt x="82" y="33"/>
                      <a:pt x="83" y="31"/>
                      <a:pt x="84" y="31"/>
                    </a:cubicBezTo>
                    <a:cubicBezTo>
                      <a:pt x="89" y="30"/>
                      <a:pt x="83" y="28"/>
                      <a:pt x="81" y="26"/>
                    </a:cubicBezTo>
                    <a:cubicBezTo>
                      <a:pt x="80" y="25"/>
                      <a:pt x="80" y="26"/>
                      <a:pt x="79" y="27"/>
                    </a:cubicBezTo>
                    <a:cubicBezTo>
                      <a:pt x="79" y="28"/>
                      <a:pt x="76" y="27"/>
                      <a:pt x="75" y="27"/>
                    </a:cubicBezTo>
                    <a:cubicBezTo>
                      <a:pt x="71" y="25"/>
                      <a:pt x="77" y="22"/>
                      <a:pt x="78" y="21"/>
                    </a:cubicBezTo>
                    <a:cubicBezTo>
                      <a:pt x="78" y="21"/>
                      <a:pt x="74" y="22"/>
                      <a:pt x="74" y="22"/>
                    </a:cubicBezTo>
                    <a:cubicBezTo>
                      <a:pt x="72" y="23"/>
                      <a:pt x="70" y="23"/>
                      <a:pt x="68" y="25"/>
                    </a:cubicBezTo>
                    <a:cubicBezTo>
                      <a:pt x="67" y="26"/>
                      <a:pt x="66" y="28"/>
                      <a:pt x="65" y="29"/>
                    </a:cubicBezTo>
                    <a:cubicBezTo>
                      <a:pt x="64" y="32"/>
                      <a:pt x="63" y="30"/>
                      <a:pt x="62" y="28"/>
                    </a:cubicBezTo>
                    <a:cubicBezTo>
                      <a:pt x="61" y="26"/>
                      <a:pt x="59" y="27"/>
                      <a:pt x="57" y="27"/>
                    </a:cubicBezTo>
                    <a:cubicBezTo>
                      <a:pt x="55" y="27"/>
                      <a:pt x="54" y="24"/>
                      <a:pt x="53" y="23"/>
                    </a:cubicBezTo>
                    <a:cubicBezTo>
                      <a:pt x="51" y="21"/>
                      <a:pt x="54" y="19"/>
                      <a:pt x="52" y="17"/>
                    </a:cubicBezTo>
                    <a:cubicBezTo>
                      <a:pt x="51" y="16"/>
                      <a:pt x="50" y="14"/>
                      <a:pt x="49" y="13"/>
                    </a:cubicBezTo>
                    <a:cubicBezTo>
                      <a:pt x="48" y="12"/>
                      <a:pt x="46" y="11"/>
                      <a:pt x="45" y="12"/>
                    </a:cubicBezTo>
                    <a:cubicBezTo>
                      <a:pt x="43" y="13"/>
                      <a:pt x="41" y="12"/>
                      <a:pt x="38" y="12"/>
                    </a:cubicBezTo>
                    <a:cubicBezTo>
                      <a:pt x="36" y="12"/>
                      <a:pt x="33" y="13"/>
                      <a:pt x="31" y="12"/>
                    </a:cubicBezTo>
                    <a:cubicBezTo>
                      <a:pt x="30" y="11"/>
                      <a:pt x="28" y="9"/>
                      <a:pt x="27" y="8"/>
                    </a:cubicBezTo>
                    <a:cubicBezTo>
                      <a:pt x="25" y="6"/>
                      <a:pt x="24" y="6"/>
                      <a:pt x="23" y="8"/>
                    </a:cubicBezTo>
                    <a:cubicBezTo>
                      <a:pt x="22" y="9"/>
                      <a:pt x="21" y="10"/>
                      <a:pt x="19" y="10"/>
                    </a:cubicBezTo>
                    <a:cubicBezTo>
                      <a:pt x="16" y="10"/>
                      <a:pt x="16" y="8"/>
                      <a:pt x="17" y="6"/>
                    </a:cubicBezTo>
                    <a:cubicBezTo>
                      <a:pt x="18" y="3"/>
                      <a:pt x="18" y="3"/>
                      <a:pt x="15" y="1"/>
                    </a:cubicBezTo>
                    <a:cubicBezTo>
                      <a:pt x="15" y="2"/>
                      <a:pt x="15" y="4"/>
                      <a:pt x="15" y="5"/>
                    </a:cubicBezTo>
                    <a:cubicBezTo>
                      <a:pt x="15" y="7"/>
                      <a:pt x="16" y="8"/>
                      <a:pt x="14" y="8"/>
                    </a:cubicBezTo>
                    <a:cubicBezTo>
                      <a:pt x="12" y="7"/>
                      <a:pt x="12" y="4"/>
                      <a:pt x="13" y="3"/>
                    </a:cubicBezTo>
                    <a:cubicBezTo>
                      <a:pt x="13" y="3"/>
                      <a:pt x="15" y="0"/>
                      <a:pt x="14" y="0"/>
                    </a:cubicBezTo>
                    <a:cubicBezTo>
                      <a:pt x="9" y="1"/>
                      <a:pt x="5" y="2"/>
                      <a:pt x="1" y="4"/>
                    </a:cubicBezTo>
                    <a:cubicBezTo>
                      <a:pt x="0" y="4"/>
                      <a:pt x="1" y="14"/>
                      <a:pt x="1" y="15"/>
                    </a:cubicBezTo>
                    <a:cubicBezTo>
                      <a:pt x="1" y="18"/>
                      <a:pt x="1" y="21"/>
                      <a:pt x="1" y="23"/>
                    </a:cubicBezTo>
                    <a:cubicBezTo>
                      <a:pt x="1" y="25"/>
                      <a:pt x="0" y="26"/>
                      <a:pt x="2" y="26"/>
                    </a:cubicBezTo>
                    <a:cubicBezTo>
                      <a:pt x="3" y="26"/>
                      <a:pt x="4" y="26"/>
                      <a:pt x="6" y="26"/>
                    </a:cubicBezTo>
                    <a:cubicBezTo>
                      <a:pt x="8" y="26"/>
                      <a:pt x="5" y="24"/>
                      <a:pt x="6" y="23"/>
                    </a:cubicBezTo>
                    <a:cubicBezTo>
                      <a:pt x="7" y="21"/>
                      <a:pt x="9" y="22"/>
                      <a:pt x="10" y="20"/>
                    </a:cubicBezTo>
                    <a:cubicBezTo>
                      <a:pt x="12" y="19"/>
                      <a:pt x="12" y="19"/>
                      <a:pt x="13" y="18"/>
                    </a:cubicBezTo>
                    <a:cubicBezTo>
                      <a:pt x="15" y="17"/>
                      <a:pt x="16" y="18"/>
                      <a:pt x="17" y="19"/>
                    </a:cubicBezTo>
                    <a:cubicBezTo>
                      <a:pt x="18" y="20"/>
                      <a:pt x="21" y="20"/>
                      <a:pt x="21" y="20"/>
                    </a:cubicBezTo>
                    <a:cubicBezTo>
                      <a:pt x="22" y="22"/>
                      <a:pt x="21" y="23"/>
                      <a:pt x="21" y="24"/>
                    </a:cubicBezTo>
                    <a:cubicBezTo>
                      <a:pt x="22" y="27"/>
                      <a:pt x="25" y="27"/>
                      <a:pt x="26" y="27"/>
                    </a:cubicBezTo>
                    <a:cubicBezTo>
                      <a:pt x="31" y="27"/>
                      <a:pt x="31" y="30"/>
                      <a:pt x="33" y="34"/>
                    </a:cubicBezTo>
                    <a:cubicBezTo>
                      <a:pt x="34" y="35"/>
                      <a:pt x="36" y="36"/>
                      <a:pt x="38" y="37"/>
                    </a:cubicBezTo>
                    <a:cubicBezTo>
                      <a:pt x="39" y="37"/>
                      <a:pt x="40" y="38"/>
                      <a:pt x="41" y="39"/>
                    </a:cubicBezTo>
                    <a:cubicBezTo>
                      <a:pt x="44" y="41"/>
                      <a:pt x="47" y="44"/>
                      <a:pt x="50" y="45"/>
                    </a:cubicBezTo>
                    <a:cubicBezTo>
                      <a:pt x="54" y="46"/>
                      <a:pt x="54" y="46"/>
                      <a:pt x="54" y="49"/>
                    </a:cubicBezTo>
                    <a:cubicBezTo>
                      <a:pt x="56" y="49"/>
                      <a:pt x="59" y="51"/>
                      <a:pt x="61" y="52"/>
                    </a:cubicBezTo>
                    <a:cubicBezTo>
                      <a:pt x="61" y="49"/>
                      <a:pt x="60" y="49"/>
                      <a:pt x="63" y="47"/>
                    </a:cubicBezTo>
                    <a:cubicBezTo>
                      <a:pt x="64" y="45"/>
                      <a:pt x="62" y="44"/>
                      <a:pt x="62" y="42"/>
                    </a:cubicBezTo>
                    <a:cubicBezTo>
                      <a:pt x="63" y="39"/>
                      <a:pt x="60" y="40"/>
                      <a:pt x="59" y="38"/>
                    </a:cubicBezTo>
                    <a:cubicBezTo>
                      <a:pt x="58" y="36"/>
                      <a:pt x="63" y="37"/>
                      <a:pt x="64" y="36"/>
                    </a:cubicBezTo>
                    <a:cubicBezTo>
                      <a:pt x="67" y="35"/>
                      <a:pt x="64" y="32"/>
                      <a:pt x="66" y="33"/>
                    </a:cubicBezTo>
                    <a:cubicBezTo>
                      <a:pt x="70" y="33"/>
                      <a:pt x="66" y="30"/>
                      <a:pt x="68" y="30"/>
                    </a:cubicBezTo>
                    <a:cubicBezTo>
                      <a:pt x="69" y="29"/>
                      <a:pt x="70" y="31"/>
                      <a:pt x="71" y="30"/>
                    </a:cubicBezTo>
                    <a:cubicBezTo>
                      <a:pt x="72" y="30"/>
                      <a:pt x="73" y="29"/>
                      <a:pt x="74" y="29"/>
                    </a:cubicBezTo>
                    <a:cubicBezTo>
                      <a:pt x="76" y="29"/>
                      <a:pt x="74" y="33"/>
                      <a:pt x="74" y="34"/>
                    </a:cubicBezTo>
                    <a:cubicBezTo>
                      <a:pt x="75" y="34"/>
                      <a:pt x="77" y="31"/>
                      <a:pt x="77" y="34"/>
                    </a:cubicBezTo>
                    <a:cubicBezTo>
                      <a:pt x="77" y="34"/>
                      <a:pt x="77" y="32"/>
                      <a:pt x="78" y="32"/>
                    </a:cubicBezTo>
                    <a:cubicBezTo>
                      <a:pt x="79" y="32"/>
                      <a:pt x="77" y="32"/>
                      <a:pt x="78" y="3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7" name="Freeform 694">
                <a:extLst>
                  <a:ext uri="{FF2B5EF4-FFF2-40B4-BE49-F238E27FC236}">
                    <a16:creationId xmlns:a16="http://schemas.microsoft.com/office/drawing/2014/main" id="{205BF4A7-7902-2A41-A886-838D7B58DD0B}"/>
                  </a:ext>
                </a:extLst>
              </p:cNvPr>
              <p:cNvSpPr>
                <a:spLocks/>
              </p:cNvSpPr>
              <p:nvPr/>
            </p:nvSpPr>
            <p:spPr bwMode="auto">
              <a:xfrm>
                <a:off x="14525037" y="7293764"/>
                <a:ext cx="0" cy="9558"/>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8" name="Freeform 695">
                <a:extLst>
                  <a:ext uri="{FF2B5EF4-FFF2-40B4-BE49-F238E27FC236}">
                    <a16:creationId xmlns:a16="http://schemas.microsoft.com/office/drawing/2014/main" id="{E0D38C17-41DB-904C-B77A-3233F0524C0F}"/>
                  </a:ext>
                </a:extLst>
              </p:cNvPr>
              <p:cNvSpPr>
                <a:spLocks/>
              </p:cNvSpPr>
              <p:nvPr/>
            </p:nvSpPr>
            <p:spPr bwMode="auto">
              <a:xfrm>
                <a:off x="14095099" y="6921055"/>
                <a:ext cx="681527" cy="401378"/>
              </a:xfrm>
              <a:custGeom>
                <a:avLst/>
                <a:gdLst>
                  <a:gd name="T0" fmla="*/ 73 w 73"/>
                  <a:gd name="T1" fmla="*/ 28 h 43"/>
                  <a:gd name="T2" fmla="*/ 69 w 73"/>
                  <a:gd name="T3" fmla="*/ 27 h 43"/>
                  <a:gd name="T4" fmla="*/ 65 w 73"/>
                  <a:gd name="T5" fmla="*/ 24 h 43"/>
                  <a:gd name="T6" fmla="*/ 58 w 73"/>
                  <a:gd name="T7" fmla="*/ 20 h 43"/>
                  <a:gd name="T8" fmla="*/ 52 w 73"/>
                  <a:gd name="T9" fmla="*/ 16 h 43"/>
                  <a:gd name="T10" fmla="*/ 47 w 73"/>
                  <a:gd name="T11" fmla="*/ 9 h 43"/>
                  <a:gd name="T12" fmla="*/ 40 w 73"/>
                  <a:gd name="T13" fmla="*/ 5 h 43"/>
                  <a:gd name="T14" fmla="*/ 40 w 73"/>
                  <a:gd name="T15" fmla="*/ 2 h 43"/>
                  <a:gd name="T16" fmla="*/ 36 w 73"/>
                  <a:gd name="T17" fmla="*/ 1 h 43"/>
                  <a:gd name="T18" fmla="*/ 34 w 73"/>
                  <a:gd name="T19" fmla="*/ 0 h 43"/>
                  <a:gd name="T20" fmla="*/ 31 w 73"/>
                  <a:gd name="T21" fmla="*/ 1 h 43"/>
                  <a:gd name="T22" fmla="*/ 28 w 73"/>
                  <a:gd name="T23" fmla="*/ 3 h 43"/>
                  <a:gd name="T24" fmla="*/ 25 w 73"/>
                  <a:gd name="T25" fmla="*/ 6 h 43"/>
                  <a:gd name="T26" fmla="*/ 22 w 73"/>
                  <a:gd name="T27" fmla="*/ 8 h 43"/>
                  <a:gd name="T28" fmla="*/ 17 w 73"/>
                  <a:gd name="T29" fmla="*/ 8 h 43"/>
                  <a:gd name="T30" fmla="*/ 12 w 73"/>
                  <a:gd name="T31" fmla="*/ 2 h 43"/>
                  <a:gd name="T32" fmla="*/ 2 w 73"/>
                  <a:gd name="T33" fmla="*/ 5 h 43"/>
                  <a:gd name="T34" fmla="*/ 5 w 73"/>
                  <a:gd name="T35" fmla="*/ 12 h 43"/>
                  <a:gd name="T36" fmla="*/ 8 w 73"/>
                  <a:gd name="T37" fmla="*/ 17 h 43"/>
                  <a:gd name="T38" fmla="*/ 8 w 73"/>
                  <a:gd name="T39" fmla="*/ 19 h 43"/>
                  <a:gd name="T40" fmla="*/ 10 w 73"/>
                  <a:gd name="T41" fmla="*/ 22 h 43"/>
                  <a:gd name="T42" fmla="*/ 9 w 73"/>
                  <a:gd name="T43" fmla="*/ 26 h 43"/>
                  <a:gd name="T44" fmla="*/ 9 w 73"/>
                  <a:gd name="T45" fmla="*/ 31 h 43"/>
                  <a:gd name="T46" fmla="*/ 14 w 73"/>
                  <a:gd name="T47" fmla="*/ 29 h 43"/>
                  <a:gd name="T48" fmla="*/ 17 w 73"/>
                  <a:gd name="T49" fmla="*/ 26 h 43"/>
                  <a:gd name="T50" fmla="*/ 27 w 73"/>
                  <a:gd name="T51" fmla="*/ 27 h 43"/>
                  <a:gd name="T52" fmla="*/ 37 w 73"/>
                  <a:gd name="T53" fmla="*/ 31 h 43"/>
                  <a:gd name="T54" fmla="*/ 45 w 73"/>
                  <a:gd name="T55" fmla="*/ 35 h 43"/>
                  <a:gd name="T56" fmla="*/ 46 w 73"/>
                  <a:gd name="T57" fmla="*/ 37 h 43"/>
                  <a:gd name="T58" fmla="*/ 48 w 73"/>
                  <a:gd name="T59" fmla="*/ 42 h 43"/>
                  <a:gd name="T60" fmla="*/ 53 w 73"/>
                  <a:gd name="T61" fmla="*/ 43 h 43"/>
                  <a:gd name="T62" fmla="*/ 57 w 73"/>
                  <a:gd name="T63" fmla="*/ 40 h 43"/>
                  <a:gd name="T64" fmla="*/ 62 w 73"/>
                  <a:gd name="T65" fmla="*/ 38 h 43"/>
                  <a:gd name="T66" fmla="*/ 65 w 73"/>
                  <a:gd name="T67" fmla="*/ 33 h 43"/>
                  <a:gd name="T68" fmla="*/ 69 w 73"/>
                  <a:gd name="T69" fmla="*/ 31 h 43"/>
                  <a:gd name="T70" fmla="*/ 73 w 73"/>
                  <a:gd name="T71" fmla="*/ 31 h 43"/>
                  <a:gd name="T72" fmla="*/ 73 w 73"/>
                  <a:gd name="T73" fmla="*/ 2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3" h="43">
                    <a:moveTo>
                      <a:pt x="73" y="28"/>
                    </a:moveTo>
                    <a:cubicBezTo>
                      <a:pt x="72" y="27"/>
                      <a:pt x="71" y="27"/>
                      <a:pt x="69" y="27"/>
                    </a:cubicBezTo>
                    <a:cubicBezTo>
                      <a:pt x="68" y="26"/>
                      <a:pt x="66" y="25"/>
                      <a:pt x="65" y="24"/>
                    </a:cubicBezTo>
                    <a:cubicBezTo>
                      <a:pt x="63" y="23"/>
                      <a:pt x="60" y="22"/>
                      <a:pt x="58" y="20"/>
                    </a:cubicBezTo>
                    <a:cubicBezTo>
                      <a:pt x="57" y="18"/>
                      <a:pt x="54" y="18"/>
                      <a:pt x="52" y="16"/>
                    </a:cubicBezTo>
                    <a:cubicBezTo>
                      <a:pt x="51" y="13"/>
                      <a:pt x="50" y="9"/>
                      <a:pt x="47" y="9"/>
                    </a:cubicBezTo>
                    <a:cubicBezTo>
                      <a:pt x="44" y="9"/>
                      <a:pt x="40" y="9"/>
                      <a:pt x="40" y="5"/>
                    </a:cubicBezTo>
                    <a:cubicBezTo>
                      <a:pt x="40" y="4"/>
                      <a:pt x="41" y="2"/>
                      <a:pt x="40" y="2"/>
                    </a:cubicBezTo>
                    <a:cubicBezTo>
                      <a:pt x="39" y="1"/>
                      <a:pt x="38" y="2"/>
                      <a:pt x="36" y="1"/>
                    </a:cubicBezTo>
                    <a:cubicBezTo>
                      <a:pt x="36" y="1"/>
                      <a:pt x="35" y="0"/>
                      <a:pt x="34" y="0"/>
                    </a:cubicBezTo>
                    <a:cubicBezTo>
                      <a:pt x="33" y="0"/>
                      <a:pt x="32" y="1"/>
                      <a:pt x="31" y="1"/>
                    </a:cubicBezTo>
                    <a:cubicBezTo>
                      <a:pt x="30" y="0"/>
                      <a:pt x="29" y="3"/>
                      <a:pt x="28" y="3"/>
                    </a:cubicBezTo>
                    <a:cubicBezTo>
                      <a:pt x="27" y="3"/>
                      <a:pt x="24" y="4"/>
                      <a:pt x="25" y="6"/>
                    </a:cubicBezTo>
                    <a:cubicBezTo>
                      <a:pt x="26" y="9"/>
                      <a:pt x="25" y="8"/>
                      <a:pt x="22" y="8"/>
                    </a:cubicBezTo>
                    <a:cubicBezTo>
                      <a:pt x="21" y="8"/>
                      <a:pt x="18" y="8"/>
                      <a:pt x="17" y="8"/>
                    </a:cubicBezTo>
                    <a:cubicBezTo>
                      <a:pt x="15" y="6"/>
                      <a:pt x="14" y="4"/>
                      <a:pt x="12" y="2"/>
                    </a:cubicBezTo>
                    <a:cubicBezTo>
                      <a:pt x="9" y="0"/>
                      <a:pt x="5" y="3"/>
                      <a:pt x="2" y="5"/>
                    </a:cubicBezTo>
                    <a:cubicBezTo>
                      <a:pt x="3" y="6"/>
                      <a:pt x="6" y="10"/>
                      <a:pt x="5" y="12"/>
                    </a:cubicBezTo>
                    <a:cubicBezTo>
                      <a:pt x="0" y="15"/>
                      <a:pt x="6" y="15"/>
                      <a:pt x="8" y="17"/>
                    </a:cubicBezTo>
                    <a:cubicBezTo>
                      <a:pt x="8" y="17"/>
                      <a:pt x="8" y="19"/>
                      <a:pt x="8" y="19"/>
                    </a:cubicBezTo>
                    <a:cubicBezTo>
                      <a:pt x="7" y="20"/>
                      <a:pt x="9" y="22"/>
                      <a:pt x="10" y="22"/>
                    </a:cubicBezTo>
                    <a:cubicBezTo>
                      <a:pt x="10" y="23"/>
                      <a:pt x="9" y="24"/>
                      <a:pt x="9" y="26"/>
                    </a:cubicBezTo>
                    <a:cubicBezTo>
                      <a:pt x="9" y="27"/>
                      <a:pt x="9" y="29"/>
                      <a:pt x="9" y="31"/>
                    </a:cubicBezTo>
                    <a:cubicBezTo>
                      <a:pt x="11" y="31"/>
                      <a:pt x="12" y="31"/>
                      <a:pt x="14" y="29"/>
                    </a:cubicBezTo>
                    <a:cubicBezTo>
                      <a:pt x="15" y="28"/>
                      <a:pt x="16" y="27"/>
                      <a:pt x="17" y="26"/>
                    </a:cubicBezTo>
                    <a:cubicBezTo>
                      <a:pt x="21" y="26"/>
                      <a:pt x="24" y="25"/>
                      <a:pt x="27" y="27"/>
                    </a:cubicBezTo>
                    <a:cubicBezTo>
                      <a:pt x="29" y="30"/>
                      <a:pt x="35" y="28"/>
                      <a:pt x="37" y="31"/>
                    </a:cubicBezTo>
                    <a:cubicBezTo>
                      <a:pt x="39" y="34"/>
                      <a:pt x="41" y="35"/>
                      <a:pt x="45" y="35"/>
                    </a:cubicBezTo>
                    <a:cubicBezTo>
                      <a:pt x="46" y="35"/>
                      <a:pt x="46" y="35"/>
                      <a:pt x="46" y="37"/>
                    </a:cubicBezTo>
                    <a:cubicBezTo>
                      <a:pt x="46" y="40"/>
                      <a:pt x="46" y="40"/>
                      <a:pt x="48" y="42"/>
                    </a:cubicBezTo>
                    <a:cubicBezTo>
                      <a:pt x="50" y="42"/>
                      <a:pt x="51" y="43"/>
                      <a:pt x="53" y="43"/>
                    </a:cubicBezTo>
                    <a:cubicBezTo>
                      <a:pt x="56" y="43"/>
                      <a:pt x="56" y="42"/>
                      <a:pt x="57" y="40"/>
                    </a:cubicBezTo>
                    <a:cubicBezTo>
                      <a:pt x="58" y="38"/>
                      <a:pt x="60" y="39"/>
                      <a:pt x="62" y="38"/>
                    </a:cubicBezTo>
                    <a:cubicBezTo>
                      <a:pt x="64" y="37"/>
                      <a:pt x="64" y="35"/>
                      <a:pt x="65" y="33"/>
                    </a:cubicBezTo>
                    <a:cubicBezTo>
                      <a:pt x="65" y="31"/>
                      <a:pt x="68" y="33"/>
                      <a:pt x="69" y="31"/>
                    </a:cubicBezTo>
                    <a:cubicBezTo>
                      <a:pt x="69" y="29"/>
                      <a:pt x="72" y="31"/>
                      <a:pt x="73" y="31"/>
                    </a:cubicBezTo>
                    <a:cubicBezTo>
                      <a:pt x="73" y="30"/>
                      <a:pt x="73" y="29"/>
                      <a:pt x="73" y="2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19" name="Freeform 696">
                <a:extLst>
                  <a:ext uri="{FF2B5EF4-FFF2-40B4-BE49-F238E27FC236}">
                    <a16:creationId xmlns:a16="http://schemas.microsoft.com/office/drawing/2014/main" id="{0E57815C-C93F-DD4F-8CF1-B7BB642238D9}"/>
                  </a:ext>
                </a:extLst>
              </p:cNvPr>
              <p:cNvSpPr>
                <a:spLocks/>
              </p:cNvSpPr>
              <p:nvPr/>
            </p:nvSpPr>
            <p:spPr bwMode="auto">
              <a:xfrm>
                <a:off x="14814846" y="7013435"/>
                <a:ext cx="372610" cy="251657"/>
              </a:xfrm>
              <a:custGeom>
                <a:avLst/>
                <a:gdLst>
                  <a:gd name="T0" fmla="*/ 30 w 40"/>
                  <a:gd name="T1" fmla="*/ 10 h 27"/>
                  <a:gd name="T2" fmla="*/ 25 w 40"/>
                  <a:gd name="T3" fmla="*/ 10 h 27"/>
                  <a:gd name="T4" fmla="*/ 21 w 40"/>
                  <a:gd name="T5" fmla="*/ 8 h 27"/>
                  <a:gd name="T6" fmla="*/ 19 w 40"/>
                  <a:gd name="T7" fmla="*/ 9 h 27"/>
                  <a:gd name="T8" fmla="*/ 17 w 40"/>
                  <a:gd name="T9" fmla="*/ 9 h 27"/>
                  <a:gd name="T10" fmla="*/ 10 w 40"/>
                  <a:gd name="T11" fmla="*/ 8 h 27"/>
                  <a:gd name="T12" fmla="*/ 12 w 40"/>
                  <a:gd name="T13" fmla="*/ 5 h 27"/>
                  <a:gd name="T14" fmla="*/ 16 w 40"/>
                  <a:gd name="T15" fmla="*/ 7 h 27"/>
                  <a:gd name="T16" fmla="*/ 19 w 40"/>
                  <a:gd name="T17" fmla="*/ 5 h 27"/>
                  <a:gd name="T18" fmla="*/ 16 w 40"/>
                  <a:gd name="T19" fmla="*/ 6 h 27"/>
                  <a:gd name="T20" fmla="*/ 16 w 40"/>
                  <a:gd name="T21" fmla="*/ 1 h 27"/>
                  <a:gd name="T22" fmla="*/ 14 w 40"/>
                  <a:gd name="T23" fmla="*/ 2 h 27"/>
                  <a:gd name="T24" fmla="*/ 10 w 40"/>
                  <a:gd name="T25" fmla="*/ 2 h 27"/>
                  <a:gd name="T26" fmla="*/ 8 w 40"/>
                  <a:gd name="T27" fmla="*/ 5 h 27"/>
                  <a:gd name="T28" fmla="*/ 6 w 40"/>
                  <a:gd name="T29" fmla="*/ 8 h 27"/>
                  <a:gd name="T30" fmla="*/ 1 w 40"/>
                  <a:gd name="T31" fmla="*/ 10 h 27"/>
                  <a:gd name="T32" fmla="*/ 4 w 40"/>
                  <a:gd name="T33" fmla="*/ 14 h 27"/>
                  <a:gd name="T34" fmla="*/ 4 w 40"/>
                  <a:gd name="T35" fmla="*/ 19 h 27"/>
                  <a:gd name="T36" fmla="*/ 4 w 40"/>
                  <a:gd name="T37" fmla="*/ 24 h 27"/>
                  <a:gd name="T38" fmla="*/ 9 w 40"/>
                  <a:gd name="T39" fmla="*/ 22 h 27"/>
                  <a:gd name="T40" fmla="*/ 12 w 40"/>
                  <a:gd name="T41" fmla="*/ 20 h 27"/>
                  <a:gd name="T42" fmla="*/ 17 w 40"/>
                  <a:gd name="T43" fmla="*/ 17 h 27"/>
                  <a:gd name="T44" fmla="*/ 20 w 40"/>
                  <a:gd name="T45" fmla="*/ 17 h 27"/>
                  <a:gd name="T46" fmla="*/ 22 w 40"/>
                  <a:gd name="T47" fmla="*/ 21 h 27"/>
                  <a:gd name="T48" fmla="*/ 21 w 40"/>
                  <a:gd name="T49" fmla="*/ 24 h 27"/>
                  <a:gd name="T50" fmla="*/ 27 w 40"/>
                  <a:gd name="T51" fmla="*/ 23 h 27"/>
                  <a:gd name="T52" fmla="*/ 32 w 40"/>
                  <a:gd name="T53" fmla="*/ 21 h 27"/>
                  <a:gd name="T54" fmla="*/ 39 w 40"/>
                  <a:gd name="T55" fmla="*/ 21 h 27"/>
                  <a:gd name="T56" fmla="*/ 38 w 40"/>
                  <a:gd name="T57" fmla="*/ 18 h 27"/>
                  <a:gd name="T58" fmla="*/ 36 w 40"/>
                  <a:gd name="T59" fmla="*/ 14 h 27"/>
                  <a:gd name="T60" fmla="*/ 32 w 40"/>
                  <a:gd name="T61" fmla="*/ 9 h 27"/>
                  <a:gd name="T62" fmla="*/ 30 w 40"/>
                  <a:gd name="T63" fmla="*/ 10 h 27"/>
                  <a:gd name="T64" fmla="*/ 30 w 40"/>
                  <a:gd name="T65"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 h="27">
                    <a:moveTo>
                      <a:pt x="30" y="10"/>
                    </a:moveTo>
                    <a:cubicBezTo>
                      <a:pt x="28" y="11"/>
                      <a:pt x="27" y="10"/>
                      <a:pt x="25" y="10"/>
                    </a:cubicBezTo>
                    <a:cubicBezTo>
                      <a:pt x="23" y="10"/>
                      <a:pt x="22" y="8"/>
                      <a:pt x="21" y="8"/>
                    </a:cubicBezTo>
                    <a:cubicBezTo>
                      <a:pt x="20" y="8"/>
                      <a:pt x="20" y="9"/>
                      <a:pt x="19" y="9"/>
                    </a:cubicBezTo>
                    <a:cubicBezTo>
                      <a:pt x="19" y="10"/>
                      <a:pt x="18" y="9"/>
                      <a:pt x="17" y="9"/>
                    </a:cubicBezTo>
                    <a:cubicBezTo>
                      <a:pt x="15" y="9"/>
                      <a:pt x="12" y="9"/>
                      <a:pt x="10" y="8"/>
                    </a:cubicBezTo>
                    <a:cubicBezTo>
                      <a:pt x="9" y="7"/>
                      <a:pt x="12" y="5"/>
                      <a:pt x="12" y="5"/>
                    </a:cubicBezTo>
                    <a:cubicBezTo>
                      <a:pt x="14" y="4"/>
                      <a:pt x="15" y="7"/>
                      <a:pt x="16" y="7"/>
                    </a:cubicBezTo>
                    <a:cubicBezTo>
                      <a:pt x="18" y="7"/>
                      <a:pt x="19" y="6"/>
                      <a:pt x="19" y="5"/>
                    </a:cubicBezTo>
                    <a:cubicBezTo>
                      <a:pt x="18" y="4"/>
                      <a:pt x="17" y="6"/>
                      <a:pt x="16" y="6"/>
                    </a:cubicBezTo>
                    <a:cubicBezTo>
                      <a:pt x="15" y="5"/>
                      <a:pt x="17" y="2"/>
                      <a:pt x="16" y="1"/>
                    </a:cubicBezTo>
                    <a:cubicBezTo>
                      <a:pt x="16" y="0"/>
                      <a:pt x="14" y="2"/>
                      <a:pt x="14" y="2"/>
                    </a:cubicBezTo>
                    <a:cubicBezTo>
                      <a:pt x="12" y="3"/>
                      <a:pt x="11" y="1"/>
                      <a:pt x="10" y="2"/>
                    </a:cubicBezTo>
                    <a:cubicBezTo>
                      <a:pt x="8" y="2"/>
                      <a:pt x="12" y="5"/>
                      <a:pt x="8" y="5"/>
                    </a:cubicBezTo>
                    <a:cubicBezTo>
                      <a:pt x="6" y="4"/>
                      <a:pt x="9" y="8"/>
                      <a:pt x="6" y="8"/>
                    </a:cubicBezTo>
                    <a:cubicBezTo>
                      <a:pt x="5" y="9"/>
                      <a:pt x="0" y="8"/>
                      <a:pt x="1" y="10"/>
                    </a:cubicBezTo>
                    <a:cubicBezTo>
                      <a:pt x="2" y="13"/>
                      <a:pt x="5" y="11"/>
                      <a:pt x="4" y="14"/>
                    </a:cubicBezTo>
                    <a:cubicBezTo>
                      <a:pt x="4" y="17"/>
                      <a:pt x="7" y="17"/>
                      <a:pt x="4" y="19"/>
                    </a:cubicBezTo>
                    <a:cubicBezTo>
                      <a:pt x="3" y="20"/>
                      <a:pt x="1" y="24"/>
                      <a:pt x="4" y="24"/>
                    </a:cubicBezTo>
                    <a:cubicBezTo>
                      <a:pt x="6" y="24"/>
                      <a:pt x="8" y="21"/>
                      <a:pt x="9" y="22"/>
                    </a:cubicBezTo>
                    <a:cubicBezTo>
                      <a:pt x="12" y="25"/>
                      <a:pt x="9" y="20"/>
                      <a:pt x="12" y="20"/>
                    </a:cubicBezTo>
                    <a:cubicBezTo>
                      <a:pt x="14" y="20"/>
                      <a:pt x="15" y="19"/>
                      <a:pt x="17" y="17"/>
                    </a:cubicBezTo>
                    <a:cubicBezTo>
                      <a:pt x="18" y="14"/>
                      <a:pt x="19" y="15"/>
                      <a:pt x="20" y="17"/>
                    </a:cubicBezTo>
                    <a:cubicBezTo>
                      <a:pt x="21" y="18"/>
                      <a:pt x="22" y="19"/>
                      <a:pt x="22" y="21"/>
                    </a:cubicBezTo>
                    <a:cubicBezTo>
                      <a:pt x="22" y="22"/>
                      <a:pt x="21" y="23"/>
                      <a:pt x="21" y="24"/>
                    </a:cubicBezTo>
                    <a:cubicBezTo>
                      <a:pt x="22" y="27"/>
                      <a:pt x="26" y="24"/>
                      <a:pt x="27" y="23"/>
                    </a:cubicBezTo>
                    <a:cubicBezTo>
                      <a:pt x="28" y="22"/>
                      <a:pt x="31" y="20"/>
                      <a:pt x="32" y="21"/>
                    </a:cubicBezTo>
                    <a:cubicBezTo>
                      <a:pt x="34" y="23"/>
                      <a:pt x="36" y="20"/>
                      <a:pt x="39" y="21"/>
                    </a:cubicBezTo>
                    <a:cubicBezTo>
                      <a:pt x="40" y="20"/>
                      <a:pt x="38" y="18"/>
                      <a:pt x="38" y="18"/>
                    </a:cubicBezTo>
                    <a:cubicBezTo>
                      <a:pt x="37" y="16"/>
                      <a:pt x="38" y="14"/>
                      <a:pt x="36" y="14"/>
                    </a:cubicBezTo>
                    <a:cubicBezTo>
                      <a:pt x="33" y="15"/>
                      <a:pt x="31" y="12"/>
                      <a:pt x="32" y="9"/>
                    </a:cubicBezTo>
                    <a:cubicBezTo>
                      <a:pt x="32" y="9"/>
                      <a:pt x="31" y="9"/>
                      <a:pt x="30" y="10"/>
                    </a:cubicBezTo>
                    <a:cubicBezTo>
                      <a:pt x="29" y="10"/>
                      <a:pt x="31" y="9"/>
                      <a:pt x="30"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0" name="Freeform 697">
                <a:extLst>
                  <a:ext uri="{FF2B5EF4-FFF2-40B4-BE49-F238E27FC236}">
                    <a16:creationId xmlns:a16="http://schemas.microsoft.com/office/drawing/2014/main" id="{2973E6C0-D7F7-8541-B7AB-5E05AE2FE54C}"/>
                  </a:ext>
                </a:extLst>
              </p:cNvPr>
              <p:cNvSpPr>
                <a:spLocks/>
              </p:cNvSpPr>
              <p:nvPr/>
            </p:nvSpPr>
            <p:spPr bwMode="auto">
              <a:xfrm>
                <a:off x="14515484" y="7230053"/>
                <a:ext cx="773889" cy="691265"/>
              </a:xfrm>
              <a:custGeom>
                <a:avLst/>
                <a:gdLst>
                  <a:gd name="T0" fmla="*/ 8 w 83"/>
                  <a:gd name="T1" fmla="*/ 51 h 74"/>
                  <a:gd name="T2" fmla="*/ 9 w 83"/>
                  <a:gd name="T3" fmla="*/ 54 h 74"/>
                  <a:gd name="T4" fmla="*/ 11 w 83"/>
                  <a:gd name="T5" fmla="*/ 57 h 74"/>
                  <a:gd name="T6" fmla="*/ 5 w 83"/>
                  <a:gd name="T7" fmla="*/ 61 h 74"/>
                  <a:gd name="T8" fmla="*/ 3 w 83"/>
                  <a:gd name="T9" fmla="*/ 64 h 74"/>
                  <a:gd name="T10" fmla="*/ 6 w 83"/>
                  <a:gd name="T11" fmla="*/ 66 h 74"/>
                  <a:gd name="T12" fmla="*/ 13 w 83"/>
                  <a:gd name="T13" fmla="*/ 64 h 74"/>
                  <a:gd name="T14" fmla="*/ 19 w 83"/>
                  <a:gd name="T15" fmla="*/ 65 h 74"/>
                  <a:gd name="T16" fmla="*/ 23 w 83"/>
                  <a:gd name="T17" fmla="*/ 65 h 74"/>
                  <a:gd name="T18" fmla="*/ 28 w 83"/>
                  <a:gd name="T19" fmla="*/ 64 h 74"/>
                  <a:gd name="T20" fmla="*/ 29 w 83"/>
                  <a:gd name="T21" fmla="*/ 67 h 74"/>
                  <a:gd name="T22" fmla="*/ 32 w 83"/>
                  <a:gd name="T23" fmla="*/ 69 h 74"/>
                  <a:gd name="T24" fmla="*/ 33 w 83"/>
                  <a:gd name="T25" fmla="*/ 73 h 74"/>
                  <a:gd name="T26" fmla="*/ 34 w 83"/>
                  <a:gd name="T27" fmla="*/ 71 h 74"/>
                  <a:gd name="T28" fmla="*/ 36 w 83"/>
                  <a:gd name="T29" fmla="*/ 73 h 74"/>
                  <a:gd name="T30" fmla="*/ 43 w 83"/>
                  <a:gd name="T31" fmla="*/ 71 h 74"/>
                  <a:gd name="T32" fmla="*/ 46 w 83"/>
                  <a:gd name="T33" fmla="*/ 70 h 74"/>
                  <a:gd name="T34" fmla="*/ 50 w 83"/>
                  <a:gd name="T35" fmla="*/ 70 h 74"/>
                  <a:gd name="T36" fmla="*/ 48 w 83"/>
                  <a:gd name="T37" fmla="*/ 64 h 74"/>
                  <a:gd name="T38" fmla="*/ 46 w 83"/>
                  <a:gd name="T39" fmla="*/ 61 h 74"/>
                  <a:gd name="T40" fmla="*/ 44 w 83"/>
                  <a:gd name="T41" fmla="*/ 57 h 74"/>
                  <a:gd name="T42" fmla="*/ 46 w 83"/>
                  <a:gd name="T43" fmla="*/ 52 h 74"/>
                  <a:gd name="T44" fmla="*/ 49 w 83"/>
                  <a:gd name="T45" fmla="*/ 52 h 74"/>
                  <a:gd name="T46" fmla="*/ 52 w 83"/>
                  <a:gd name="T47" fmla="*/ 52 h 74"/>
                  <a:gd name="T48" fmla="*/ 57 w 83"/>
                  <a:gd name="T49" fmla="*/ 46 h 74"/>
                  <a:gd name="T50" fmla="*/ 60 w 83"/>
                  <a:gd name="T51" fmla="*/ 44 h 74"/>
                  <a:gd name="T52" fmla="*/ 62 w 83"/>
                  <a:gd name="T53" fmla="*/ 41 h 74"/>
                  <a:gd name="T54" fmla="*/ 65 w 83"/>
                  <a:gd name="T55" fmla="*/ 39 h 74"/>
                  <a:gd name="T56" fmla="*/ 66 w 83"/>
                  <a:gd name="T57" fmla="*/ 37 h 74"/>
                  <a:gd name="T58" fmla="*/ 69 w 83"/>
                  <a:gd name="T59" fmla="*/ 33 h 74"/>
                  <a:gd name="T60" fmla="*/ 71 w 83"/>
                  <a:gd name="T61" fmla="*/ 27 h 74"/>
                  <a:gd name="T62" fmla="*/ 66 w 83"/>
                  <a:gd name="T63" fmla="*/ 23 h 74"/>
                  <a:gd name="T64" fmla="*/ 65 w 83"/>
                  <a:gd name="T65" fmla="*/ 16 h 74"/>
                  <a:gd name="T66" fmla="*/ 70 w 83"/>
                  <a:gd name="T67" fmla="*/ 14 h 74"/>
                  <a:gd name="T68" fmla="*/ 74 w 83"/>
                  <a:gd name="T69" fmla="*/ 15 h 74"/>
                  <a:gd name="T70" fmla="*/ 77 w 83"/>
                  <a:gd name="T71" fmla="*/ 13 h 74"/>
                  <a:gd name="T72" fmla="*/ 83 w 83"/>
                  <a:gd name="T73" fmla="*/ 10 h 74"/>
                  <a:gd name="T74" fmla="*/ 76 w 83"/>
                  <a:gd name="T75" fmla="*/ 6 h 74"/>
                  <a:gd name="T76" fmla="*/ 74 w 83"/>
                  <a:gd name="T77" fmla="*/ 2 h 74"/>
                  <a:gd name="T78" fmla="*/ 71 w 83"/>
                  <a:gd name="T79" fmla="*/ 0 h 74"/>
                  <a:gd name="T80" fmla="*/ 65 w 83"/>
                  <a:gd name="T81" fmla="*/ 1 h 74"/>
                  <a:gd name="T82" fmla="*/ 56 w 83"/>
                  <a:gd name="T83" fmla="*/ 4 h 74"/>
                  <a:gd name="T84" fmla="*/ 53 w 83"/>
                  <a:gd name="T85" fmla="*/ 8 h 74"/>
                  <a:gd name="T86" fmla="*/ 51 w 83"/>
                  <a:gd name="T87" fmla="*/ 13 h 74"/>
                  <a:gd name="T88" fmla="*/ 48 w 83"/>
                  <a:gd name="T89" fmla="*/ 18 h 74"/>
                  <a:gd name="T90" fmla="*/ 47 w 83"/>
                  <a:gd name="T91" fmla="*/ 21 h 74"/>
                  <a:gd name="T92" fmla="*/ 43 w 83"/>
                  <a:gd name="T93" fmla="*/ 24 h 74"/>
                  <a:gd name="T94" fmla="*/ 41 w 83"/>
                  <a:gd name="T95" fmla="*/ 30 h 74"/>
                  <a:gd name="T96" fmla="*/ 38 w 83"/>
                  <a:gd name="T97" fmla="*/ 30 h 74"/>
                  <a:gd name="T98" fmla="*/ 34 w 83"/>
                  <a:gd name="T99" fmla="*/ 32 h 74"/>
                  <a:gd name="T100" fmla="*/ 30 w 83"/>
                  <a:gd name="T101" fmla="*/ 33 h 74"/>
                  <a:gd name="T102" fmla="*/ 27 w 83"/>
                  <a:gd name="T103" fmla="*/ 37 h 74"/>
                  <a:gd name="T104" fmla="*/ 22 w 83"/>
                  <a:gd name="T105" fmla="*/ 42 h 74"/>
                  <a:gd name="T106" fmla="*/ 13 w 83"/>
                  <a:gd name="T107" fmla="*/ 43 h 74"/>
                  <a:gd name="T108" fmla="*/ 0 w 83"/>
                  <a:gd name="T109" fmla="*/ 40 h 74"/>
                  <a:gd name="T110" fmla="*/ 3 w 83"/>
                  <a:gd name="T111" fmla="*/ 46 h 74"/>
                  <a:gd name="T112" fmla="*/ 8 w 83"/>
                  <a:gd name="T113" fmla="*/ 5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 h="74">
                    <a:moveTo>
                      <a:pt x="8" y="51"/>
                    </a:moveTo>
                    <a:cubicBezTo>
                      <a:pt x="8" y="52"/>
                      <a:pt x="8" y="53"/>
                      <a:pt x="9" y="54"/>
                    </a:cubicBezTo>
                    <a:cubicBezTo>
                      <a:pt x="10" y="55"/>
                      <a:pt x="11" y="56"/>
                      <a:pt x="11" y="57"/>
                    </a:cubicBezTo>
                    <a:cubicBezTo>
                      <a:pt x="11" y="58"/>
                      <a:pt x="6" y="60"/>
                      <a:pt x="5" y="61"/>
                    </a:cubicBezTo>
                    <a:cubicBezTo>
                      <a:pt x="4" y="61"/>
                      <a:pt x="3" y="62"/>
                      <a:pt x="3" y="64"/>
                    </a:cubicBezTo>
                    <a:cubicBezTo>
                      <a:pt x="3" y="66"/>
                      <a:pt x="3" y="66"/>
                      <a:pt x="6" y="66"/>
                    </a:cubicBezTo>
                    <a:cubicBezTo>
                      <a:pt x="8" y="65"/>
                      <a:pt x="11" y="65"/>
                      <a:pt x="13" y="64"/>
                    </a:cubicBezTo>
                    <a:cubicBezTo>
                      <a:pt x="15" y="64"/>
                      <a:pt x="17" y="64"/>
                      <a:pt x="19" y="65"/>
                    </a:cubicBezTo>
                    <a:cubicBezTo>
                      <a:pt x="20" y="65"/>
                      <a:pt x="22" y="65"/>
                      <a:pt x="23" y="65"/>
                    </a:cubicBezTo>
                    <a:cubicBezTo>
                      <a:pt x="25" y="65"/>
                      <a:pt x="26" y="64"/>
                      <a:pt x="28" y="64"/>
                    </a:cubicBezTo>
                    <a:cubicBezTo>
                      <a:pt x="29" y="64"/>
                      <a:pt x="29" y="66"/>
                      <a:pt x="29" y="67"/>
                    </a:cubicBezTo>
                    <a:cubicBezTo>
                      <a:pt x="30" y="68"/>
                      <a:pt x="31" y="68"/>
                      <a:pt x="32" y="69"/>
                    </a:cubicBezTo>
                    <a:cubicBezTo>
                      <a:pt x="32" y="70"/>
                      <a:pt x="33" y="72"/>
                      <a:pt x="33" y="73"/>
                    </a:cubicBezTo>
                    <a:cubicBezTo>
                      <a:pt x="35" y="74"/>
                      <a:pt x="34" y="72"/>
                      <a:pt x="34" y="71"/>
                    </a:cubicBezTo>
                    <a:cubicBezTo>
                      <a:pt x="35" y="71"/>
                      <a:pt x="36" y="73"/>
                      <a:pt x="36" y="73"/>
                    </a:cubicBezTo>
                    <a:cubicBezTo>
                      <a:pt x="38" y="72"/>
                      <a:pt x="40" y="70"/>
                      <a:pt x="43" y="71"/>
                    </a:cubicBezTo>
                    <a:cubicBezTo>
                      <a:pt x="44" y="71"/>
                      <a:pt x="45" y="71"/>
                      <a:pt x="46" y="70"/>
                    </a:cubicBezTo>
                    <a:cubicBezTo>
                      <a:pt x="47" y="70"/>
                      <a:pt x="49" y="70"/>
                      <a:pt x="50" y="70"/>
                    </a:cubicBezTo>
                    <a:cubicBezTo>
                      <a:pt x="51" y="69"/>
                      <a:pt x="49" y="64"/>
                      <a:pt x="48" y="64"/>
                    </a:cubicBezTo>
                    <a:cubicBezTo>
                      <a:pt x="47" y="63"/>
                      <a:pt x="46" y="63"/>
                      <a:pt x="46" y="61"/>
                    </a:cubicBezTo>
                    <a:cubicBezTo>
                      <a:pt x="46" y="59"/>
                      <a:pt x="45" y="58"/>
                      <a:pt x="44" y="57"/>
                    </a:cubicBezTo>
                    <a:cubicBezTo>
                      <a:pt x="41" y="56"/>
                      <a:pt x="45" y="54"/>
                      <a:pt x="46" y="52"/>
                    </a:cubicBezTo>
                    <a:cubicBezTo>
                      <a:pt x="47" y="52"/>
                      <a:pt x="47" y="51"/>
                      <a:pt x="49" y="52"/>
                    </a:cubicBezTo>
                    <a:cubicBezTo>
                      <a:pt x="51" y="54"/>
                      <a:pt x="50" y="52"/>
                      <a:pt x="52" y="52"/>
                    </a:cubicBezTo>
                    <a:cubicBezTo>
                      <a:pt x="56" y="51"/>
                      <a:pt x="55" y="48"/>
                      <a:pt x="57" y="46"/>
                    </a:cubicBezTo>
                    <a:cubicBezTo>
                      <a:pt x="58" y="45"/>
                      <a:pt x="60" y="45"/>
                      <a:pt x="60" y="44"/>
                    </a:cubicBezTo>
                    <a:cubicBezTo>
                      <a:pt x="61" y="43"/>
                      <a:pt x="62" y="42"/>
                      <a:pt x="62" y="41"/>
                    </a:cubicBezTo>
                    <a:cubicBezTo>
                      <a:pt x="62" y="40"/>
                      <a:pt x="64" y="39"/>
                      <a:pt x="65" y="39"/>
                    </a:cubicBezTo>
                    <a:cubicBezTo>
                      <a:pt x="66" y="39"/>
                      <a:pt x="66" y="37"/>
                      <a:pt x="66" y="37"/>
                    </a:cubicBezTo>
                    <a:cubicBezTo>
                      <a:pt x="66" y="34"/>
                      <a:pt x="70" y="36"/>
                      <a:pt x="69" y="33"/>
                    </a:cubicBezTo>
                    <a:cubicBezTo>
                      <a:pt x="69" y="30"/>
                      <a:pt x="68" y="29"/>
                      <a:pt x="71" y="27"/>
                    </a:cubicBezTo>
                    <a:cubicBezTo>
                      <a:pt x="72" y="27"/>
                      <a:pt x="67" y="24"/>
                      <a:pt x="66" y="23"/>
                    </a:cubicBezTo>
                    <a:cubicBezTo>
                      <a:pt x="65" y="21"/>
                      <a:pt x="66" y="18"/>
                      <a:pt x="65" y="16"/>
                    </a:cubicBezTo>
                    <a:cubicBezTo>
                      <a:pt x="65" y="13"/>
                      <a:pt x="68" y="13"/>
                      <a:pt x="70" y="14"/>
                    </a:cubicBezTo>
                    <a:cubicBezTo>
                      <a:pt x="71" y="14"/>
                      <a:pt x="73" y="15"/>
                      <a:pt x="74" y="15"/>
                    </a:cubicBezTo>
                    <a:cubicBezTo>
                      <a:pt x="76" y="15"/>
                      <a:pt x="76" y="14"/>
                      <a:pt x="77" y="13"/>
                    </a:cubicBezTo>
                    <a:cubicBezTo>
                      <a:pt x="80" y="13"/>
                      <a:pt x="81" y="13"/>
                      <a:pt x="83" y="10"/>
                    </a:cubicBezTo>
                    <a:cubicBezTo>
                      <a:pt x="80" y="9"/>
                      <a:pt x="77" y="8"/>
                      <a:pt x="76" y="6"/>
                    </a:cubicBezTo>
                    <a:cubicBezTo>
                      <a:pt x="75" y="5"/>
                      <a:pt x="75" y="3"/>
                      <a:pt x="74" y="2"/>
                    </a:cubicBezTo>
                    <a:cubicBezTo>
                      <a:pt x="73" y="1"/>
                      <a:pt x="72" y="1"/>
                      <a:pt x="71" y="0"/>
                    </a:cubicBezTo>
                    <a:cubicBezTo>
                      <a:pt x="69" y="0"/>
                      <a:pt x="66" y="1"/>
                      <a:pt x="65" y="1"/>
                    </a:cubicBezTo>
                    <a:cubicBezTo>
                      <a:pt x="61" y="0"/>
                      <a:pt x="59" y="2"/>
                      <a:pt x="56" y="4"/>
                    </a:cubicBezTo>
                    <a:cubicBezTo>
                      <a:pt x="53" y="5"/>
                      <a:pt x="51" y="5"/>
                      <a:pt x="53" y="8"/>
                    </a:cubicBezTo>
                    <a:cubicBezTo>
                      <a:pt x="55" y="10"/>
                      <a:pt x="53" y="12"/>
                      <a:pt x="51" y="13"/>
                    </a:cubicBezTo>
                    <a:cubicBezTo>
                      <a:pt x="49" y="15"/>
                      <a:pt x="52" y="19"/>
                      <a:pt x="48" y="18"/>
                    </a:cubicBezTo>
                    <a:cubicBezTo>
                      <a:pt x="43" y="18"/>
                      <a:pt x="47" y="19"/>
                      <a:pt x="47" y="21"/>
                    </a:cubicBezTo>
                    <a:cubicBezTo>
                      <a:pt x="48" y="22"/>
                      <a:pt x="44" y="23"/>
                      <a:pt x="43" y="24"/>
                    </a:cubicBezTo>
                    <a:cubicBezTo>
                      <a:pt x="42" y="26"/>
                      <a:pt x="42" y="30"/>
                      <a:pt x="41" y="30"/>
                    </a:cubicBezTo>
                    <a:cubicBezTo>
                      <a:pt x="40" y="31"/>
                      <a:pt x="39" y="30"/>
                      <a:pt x="38" y="30"/>
                    </a:cubicBezTo>
                    <a:cubicBezTo>
                      <a:pt x="36" y="30"/>
                      <a:pt x="35" y="31"/>
                      <a:pt x="34" y="32"/>
                    </a:cubicBezTo>
                    <a:cubicBezTo>
                      <a:pt x="32" y="33"/>
                      <a:pt x="31" y="32"/>
                      <a:pt x="30" y="33"/>
                    </a:cubicBezTo>
                    <a:cubicBezTo>
                      <a:pt x="28" y="34"/>
                      <a:pt x="28" y="35"/>
                      <a:pt x="27" y="37"/>
                    </a:cubicBezTo>
                    <a:cubicBezTo>
                      <a:pt x="27" y="40"/>
                      <a:pt x="25" y="41"/>
                      <a:pt x="22" y="42"/>
                    </a:cubicBezTo>
                    <a:cubicBezTo>
                      <a:pt x="19" y="43"/>
                      <a:pt x="16" y="43"/>
                      <a:pt x="13" y="43"/>
                    </a:cubicBezTo>
                    <a:cubicBezTo>
                      <a:pt x="8" y="43"/>
                      <a:pt x="4" y="42"/>
                      <a:pt x="0" y="40"/>
                    </a:cubicBezTo>
                    <a:cubicBezTo>
                      <a:pt x="1" y="42"/>
                      <a:pt x="2" y="44"/>
                      <a:pt x="3" y="46"/>
                    </a:cubicBezTo>
                    <a:cubicBezTo>
                      <a:pt x="4" y="47"/>
                      <a:pt x="8" y="48"/>
                      <a:pt x="8" y="5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1" name="Freeform 698">
                <a:extLst>
                  <a:ext uri="{FF2B5EF4-FFF2-40B4-BE49-F238E27FC236}">
                    <a16:creationId xmlns:a16="http://schemas.microsoft.com/office/drawing/2014/main" id="{9F498D11-9AE1-B543-869D-8146909E59F4}"/>
                  </a:ext>
                </a:extLst>
              </p:cNvPr>
              <p:cNvSpPr>
                <a:spLocks/>
              </p:cNvSpPr>
              <p:nvPr/>
            </p:nvSpPr>
            <p:spPr bwMode="auto">
              <a:xfrm>
                <a:off x="14477266" y="7144043"/>
                <a:ext cx="700638" cy="496944"/>
              </a:xfrm>
              <a:custGeom>
                <a:avLst/>
                <a:gdLst>
                  <a:gd name="T0" fmla="*/ 72 w 75"/>
                  <a:gd name="T1" fmla="*/ 7 h 53"/>
                  <a:gd name="T2" fmla="*/ 69 w 75"/>
                  <a:gd name="T3" fmla="*/ 8 h 53"/>
                  <a:gd name="T4" fmla="*/ 67 w 75"/>
                  <a:gd name="T5" fmla="*/ 7 h 53"/>
                  <a:gd name="T6" fmla="*/ 62 w 75"/>
                  <a:gd name="T7" fmla="*/ 10 h 53"/>
                  <a:gd name="T8" fmla="*/ 57 w 75"/>
                  <a:gd name="T9" fmla="*/ 11 h 53"/>
                  <a:gd name="T10" fmla="*/ 57 w 75"/>
                  <a:gd name="T11" fmla="*/ 4 h 53"/>
                  <a:gd name="T12" fmla="*/ 54 w 75"/>
                  <a:gd name="T13" fmla="*/ 1 h 53"/>
                  <a:gd name="T14" fmla="*/ 50 w 75"/>
                  <a:gd name="T15" fmla="*/ 6 h 53"/>
                  <a:gd name="T16" fmla="*/ 47 w 75"/>
                  <a:gd name="T17" fmla="*/ 8 h 53"/>
                  <a:gd name="T18" fmla="*/ 44 w 75"/>
                  <a:gd name="T19" fmla="*/ 8 h 53"/>
                  <a:gd name="T20" fmla="*/ 39 w 75"/>
                  <a:gd name="T21" fmla="*/ 10 h 53"/>
                  <a:gd name="T22" fmla="*/ 34 w 75"/>
                  <a:gd name="T23" fmla="*/ 7 h 53"/>
                  <a:gd name="T24" fmla="*/ 28 w 75"/>
                  <a:gd name="T25" fmla="*/ 6 h 53"/>
                  <a:gd name="T26" fmla="*/ 27 w 75"/>
                  <a:gd name="T27" fmla="*/ 8 h 53"/>
                  <a:gd name="T28" fmla="*/ 24 w 75"/>
                  <a:gd name="T29" fmla="*/ 9 h 53"/>
                  <a:gd name="T30" fmla="*/ 21 w 75"/>
                  <a:gd name="T31" fmla="*/ 14 h 53"/>
                  <a:gd name="T32" fmla="*/ 15 w 75"/>
                  <a:gd name="T33" fmla="*/ 17 h 53"/>
                  <a:gd name="T34" fmla="*/ 11 w 75"/>
                  <a:gd name="T35" fmla="*/ 19 h 53"/>
                  <a:gd name="T36" fmla="*/ 5 w 75"/>
                  <a:gd name="T37" fmla="*/ 16 h 53"/>
                  <a:gd name="T38" fmla="*/ 4 w 75"/>
                  <a:gd name="T39" fmla="*/ 23 h 53"/>
                  <a:gd name="T40" fmla="*/ 3 w 75"/>
                  <a:gd name="T41" fmla="*/ 29 h 53"/>
                  <a:gd name="T42" fmla="*/ 2 w 75"/>
                  <a:gd name="T43" fmla="*/ 33 h 53"/>
                  <a:gd name="T44" fmla="*/ 3 w 75"/>
                  <a:gd name="T45" fmla="*/ 37 h 53"/>
                  <a:gd name="T46" fmla="*/ 4 w 75"/>
                  <a:gd name="T47" fmla="*/ 40 h 53"/>
                  <a:gd name="T48" fmla="*/ 8 w 75"/>
                  <a:gd name="T49" fmla="*/ 43 h 53"/>
                  <a:gd name="T50" fmla="*/ 4 w 75"/>
                  <a:gd name="T51" fmla="*/ 49 h 53"/>
                  <a:gd name="T52" fmla="*/ 29 w 75"/>
                  <a:gd name="T53" fmla="*/ 50 h 53"/>
                  <a:gd name="T54" fmla="*/ 32 w 75"/>
                  <a:gd name="T55" fmla="*/ 43 h 53"/>
                  <a:gd name="T56" fmla="*/ 39 w 75"/>
                  <a:gd name="T57" fmla="*/ 40 h 53"/>
                  <a:gd name="T58" fmla="*/ 43 w 75"/>
                  <a:gd name="T59" fmla="*/ 39 h 53"/>
                  <a:gd name="T60" fmla="*/ 45 w 75"/>
                  <a:gd name="T61" fmla="*/ 39 h 53"/>
                  <a:gd name="T62" fmla="*/ 47 w 75"/>
                  <a:gd name="T63" fmla="*/ 33 h 53"/>
                  <a:gd name="T64" fmla="*/ 51 w 75"/>
                  <a:gd name="T65" fmla="*/ 30 h 53"/>
                  <a:gd name="T66" fmla="*/ 51 w 75"/>
                  <a:gd name="T67" fmla="*/ 27 h 53"/>
                  <a:gd name="T68" fmla="*/ 55 w 75"/>
                  <a:gd name="T69" fmla="*/ 26 h 53"/>
                  <a:gd name="T70" fmla="*/ 55 w 75"/>
                  <a:gd name="T71" fmla="*/ 23 h 53"/>
                  <a:gd name="T72" fmla="*/ 58 w 75"/>
                  <a:gd name="T73" fmla="*/ 19 h 53"/>
                  <a:gd name="T74" fmla="*/ 56 w 75"/>
                  <a:gd name="T75" fmla="*/ 14 h 53"/>
                  <a:gd name="T76" fmla="*/ 63 w 75"/>
                  <a:gd name="T77" fmla="*/ 11 h 53"/>
                  <a:gd name="T78" fmla="*/ 70 w 75"/>
                  <a:gd name="T79" fmla="*/ 10 h 53"/>
                  <a:gd name="T80" fmla="*/ 74 w 75"/>
                  <a:gd name="T81" fmla="*/ 9 h 53"/>
                  <a:gd name="T82" fmla="*/ 75 w 75"/>
                  <a:gd name="T83" fmla="*/ 7 h 53"/>
                  <a:gd name="T84" fmla="*/ 72 w 75"/>
                  <a:gd name="T85" fmla="*/ 7 h 53"/>
                  <a:gd name="T86" fmla="*/ 72 w 75"/>
                  <a:gd name="T87"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5" h="53">
                    <a:moveTo>
                      <a:pt x="72" y="7"/>
                    </a:moveTo>
                    <a:cubicBezTo>
                      <a:pt x="71" y="7"/>
                      <a:pt x="70" y="9"/>
                      <a:pt x="69" y="8"/>
                    </a:cubicBezTo>
                    <a:cubicBezTo>
                      <a:pt x="68" y="8"/>
                      <a:pt x="68" y="6"/>
                      <a:pt x="67" y="7"/>
                    </a:cubicBezTo>
                    <a:cubicBezTo>
                      <a:pt x="65" y="7"/>
                      <a:pt x="63" y="9"/>
                      <a:pt x="62" y="10"/>
                    </a:cubicBezTo>
                    <a:cubicBezTo>
                      <a:pt x="61" y="10"/>
                      <a:pt x="59" y="12"/>
                      <a:pt x="57" y="11"/>
                    </a:cubicBezTo>
                    <a:cubicBezTo>
                      <a:pt x="56" y="10"/>
                      <a:pt x="59" y="6"/>
                      <a:pt x="57" y="4"/>
                    </a:cubicBezTo>
                    <a:cubicBezTo>
                      <a:pt x="57" y="4"/>
                      <a:pt x="55" y="0"/>
                      <a:pt x="54" y="1"/>
                    </a:cubicBezTo>
                    <a:cubicBezTo>
                      <a:pt x="53" y="3"/>
                      <a:pt x="52" y="5"/>
                      <a:pt x="50" y="6"/>
                    </a:cubicBezTo>
                    <a:cubicBezTo>
                      <a:pt x="48" y="7"/>
                      <a:pt x="47" y="6"/>
                      <a:pt x="47" y="8"/>
                    </a:cubicBezTo>
                    <a:cubicBezTo>
                      <a:pt x="46" y="11"/>
                      <a:pt x="45" y="7"/>
                      <a:pt x="44" y="8"/>
                    </a:cubicBezTo>
                    <a:cubicBezTo>
                      <a:pt x="42" y="9"/>
                      <a:pt x="41" y="10"/>
                      <a:pt x="39" y="10"/>
                    </a:cubicBezTo>
                    <a:cubicBezTo>
                      <a:pt x="37" y="9"/>
                      <a:pt x="35" y="8"/>
                      <a:pt x="34" y="7"/>
                    </a:cubicBezTo>
                    <a:cubicBezTo>
                      <a:pt x="33" y="7"/>
                      <a:pt x="28" y="6"/>
                      <a:pt x="28" y="6"/>
                    </a:cubicBezTo>
                    <a:cubicBezTo>
                      <a:pt x="27" y="7"/>
                      <a:pt x="28" y="8"/>
                      <a:pt x="27" y="8"/>
                    </a:cubicBezTo>
                    <a:cubicBezTo>
                      <a:pt x="26" y="8"/>
                      <a:pt x="24" y="8"/>
                      <a:pt x="24" y="9"/>
                    </a:cubicBezTo>
                    <a:cubicBezTo>
                      <a:pt x="23" y="11"/>
                      <a:pt x="23" y="13"/>
                      <a:pt x="21" y="14"/>
                    </a:cubicBezTo>
                    <a:cubicBezTo>
                      <a:pt x="18" y="16"/>
                      <a:pt x="17" y="15"/>
                      <a:pt x="15" y="17"/>
                    </a:cubicBezTo>
                    <a:cubicBezTo>
                      <a:pt x="14" y="19"/>
                      <a:pt x="12" y="19"/>
                      <a:pt x="11" y="19"/>
                    </a:cubicBezTo>
                    <a:cubicBezTo>
                      <a:pt x="10" y="18"/>
                      <a:pt x="5" y="17"/>
                      <a:pt x="5" y="16"/>
                    </a:cubicBezTo>
                    <a:cubicBezTo>
                      <a:pt x="5" y="19"/>
                      <a:pt x="5" y="21"/>
                      <a:pt x="4" y="23"/>
                    </a:cubicBezTo>
                    <a:cubicBezTo>
                      <a:pt x="2" y="25"/>
                      <a:pt x="0" y="27"/>
                      <a:pt x="3" y="29"/>
                    </a:cubicBezTo>
                    <a:cubicBezTo>
                      <a:pt x="4" y="30"/>
                      <a:pt x="2" y="31"/>
                      <a:pt x="2" y="33"/>
                    </a:cubicBezTo>
                    <a:cubicBezTo>
                      <a:pt x="2" y="34"/>
                      <a:pt x="2" y="36"/>
                      <a:pt x="3" y="37"/>
                    </a:cubicBezTo>
                    <a:cubicBezTo>
                      <a:pt x="3" y="39"/>
                      <a:pt x="2" y="40"/>
                      <a:pt x="4" y="40"/>
                    </a:cubicBezTo>
                    <a:cubicBezTo>
                      <a:pt x="7" y="41"/>
                      <a:pt x="8" y="40"/>
                      <a:pt x="8" y="43"/>
                    </a:cubicBezTo>
                    <a:cubicBezTo>
                      <a:pt x="8" y="45"/>
                      <a:pt x="5" y="48"/>
                      <a:pt x="4" y="49"/>
                    </a:cubicBezTo>
                    <a:cubicBezTo>
                      <a:pt x="12" y="53"/>
                      <a:pt x="21" y="52"/>
                      <a:pt x="29" y="50"/>
                    </a:cubicBezTo>
                    <a:cubicBezTo>
                      <a:pt x="32" y="49"/>
                      <a:pt x="31" y="45"/>
                      <a:pt x="32" y="43"/>
                    </a:cubicBezTo>
                    <a:cubicBezTo>
                      <a:pt x="33" y="41"/>
                      <a:pt x="37" y="42"/>
                      <a:pt x="39" y="40"/>
                    </a:cubicBezTo>
                    <a:cubicBezTo>
                      <a:pt x="40" y="40"/>
                      <a:pt x="41" y="39"/>
                      <a:pt x="43" y="39"/>
                    </a:cubicBezTo>
                    <a:cubicBezTo>
                      <a:pt x="43" y="39"/>
                      <a:pt x="45" y="40"/>
                      <a:pt x="45" y="39"/>
                    </a:cubicBezTo>
                    <a:cubicBezTo>
                      <a:pt x="46" y="37"/>
                      <a:pt x="46" y="35"/>
                      <a:pt x="47" y="33"/>
                    </a:cubicBezTo>
                    <a:cubicBezTo>
                      <a:pt x="48" y="32"/>
                      <a:pt x="52" y="31"/>
                      <a:pt x="51" y="30"/>
                    </a:cubicBezTo>
                    <a:cubicBezTo>
                      <a:pt x="51" y="29"/>
                      <a:pt x="47" y="27"/>
                      <a:pt x="51" y="27"/>
                    </a:cubicBezTo>
                    <a:cubicBezTo>
                      <a:pt x="52" y="27"/>
                      <a:pt x="54" y="28"/>
                      <a:pt x="55" y="26"/>
                    </a:cubicBezTo>
                    <a:cubicBezTo>
                      <a:pt x="55" y="25"/>
                      <a:pt x="54" y="24"/>
                      <a:pt x="55" y="23"/>
                    </a:cubicBezTo>
                    <a:cubicBezTo>
                      <a:pt x="55" y="21"/>
                      <a:pt x="58" y="21"/>
                      <a:pt x="58" y="19"/>
                    </a:cubicBezTo>
                    <a:cubicBezTo>
                      <a:pt x="58" y="17"/>
                      <a:pt x="55" y="16"/>
                      <a:pt x="56" y="14"/>
                    </a:cubicBezTo>
                    <a:cubicBezTo>
                      <a:pt x="58" y="13"/>
                      <a:pt x="61" y="12"/>
                      <a:pt x="63" y="11"/>
                    </a:cubicBezTo>
                    <a:cubicBezTo>
                      <a:pt x="65" y="9"/>
                      <a:pt x="68" y="10"/>
                      <a:pt x="70" y="10"/>
                    </a:cubicBezTo>
                    <a:cubicBezTo>
                      <a:pt x="71" y="10"/>
                      <a:pt x="73" y="10"/>
                      <a:pt x="74" y="9"/>
                    </a:cubicBezTo>
                    <a:cubicBezTo>
                      <a:pt x="74" y="9"/>
                      <a:pt x="75" y="8"/>
                      <a:pt x="75" y="7"/>
                    </a:cubicBezTo>
                    <a:cubicBezTo>
                      <a:pt x="74" y="7"/>
                      <a:pt x="73" y="7"/>
                      <a:pt x="72" y="7"/>
                    </a:cubicBezTo>
                    <a:cubicBezTo>
                      <a:pt x="71" y="8"/>
                      <a:pt x="73" y="7"/>
                      <a:pt x="72" y="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2" name="Freeform 699">
                <a:extLst>
                  <a:ext uri="{FF2B5EF4-FFF2-40B4-BE49-F238E27FC236}">
                    <a16:creationId xmlns:a16="http://schemas.microsoft.com/office/drawing/2014/main" id="{4963D8B7-A03B-594A-84F0-8F86014D0E66}"/>
                  </a:ext>
                </a:extLst>
              </p:cNvPr>
              <p:cNvSpPr>
                <a:spLocks/>
              </p:cNvSpPr>
              <p:nvPr/>
            </p:nvSpPr>
            <p:spPr bwMode="auto">
              <a:xfrm>
                <a:off x="14413572" y="6742664"/>
                <a:ext cx="25477" cy="38227"/>
              </a:xfrm>
              <a:custGeom>
                <a:avLst/>
                <a:gdLst>
                  <a:gd name="T0" fmla="*/ 3 w 3"/>
                  <a:gd name="T1" fmla="*/ 2 h 4"/>
                  <a:gd name="T2" fmla="*/ 1 w 3"/>
                  <a:gd name="T3" fmla="*/ 1 h 4"/>
                  <a:gd name="T4" fmla="*/ 3 w 3"/>
                  <a:gd name="T5" fmla="*/ 4 h 4"/>
                  <a:gd name="T6" fmla="*/ 3 w 3"/>
                  <a:gd name="T7" fmla="*/ 2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0"/>
                      <a:pt x="1" y="1"/>
                    </a:cubicBezTo>
                    <a:cubicBezTo>
                      <a:pt x="0" y="2"/>
                      <a:pt x="2" y="3"/>
                      <a:pt x="3" y="4"/>
                    </a:cubicBezTo>
                    <a:cubicBezTo>
                      <a:pt x="3" y="3"/>
                      <a:pt x="3" y="2"/>
                      <a:pt x="3" y="2"/>
                    </a:cubicBezTo>
                    <a:cubicBezTo>
                      <a:pt x="2" y="1"/>
                      <a:pt x="3" y="2"/>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3" name="Freeform 700">
                <a:extLst>
                  <a:ext uri="{FF2B5EF4-FFF2-40B4-BE49-F238E27FC236}">
                    <a16:creationId xmlns:a16="http://schemas.microsoft.com/office/drawing/2014/main" id="{CC56AF95-51C7-BE44-841B-5FC950D4D2BC}"/>
                  </a:ext>
                </a:extLst>
              </p:cNvPr>
              <p:cNvSpPr>
                <a:spLocks noEditPoints="1"/>
              </p:cNvSpPr>
              <p:nvPr/>
            </p:nvSpPr>
            <p:spPr bwMode="auto">
              <a:xfrm>
                <a:off x="13824398" y="6153340"/>
                <a:ext cx="1894907" cy="907882"/>
              </a:xfrm>
              <a:custGeom>
                <a:avLst/>
                <a:gdLst>
                  <a:gd name="T0" fmla="*/ 194 w 203"/>
                  <a:gd name="T1" fmla="*/ 37 h 97"/>
                  <a:gd name="T2" fmla="*/ 177 w 203"/>
                  <a:gd name="T3" fmla="*/ 31 h 97"/>
                  <a:gd name="T4" fmla="*/ 163 w 203"/>
                  <a:gd name="T5" fmla="*/ 19 h 97"/>
                  <a:gd name="T6" fmla="*/ 154 w 203"/>
                  <a:gd name="T7" fmla="*/ 7 h 97"/>
                  <a:gd name="T8" fmla="*/ 137 w 203"/>
                  <a:gd name="T9" fmla="*/ 10 h 97"/>
                  <a:gd name="T10" fmla="*/ 129 w 203"/>
                  <a:gd name="T11" fmla="*/ 8 h 97"/>
                  <a:gd name="T12" fmla="*/ 112 w 203"/>
                  <a:gd name="T13" fmla="*/ 2 h 97"/>
                  <a:gd name="T14" fmla="*/ 76 w 203"/>
                  <a:gd name="T15" fmla="*/ 10 h 97"/>
                  <a:gd name="T16" fmla="*/ 75 w 203"/>
                  <a:gd name="T17" fmla="*/ 20 h 97"/>
                  <a:gd name="T18" fmla="*/ 74 w 203"/>
                  <a:gd name="T19" fmla="*/ 31 h 97"/>
                  <a:gd name="T20" fmla="*/ 60 w 203"/>
                  <a:gd name="T21" fmla="*/ 29 h 97"/>
                  <a:gd name="T22" fmla="*/ 48 w 203"/>
                  <a:gd name="T23" fmla="*/ 32 h 97"/>
                  <a:gd name="T24" fmla="*/ 37 w 203"/>
                  <a:gd name="T25" fmla="*/ 27 h 97"/>
                  <a:gd name="T26" fmla="*/ 22 w 203"/>
                  <a:gd name="T27" fmla="*/ 25 h 97"/>
                  <a:gd name="T28" fmla="*/ 13 w 203"/>
                  <a:gd name="T29" fmla="*/ 32 h 97"/>
                  <a:gd name="T30" fmla="*/ 3 w 203"/>
                  <a:gd name="T31" fmla="*/ 38 h 97"/>
                  <a:gd name="T32" fmla="*/ 4 w 203"/>
                  <a:gd name="T33" fmla="*/ 47 h 97"/>
                  <a:gd name="T34" fmla="*/ 14 w 203"/>
                  <a:gd name="T35" fmla="*/ 57 h 97"/>
                  <a:gd name="T36" fmla="*/ 17 w 203"/>
                  <a:gd name="T37" fmla="*/ 57 h 97"/>
                  <a:gd name="T38" fmla="*/ 36 w 203"/>
                  <a:gd name="T39" fmla="*/ 63 h 97"/>
                  <a:gd name="T40" fmla="*/ 33 w 203"/>
                  <a:gd name="T41" fmla="*/ 66 h 97"/>
                  <a:gd name="T42" fmla="*/ 22 w 203"/>
                  <a:gd name="T43" fmla="*/ 72 h 97"/>
                  <a:gd name="T44" fmla="*/ 31 w 203"/>
                  <a:gd name="T45" fmla="*/ 82 h 97"/>
                  <a:gd name="T46" fmla="*/ 48 w 203"/>
                  <a:gd name="T47" fmla="*/ 90 h 97"/>
                  <a:gd name="T48" fmla="*/ 50 w 203"/>
                  <a:gd name="T49" fmla="*/ 68 h 97"/>
                  <a:gd name="T50" fmla="*/ 64 w 203"/>
                  <a:gd name="T51" fmla="*/ 62 h 97"/>
                  <a:gd name="T52" fmla="*/ 72 w 203"/>
                  <a:gd name="T53" fmla="*/ 66 h 97"/>
                  <a:gd name="T54" fmla="*/ 84 w 203"/>
                  <a:gd name="T55" fmla="*/ 76 h 97"/>
                  <a:gd name="T56" fmla="*/ 100 w 203"/>
                  <a:gd name="T57" fmla="*/ 81 h 97"/>
                  <a:gd name="T58" fmla="*/ 107 w 203"/>
                  <a:gd name="T59" fmla="*/ 91 h 97"/>
                  <a:gd name="T60" fmla="*/ 123 w 203"/>
                  <a:gd name="T61" fmla="*/ 85 h 97"/>
                  <a:gd name="T62" fmla="*/ 137 w 203"/>
                  <a:gd name="T63" fmla="*/ 83 h 97"/>
                  <a:gd name="T64" fmla="*/ 153 w 203"/>
                  <a:gd name="T65" fmla="*/ 81 h 97"/>
                  <a:gd name="T66" fmla="*/ 172 w 203"/>
                  <a:gd name="T67" fmla="*/ 76 h 97"/>
                  <a:gd name="T68" fmla="*/ 175 w 203"/>
                  <a:gd name="T69" fmla="*/ 66 h 97"/>
                  <a:gd name="T70" fmla="*/ 182 w 203"/>
                  <a:gd name="T71" fmla="*/ 60 h 97"/>
                  <a:gd name="T72" fmla="*/ 193 w 203"/>
                  <a:gd name="T73" fmla="*/ 56 h 97"/>
                  <a:gd name="T74" fmla="*/ 202 w 203"/>
                  <a:gd name="T75" fmla="*/ 44 h 97"/>
                  <a:gd name="T76" fmla="*/ 201 w 203"/>
                  <a:gd name="T77" fmla="*/ 39 h 97"/>
                  <a:gd name="T78" fmla="*/ 140 w 203"/>
                  <a:gd name="T79" fmla="*/ 65 h 97"/>
                  <a:gd name="T80" fmla="*/ 141 w 203"/>
                  <a:gd name="T81" fmla="*/ 59 h 97"/>
                  <a:gd name="T82" fmla="*/ 148 w 203"/>
                  <a:gd name="T83" fmla="*/ 58 h 97"/>
                  <a:gd name="T84" fmla="*/ 156 w 203"/>
                  <a:gd name="T85" fmla="*/ 58 h 97"/>
                  <a:gd name="T86" fmla="*/ 165 w 203"/>
                  <a:gd name="T87" fmla="*/ 5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3" h="97">
                    <a:moveTo>
                      <a:pt x="201" y="39"/>
                    </a:moveTo>
                    <a:cubicBezTo>
                      <a:pt x="201" y="38"/>
                      <a:pt x="197" y="39"/>
                      <a:pt x="197" y="39"/>
                    </a:cubicBezTo>
                    <a:cubicBezTo>
                      <a:pt x="195" y="39"/>
                      <a:pt x="194" y="38"/>
                      <a:pt x="194" y="37"/>
                    </a:cubicBezTo>
                    <a:cubicBezTo>
                      <a:pt x="193" y="35"/>
                      <a:pt x="191" y="35"/>
                      <a:pt x="191" y="34"/>
                    </a:cubicBezTo>
                    <a:cubicBezTo>
                      <a:pt x="190" y="33"/>
                      <a:pt x="189" y="30"/>
                      <a:pt x="186" y="30"/>
                    </a:cubicBezTo>
                    <a:cubicBezTo>
                      <a:pt x="183" y="30"/>
                      <a:pt x="180" y="33"/>
                      <a:pt x="177" y="31"/>
                    </a:cubicBezTo>
                    <a:cubicBezTo>
                      <a:pt x="176" y="30"/>
                      <a:pt x="175" y="29"/>
                      <a:pt x="174" y="28"/>
                    </a:cubicBezTo>
                    <a:cubicBezTo>
                      <a:pt x="173" y="28"/>
                      <a:pt x="171" y="31"/>
                      <a:pt x="170" y="31"/>
                    </a:cubicBezTo>
                    <a:cubicBezTo>
                      <a:pt x="169" y="32"/>
                      <a:pt x="163" y="21"/>
                      <a:pt x="163" y="19"/>
                    </a:cubicBezTo>
                    <a:cubicBezTo>
                      <a:pt x="161" y="17"/>
                      <a:pt x="160" y="14"/>
                      <a:pt x="157" y="13"/>
                    </a:cubicBezTo>
                    <a:cubicBezTo>
                      <a:pt x="156" y="12"/>
                      <a:pt x="155" y="11"/>
                      <a:pt x="154" y="11"/>
                    </a:cubicBezTo>
                    <a:cubicBezTo>
                      <a:pt x="152" y="10"/>
                      <a:pt x="154" y="8"/>
                      <a:pt x="154" y="7"/>
                    </a:cubicBezTo>
                    <a:cubicBezTo>
                      <a:pt x="154" y="6"/>
                      <a:pt x="147" y="10"/>
                      <a:pt x="146" y="11"/>
                    </a:cubicBezTo>
                    <a:cubicBezTo>
                      <a:pt x="145" y="11"/>
                      <a:pt x="137" y="14"/>
                      <a:pt x="137" y="13"/>
                    </a:cubicBezTo>
                    <a:cubicBezTo>
                      <a:pt x="137" y="11"/>
                      <a:pt x="139" y="10"/>
                      <a:pt x="137" y="10"/>
                    </a:cubicBezTo>
                    <a:cubicBezTo>
                      <a:pt x="136" y="9"/>
                      <a:pt x="135" y="8"/>
                      <a:pt x="134" y="9"/>
                    </a:cubicBezTo>
                    <a:cubicBezTo>
                      <a:pt x="134" y="9"/>
                      <a:pt x="134" y="10"/>
                      <a:pt x="133" y="9"/>
                    </a:cubicBezTo>
                    <a:cubicBezTo>
                      <a:pt x="131" y="8"/>
                      <a:pt x="132" y="7"/>
                      <a:pt x="129" y="8"/>
                    </a:cubicBezTo>
                    <a:cubicBezTo>
                      <a:pt x="126" y="10"/>
                      <a:pt x="126" y="7"/>
                      <a:pt x="126" y="5"/>
                    </a:cubicBezTo>
                    <a:cubicBezTo>
                      <a:pt x="127" y="1"/>
                      <a:pt x="121" y="0"/>
                      <a:pt x="118" y="0"/>
                    </a:cubicBezTo>
                    <a:cubicBezTo>
                      <a:pt x="116" y="0"/>
                      <a:pt x="114" y="1"/>
                      <a:pt x="112" y="2"/>
                    </a:cubicBezTo>
                    <a:cubicBezTo>
                      <a:pt x="110" y="3"/>
                      <a:pt x="108" y="4"/>
                      <a:pt x="105" y="4"/>
                    </a:cubicBezTo>
                    <a:cubicBezTo>
                      <a:pt x="97" y="6"/>
                      <a:pt x="89" y="9"/>
                      <a:pt x="81" y="9"/>
                    </a:cubicBezTo>
                    <a:cubicBezTo>
                      <a:pt x="79" y="9"/>
                      <a:pt x="77" y="9"/>
                      <a:pt x="76" y="10"/>
                    </a:cubicBezTo>
                    <a:cubicBezTo>
                      <a:pt x="75" y="11"/>
                      <a:pt x="77" y="14"/>
                      <a:pt x="79" y="14"/>
                    </a:cubicBezTo>
                    <a:cubicBezTo>
                      <a:pt x="83" y="17"/>
                      <a:pt x="76" y="16"/>
                      <a:pt x="74" y="17"/>
                    </a:cubicBezTo>
                    <a:cubicBezTo>
                      <a:pt x="72" y="18"/>
                      <a:pt x="75" y="19"/>
                      <a:pt x="75" y="20"/>
                    </a:cubicBezTo>
                    <a:cubicBezTo>
                      <a:pt x="75" y="22"/>
                      <a:pt x="71" y="22"/>
                      <a:pt x="71" y="23"/>
                    </a:cubicBezTo>
                    <a:cubicBezTo>
                      <a:pt x="71" y="26"/>
                      <a:pt x="79" y="25"/>
                      <a:pt x="78" y="29"/>
                    </a:cubicBezTo>
                    <a:cubicBezTo>
                      <a:pt x="77" y="30"/>
                      <a:pt x="76" y="31"/>
                      <a:pt x="74" y="31"/>
                    </a:cubicBezTo>
                    <a:cubicBezTo>
                      <a:pt x="73" y="31"/>
                      <a:pt x="70" y="31"/>
                      <a:pt x="69" y="31"/>
                    </a:cubicBezTo>
                    <a:cubicBezTo>
                      <a:pt x="67" y="32"/>
                      <a:pt x="68" y="33"/>
                      <a:pt x="66" y="32"/>
                    </a:cubicBezTo>
                    <a:cubicBezTo>
                      <a:pt x="64" y="31"/>
                      <a:pt x="62" y="29"/>
                      <a:pt x="60" y="29"/>
                    </a:cubicBezTo>
                    <a:cubicBezTo>
                      <a:pt x="59" y="28"/>
                      <a:pt x="57" y="30"/>
                      <a:pt x="56" y="30"/>
                    </a:cubicBezTo>
                    <a:cubicBezTo>
                      <a:pt x="54" y="29"/>
                      <a:pt x="53" y="29"/>
                      <a:pt x="51" y="30"/>
                    </a:cubicBezTo>
                    <a:cubicBezTo>
                      <a:pt x="50" y="31"/>
                      <a:pt x="49" y="33"/>
                      <a:pt x="48" y="32"/>
                    </a:cubicBezTo>
                    <a:cubicBezTo>
                      <a:pt x="47" y="32"/>
                      <a:pt x="44" y="29"/>
                      <a:pt x="43" y="30"/>
                    </a:cubicBezTo>
                    <a:cubicBezTo>
                      <a:pt x="42" y="30"/>
                      <a:pt x="42" y="33"/>
                      <a:pt x="41" y="31"/>
                    </a:cubicBezTo>
                    <a:cubicBezTo>
                      <a:pt x="40" y="29"/>
                      <a:pt x="39" y="28"/>
                      <a:pt x="37" y="27"/>
                    </a:cubicBezTo>
                    <a:cubicBezTo>
                      <a:pt x="35" y="26"/>
                      <a:pt x="33" y="26"/>
                      <a:pt x="32" y="25"/>
                    </a:cubicBezTo>
                    <a:cubicBezTo>
                      <a:pt x="29" y="24"/>
                      <a:pt x="29" y="26"/>
                      <a:pt x="27" y="26"/>
                    </a:cubicBezTo>
                    <a:cubicBezTo>
                      <a:pt x="25" y="27"/>
                      <a:pt x="24" y="24"/>
                      <a:pt x="22" y="25"/>
                    </a:cubicBezTo>
                    <a:cubicBezTo>
                      <a:pt x="21" y="26"/>
                      <a:pt x="21" y="27"/>
                      <a:pt x="20" y="27"/>
                    </a:cubicBezTo>
                    <a:cubicBezTo>
                      <a:pt x="19" y="28"/>
                      <a:pt x="17" y="28"/>
                      <a:pt x="16" y="28"/>
                    </a:cubicBezTo>
                    <a:cubicBezTo>
                      <a:pt x="15" y="29"/>
                      <a:pt x="13" y="31"/>
                      <a:pt x="13" y="32"/>
                    </a:cubicBezTo>
                    <a:cubicBezTo>
                      <a:pt x="12" y="33"/>
                      <a:pt x="14" y="36"/>
                      <a:pt x="12" y="36"/>
                    </a:cubicBezTo>
                    <a:cubicBezTo>
                      <a:pt x="10" y="37"/>
                      <a:pt x="7" y="31"/>
                      <a:pt x="6" y="34"/>
                    </a:cubicBezTo>
                    <a:cubicBezTo>
                      <a:pt x="5" y="36"/>
                      <a:pt x="4" y="36"/>
                      <a:pt x="3" y="38"/>
                    </a:cubicBezTo>
                    <a:cubicBezTo>
                      <a:pt x="2" y="40"/>
                      <a:pt x="6" y="40"/>
                      <a:pt x="4" y="42"/>
                    </a:cubicBezTo>
                    <a:cubicBezTo>
                      <a:pt x="3" y="43"/>
                      <a:pt x="0" y="45"/>
                      <a:pt x="2" y="46"/>
                    </a:cubicBezTo>
                    <a:cubicBezTo>
                      <a:pt x="3" y="46"/>
                      <a:pt x="4" y="47"/>
                      <a:pt x="4" y="47"/>
                    </a:cubicBezTo>
                    <a:cubicBezTo>
                      <a:pt x="5" y="48"/>
                      <a:pt x="4" y="49"/>
                      <a:pt x="5" y="50"/>
                    </a:cubicBezTo>
                    <a:cubicBezTo>
                      <a:pt x="7" y="51"/>
                      <a:pt x="9" y="49"/>
                      <a:pt x="11" y="51"/>
                    </a:cubicBezTo>
                    <a:cubicBezTo>
                      <a:pt x="12" y="52"/>
                      <a:pt x="14" y="55"/>
                      <a:pt x="14" y="57"/>
                    </a:cubicBezTo>
                    <a:cubicBezTo>
                      <a:pt x="13" y="57"/>
                      <a:pt x="10" y="56"/>
                      <a:pt x="13" y="58"/>
                    </a:cubicBezTo>
                    <a:cubicBezTo>
                      <a:pt x="14" y="59"/>
                      <a:pt x="14" y="60"/>
                      <a:pt x="16" y="58"/>
                    </a:cubicBezTo>
                    <a:cubicBezTo>
                      <a:pt x="16" y="57"/>
                      <a:pt x="16" y="57"/>
                      <a:pt x="17" y="57"/>
                    </a:cubicBezTo>
                    <a:cubicBezTo>
                      <a:pt x="22" y="57"/>
                      <a:pt x="24" y="54"/>
                      <a:pt x="29" y="56"/>
                    </a:cubicBezTo>
                    <a:cubicBezTo>
                      <a:pt x="31" y="57"/>
                      <a:pt x="33" y="54"/>
                      <a:pt x="34" y="56"/>
                    </a:cubicBezTo>
                    <a:cubicBezTo>
                      <a:pt x="35" y="57"/>
                      <a:pt x="37" y="61"/>
                      <a:pt x="36" y="63"/>
                    </a:cubicBezTo>
                    <a:cubicBezTo>
                      <a:pt x="35" y="63"/>
                      <a:pt x="33" y="64"/>
                      <a:pt x="35" y="64"/>
                    </a:cubicBezTo>
                    <a:cubicBezTo>
                      <a:pt x="35" y="65"/>
                      <a:pt x="35" y="65"/>
                      <a:pt x="35" y="65"/>
                    </a:cubicBezTo>
                    <a:cubicBezTo>
                      <a:pt x="34" y="66"/>
                      <a:pt x="33" y="66"/>
                      <a:pt x="33" y="66"/>
                    </a:cubicBezTo>
                    <a:cubicBezTo>
                      <a:pt x="30" y="66"/>
                      <a:pt x="22" y="64"/>
                      <a:pt x="24" y="69"/>
                    </a:cubicBezTo>
                    <a:cubicBezTo>
                      <a:pt x="25" y="71"/>
                      <a:pt x="24" y="71"/>
                      <a:pt x="22" y="70"/>
                    </a:cubicBezTo>
                    <a:cubicBezTo>
                      <a:pt x="20" y="69"/>
                      <a:pt x="21" y="71"/>
                      <a:pt x="22" y="72"/>
                    </a:cubicBezTo>
                    <a:cubicBezTo>
                      <a:pt x="24" y="72"/>
                      <a:pt x="24" y="75"/>
                      <a:pt x="25" y="76"/>
                    </a:cubicBezTo>
                    <a:cubicBezTo>
                      <a:pt x="27" y="77"/>
                      <a:pt x="24" y="79"/>
                      <a:pt x="27" y="79"/>
                    </a:cubicBezTo>
                    <a:cubicBezTo>
                      <a:pt x="28" y="79"/>
                      <a:pt x="30" y="81"/>
                      <a:pt x="31" y="82"/>
                    </a:cubicBezTo>
                    <a:cubicBezTo>
                      <a:pt x="34" y="82"/>
                      <a:pt x="31" y="85"/>
                      <a:pt x="31" y="87"/>
                    </a:cubicBezTo>
                    <a:cubicBezTo>
                      <a:pt x="34" y="85"/>
                      <a:pt x="38" y="82"/>
                      <a:pt x="42" y="85"/>
                    </a:cubicBezTo>
                    <a:cubicBezTo>
                      <a:pt x="44" y="87"/>
                      <a:pt x="45" y="90"/>
                      <a:pt x="48" y="90"/>
                    </a:cubicBezTo>
                    <a:cubicBezTo>
                      <a:pt x="50" y="90"/>
                      <a:pt x="49" y="88"/>
                      <a:pt x="49" y="87"/>
                    </a:cubicBezTo>
                    <a:cubicBezTo>
                      <a:pt x="49" y="84"/>
                      <a:pt x="49" y="81"/>
                      <a:pt x="49" y="78"/>
                    </a:cubicBezTo>
                    <a:cubicBezTo>
                      <a:pt x="49" y="76"/>
                      <a:pt x="48" y="68"/>
                      <a:pt x="50" y="68"/>
                    </a:cubicBezTo>
                    <a:cubicBezTo>
                      <a:pt x="52" y="67"/>
                      <a:pt x="55" y="66"/>
                      <a:pt x="57" y="65"/>
                    </a:cubicBezTo>
                    <a:cubicBezTo>
                      <a:pt x="59" y="65"/>
                      <a:pt x="61" y="64"/>
                      <a:pt x="62" y="64"/>
                    </a:cubicBezTo>
                    <a:cubicBezTo>
                      <a:pt x="63" y="63"/>
                      <a:pt x="62" y="61"/>
                      <a:pt x="64" y="62"/>
                    </a:cubicBezTo>
                    <a:cubicBezTo>
                      <a:pt x="65" y="62"/>
                      <a:pt x="68" y="64"/>
                      <a:pt x="68" y="62"/>
                    </a:cubicBezTo>
                    <a:cubicBezTo>
                      <a:pt x="68" y="61"/>
                      <a:pt x="70" y="60"/>
                      <a:pt x="71" y="62"/>
                    </a:cubicBezTo>
                    <a:cubicBezTo>
                      <a:pt x="72" y="63"/>
                      <a:pt x="71" y="64"/>
                      <a:pt x="72" y="66"/>
                    </a:cubicBezTo>
                    <a:cubicBezTo>
                      <a:pt x="72" y="67"/>
                      <a:pt x="73" y="69"/>
                      <a:pt x="72" y="70"/>
                    </a:cubicBezTo>
                    <a:cubicBezTo>
                      <a:pt x="73" y="71"/>
                      <a:pt x="74" y="71"/>
                      <a:pt x="75" y="72"/>
                    </a:cubicBezTo>
                    <a:cubicBezTo>
                      <a:pt x="78" y="75"/>
                      <a:pt x="80" y="77"/>
                      <a:pt x="84" y="76"/>
                    </a:cubicBezTo>
                    <a:cubicBezTo>
                      <a:pt x="86" y="76"/>
                      <a:pt x="88" y="77"/>
                      <a:pt x="90" y="77"/>
                    </a:cubicBezTo>
                    <a:cubicBezTo>
                      <a:pt x="92" y="77"/>
                      <a:pt x="93" y="75"/>
                      <a:pt x="95" y="75"/>
                    </a:cubicBezTo>
                    <a:cubicBezTo>
                      <a:pt x="97" y="76"/>
                      <a:pt x="99" y="79"/>
                      <a:pt x="100" y="81"/>
                    </a:cubicBezTo>
                    <a:cubicBezTo>
                      <a:pt x="101" y="82"/>
                      <a:pt x="100" y="83"/>
                      <a:pt x="100" y="85"/>
                    </a:cubicBezTo>
                    <a:cubicBezTo>
                      <a:pt x="100" y="87"/>
                      <a:pt x="103" y="88"/>
                      <a:pt x="103" y="90"/>
                    </a:cubicBezTo>
                    <a:cubicBezTo>
                      <a:pt x="103" y="91"/>
                      <a:pt x="106" y="91"/>
                      <a:pt x="107" y="91"/>
                    </a:cubicBezTo>
                    <a:cubicBezTo>
                      <a:pt x="109" y="91"/>
                      <a:pt x="109" y="91"/>
                      <a:pt x="110" y="93"/>
                    </a:cubicBezTo>
                    <a:cubicBezTo>
                      <a:pt x="112" y="97"/>
                      <a:pt x="114" y="92"/>
                      <a:pt x="116" y="90"/>
                    </a:cubicBezTo>
                    <a:cubicBezTo>
                      <a:pt x="117" y="87"/>
                      <a:pt x="121" y="87"/>
                      <a:pt x="123" y="85"/>
                    </a:cubicBezTo>
                    <a:cubicBezTo>
                      <a:pt x="125" y="85"/>
                      <a:pt x="125" y="85"/>
                      <a:pt x="126" y="84"/>
                    </a:cubicBezTo>
                    <a:cubicBezTo>
                      <a:pt x="127" y="81"/>
                      <a:pt x="128" y="82"/>
                      <a:pt x="130" y="82"/>
                    </a:cubicBezTo>
                    <a:cubicBezTo>
                      <a:pt x="132" y="82"/>
                      <a:pt x="136" y="85"/>
                      <a:pt x="137" y="83"/>
                    </a:cubicBezTo>
                    <a:cubicBezTo>
                      <a:pt x="137" y="81"/>
                      <a:pt x="137" y="80"/>
                      <a:pt x="139" y="79"/>
                    </a:cubicBezTo>
                    <a:cubicBezTo>
                      <a:pt x="141" y="78"/>
                      <a:pt x="143" y="80"/>
                      <a:pt x="145" y="80"/>
                    </a:cubicBezTo>
                    <a:cubicBezTo>
                      <a:pt x="147" y="81"/>
                      <a:pt x="151" y="81"/>
                      <a:pt x="153" y="81"/>
                    </a:cubicBezTo>
                    <a:cubicBezTo>
                      <a:pt x="159" y="81"/>
                      <a:pt x="164" y="83"/>
                      <a:pt x="170" y="84"/>
                    </a:cubicBezTo>
                    <a:cubicBezTo>
                      <a:pt x="169" y="82"/>
                      <a:pt x="171" y="81"/>
                      <a:pt x="173" y="79"/>
                    </a:cubicBezTo>
                    <a:cubicBezTo>
                      <a:pt x="174" y="78"/>
                      <a:pt x="173" y="78"/>
                      <a:pt x="172" y="76"/>
                    </a:cubicBezTo>
                    <a:cubicBezTo>
                      <a:pt x="171" y="75"/>
                      <a:pt x="171" y="73"/>
                      <a:pt x="171" y="71"/>
                    </a:cubicBezTo>
                    <a:cubicBezTo>
                      <a:pt x="170" y="71"/>
                      <a:pt x="170" y="67"/>
                      <a:pt x="169" y="68"/>
                    </a:cubicBezTo>
                    <a:cubicBezTo>
                      <a:pt x="170" y="67"/>
                      <a:pt x="173" y="67"/>
                      <a:pt x="175" y="66"/>
                    </a:cubicBezTo>
                    <a:cubicBezTo>
                      <a:pt x="178" y="66"/>
                      <a:pt x="180" y="68"/>
                      <a:pt x="182" y="66"/>
                    </a:cubicBezTo>
                    <a:cubicBezTo>
                      <a:pt x="183" y="66"/>
                      <a:pt x="181" y="65"/>
                      <a:pt x="181" y="64"/>
                    </a:cubicBezTo>
                    <a:cubicBezTo>
                      <a:pt x="180" y="63"/>
                      <a:pt x="181" y="61"/>
                      <a:pt x="182" y="60"/>
                    </a:cubicBezTo>
                    <a:cubicBezTo>
                      <a:pt x="183" y="59"/>
                      <a:pt x="184" y="53"/>
                      <a:pt x="185" y="54"/>
                    </a:cubicBezTo>
                    <a:cubicBezTo>
                      <a:pt x="187" y="55"/>
                      <a:pt x="188" y="56"/>
                      <a:pt x="190" y="56"/>
                    </a:cubicBezTo>
                    <a:cubicBezTo>
                      <a:pt x="191" y="55"/>
                      <a:pt x="192" y="57"/>
                      <a:pt x="193" y="56"/>
                    </a:cubicBezTo>
                    <a:cubicBezTo>
                      <a:pt x="194" y="56"/>
                      <a:pt x="196" y="55"/>
                      <a:pt x="197" y="54"/>
                    </a:cubicBezTo>
                    <a:cubicBezTo>
                      <a:pt x="198" y="53"/>
                      <a:pt x="196" y="51"/>
                      <a:pt x="196" y="49"/>
                    </a:cubicBezTo>
                    <a:cubicBezTo>
                      <a:pt x="197" y="46"/>
                      <a:pt x="200" y="47"/>
                      <a:pt x="202" y="44"/>
                    </a:cubicBezTo>
                    <a:cubicBezTo>
                      <a:pt x="202" y="43"/>
                      <a:pt x="202" y="43"/>
                      <a:pt x="203" y="42"/>
                    </a:cubicBezTo>
                    <a:cubicBezTo>
                      <a:pt x="203" y="41"/>
                      <a:pt x="202" y="40"/>
                      <a:pt x="201" y="39"/>
                    </a:cubicBezTo>
                    <a:cubicBezTo>
                      <a:pt x="201" y="38"/>
                      <a:pt x="202" y="39"/>
                      <a:pt x="201" y="39"/>
                    </a:cubicBezTo>
                    <a:close/>
                    <a:moveTo>
                      <a:pt x="148" y="58"/>
                    </a:moveTo>
                    <a:cubicBezTo>
                      <a:pt x="146" y="58"/>
                      <a:pt x="143" y="61"/>
                      <a:pt x="142" y="62"/>
                    </a:cubicBezTo>
                    <a:cubicBezTo>
                      <a:pt x="141" y="62"/>
                      <a:pt x="140" y="64"/>
                      <a:pt x="140" y="65"/>
                    </a:cubicBezTo>
                    <a:cubicBezTo>
                      <a:pt x="140" y="66"/>
                      <a:pt x="141" y="67"/>
                      <a:pt x="141" y="67"/>
                    </a:cubicBezTo>
                    <a:cubicBezTo>
                      <a:pt x="140" y="68"/>
                      <a:pt x="138" y="64"/>
                      <a:pt x="138" y="63"/>
                    </a:cubicBezTo>
                    <a:cubicBezTo>
                      <a:pt x="138" y="61"/>
                      <a:pt x="139" y="60"/>
                      <a:pt x="141" y="59"/>
                    </a:cubicBezTo>
                    <a:cubicBezTo>
                      <a:pt x="143" y="58"/>
                      <a:pt x="145" y="57"/>
                      <a:pt x="147" y="57"/>
                    </a:cubicBezTo>
                    <a:cubicBezTo>
                      <a:pt x="147" y="57"/>
                      <a:pt x="152" y="58"/>
                      <a:pt x="152" y="58"/>
                    </a:cubicBezTo>
                    <a:cubicBezTo>
                      <a:pt x="151" y="59"/>
                      <a:pt x="148" y="58"/>
                      <a:pt x="148" y="58"/>
                    </a:cubicBezTo>
                    <a:cubicBezTo>
                      <a:pt x="146" y="58"/>
                      <a:pt x="149" y="58"/>
                      <a:pt x="148" y="58"/>
                    </a:cubicBezTo>
                    <a:close/>
                    <a:moveTo>
                      <a:pt x="165" y="59"/>
                    </a:moveTo>
                    <a:cubicBezTo>
                      <a:pt x="164" y="61"/>
                      <a:pt x="157" y="60"/>
                      <a:pt x="156" y="58"/>
                    </a:cubicBezTo>
                    <a:cubicBezTo>
                      <a:pt x="156" y="58"/>
                      <a:pt x="160" y="58"/>
                      <a:pt x="160" y="58"/>
                    </a:cubicBezTo>
                    <a:cubicBezTo>
                      <a:pt x="162" y="58"/>
                      <a:pt x="163" y="58"/>
                      <a:pt x="165" y="57"/>
                    </a:cubicBezTo>
                    <a:cubicBezTo>
                      <a:pt x="165" y="57"/>
                      <a:pt x="165" y="59"/>
                      <a:pt x="165" y="59"/>
                    </a:cubicBezTo>
                    <a:cubicBezTo>
                      <a:pt x="164" y="60"/>
                      <a:pt x="165" y="58"/>
                      <a:pt x="165" y="5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4" name="Freeform 701">
                <a:extLst>
                  <a:ext uri="{FF2B5EF4-FFF2-40B4-BE49-F238E27FC236}">
                    <a16:creationId xmlns:a16="http://schemas.microsoft.com/office/drawing/2014/main" id="{8F7CA3F2-FE1F-7A4A-9409-46CDF898B92B}"/>
                  </a:ext>
                </a:extLst>
              </p:cNvPr>
              <p:cNvSpPr>
                <a:spLocks/>
              </p:cNvSpPr>
              <p:nvPr/>
            </p:nvSpPr>
            <p:spPr bwMode="auto">
              <a:xfrm>
                <a:off x="14849878" y="7284206"/>
                <a:ext cx="1308918" cy="1395268"/>
              </a:xfrm>
              <a:custGeom>
                <a:avLst/>
                <a:gdLst>
                  <a:gd name="T0" fmla="*/ 121 w 140"/>
                  <a:gd name="T1" fmla="*/ 66 h 149"/>
                  <a:gd name="T2" fmla="*/ 129 w 140"/>
                  <a:gd name="T3" fmla="*/ 54 h 149"/>
                  <a:gd name="T4" fmla="*/ 137 w 140"/>
                  <a:gd name="T5" fmla="*/ 46 h 149"/>
                  <a:gd name="T6" fmla="*/ 135 w 140"/>
                  <a:gd name="T7" fmla="*/ 41 h 149"/>
                  <a:gd name="T8" fmla="*/ 127 w 140"/>
                  <a:gd name="T9" fmla="*/ 37 h 149"/>
                  <a:gd name="T10" fmla="*/ 119 w 140"/>
                  <a:gd name="T11" fmla="*/ 43 h 149"/>
                  <a:gd name="T12" fmla="*/ 106 w 140"/>
                  <a:gd name="T13" fmla="*/ 51 h 149"/>
                  <a:gd name="T14" fmla="*/ 100 w 140"/>
                  <a:gd name="T15" fmla="*/ 45 h 149"/>
                  <a:gd name="T16" fmla="*/ 92 w 140"/>
                  <a:gd name="T17" fmla="*/ 52 h 149"/>
                  <a:gd name="T18" fmla="*/ 77 w 140"/>
                  <a:gd name="T19" fmla="*/ 47 h 149"/>
                  <a:gd name="T20" fmla="*/ 62 w 140"/>
                  <a:gd name="T21" fmla="*/ 41 h 149"/>
                  <a:gd name="T22" fmla="*/ 63 w 140"/>
                  <a:gd name="T23" fmla="*/ 32 h 149"/>
                  <a:gd name="T24" fmla="*/ 52 w 140"/>
                  <a:gd name="T25" fmla="*/ 22 h 149"/>
                  <a:gd name="T26" fmla="*/ 55 w 140"/>
                  <a:gd name="T27" fmla="*/ 12 h 149"/>
                  <a:gd name="T28" fmla="*/ 50 w 140"/>
                  <a:gd name="T29" fmla="*/ 2 h 149"/>
                  <a:gd name="T30" fmla="*/ 40 w 140"/>
                  <a:gd name="T31" fmla="*/ 8 h 149"/>
                  <a:gd name="T32" fmla="*/ 30 w 140"/>
                  <a:gd name="T33" fmla="*/ 12 h 149"/>
                  <a:gd name="T34" fmla="*/ 33 w 140"/>
                  <a:gd name="T35" fmla="*/ 22 h 149"/>
                  <a:gd name="T36" fmla="*/ 29 w 140"/>
                  <a:gd name="T37" fmla="*/ 33 h 149"/>
                  <a:gd name="T38" fmla="*/ 19 w 140"/>
                  <a:gd name="T39" fmla="*/ 44 h 149"/>
                  <a:gd name="T40" fmla="*/ 7 w 140"/>
                  <a:gd name="T41" fmla="*/ 50 h 149"/>
                  <a:gd name="T42" fmla="*/ 14 w 140"/>
                  <a:gd name="T43" fmla="*/ 64 h 149"/>
                  <a:gd name="T44" fmla="*/ 5 w 140"/>
                  <a:gd name="T45" fmla="*/ 64 h 149"/>
                  <a:gd name="T46" fmla="*/ 11 w 140"/>
                  <a:gd name="T47" fmla="*/ 72 h 149"/>
                  <a:gd name="T48" fmla="*/ 11 w 140"/>
                  <a:gd name="T49" fmla="*/ 82 h 149"/>
                  <a:gd name="T50" fmla="*/ 19 w 140"/>
                  <a:gd name="T51" fmla="*/ 78 h 149"/>
                  <a:gd name="T52" fmla="*/ 23 w 140"/>
                  <a:gd name="T53" fmla="*/ 75 h 149"/>
                  <a:gd name="T54" fmla="*/ 22 w 140"/>
                  <a:gd name="T55" fmla="*/ 78 h 149"/>
                  <a:gd name="T56" fmla="*/ 24 w 140"/>
                  <a:gd name="T57" fmla="*/ 82 h 149"/>
                  <a:gd name="T58" fmla="*/ 24 w 140"/>
                  <a:gd name="T59" fmla="*/ 95 h 149"/>
                  <a:gd name="T60" fmla="*/ 26 w 140"/>
                  <a:gd name="T61" fmla="*/ 107 h 149"/>
                  <a:gd name="T62" fmla="*/ 39 w 140"/>
                  <a:gd name="T63" fmla="*/ 134 h 149"/>
                  <a:gd name="T64" fmla="*/ 50 w 140"/>
                  <a:gd name="T65" fmla="*/ 143 h 149"/>
                  <a:gd name="T66" fmla="*/ 57 w 140"/>
                  <a:gd name="T67" fmla="*/ 132 h 149"/>
                  <a:gd name="T68" fmla="*/ 65 w 140"/>
                  <a:gd name="T69" fmla="*/ 107 h 149"/>
                  <a:gd name="T70" fmla="*/ 81 w 140"/>
                  <a:gd name="T71" fmla="*/ 93 h 149"/>
                  <a:gd name="T72" fmla="*/ 91 w 140"/>
                  <a:gd name="T73" fmla="*/ 84 h 149"/>
                  <a:gd name="T74" fmla="*/ 98 w 140"/>
                  <a:gd name="T75" fmla="*/ 74 h 149"/>
                  <a:gd name="T76" fmla="*/ 101 w 140"/>
                  <a:gd name="T77" fmla="*/ 78 h 149"/>
                  <a:gd name="T78" fmla="*/ 100 w 140"/>
                  <a:gd name="T79" fmla="*/ 58 h 149"/>
                  <a:gd name="T80" fmla="*/ 104 w 140"/>
                  <a:gd name="T81" fmla="*/ 57 h 149"/>
                  <a:gd name="T82" fmla="*/ 114 w 140"/>
                  <a:gd name="T83" fmla="*/ 60 h 149"/>
                  <a:gd name="T84" fmla="*/ 115 w 140"/>
                  <a:gd name="T85" fmla="*/ 68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0" h="149">
                    <a:moveTo>
                      <a:pt x="117" y="76"/>
                    </a:moveTo>
                    <a:cubicBezTo>
                      <a:pt x="121" y="77"/>
                      <a:pt x="119" y="73"/>
                      <a:pt x="120" y="71"/>
                    </a:cubicBezTo>
                    <a:cubicBezTo>
                      <a:pt x="120" y="69"/>
                      <a:pt x="121" y="67"/>
                      <a:pt x="121" y="66"/>
                    </a:cubicBezTo>
                    <a:cubicBezTo>
                      <a:pt x="122" y="65"/>
                      <a:pt x="124" y="67"/>
                      <a:pt x="125" y="65"/>
                    </a:cubicBezTo>
                    <a:cubicBezTo>
                      <a:pt x="126" y="63"/>
                      <a:pt x="126" y="61"/>
                      <a:pt x="126" y="59"/>
                    </a:cubicBezTo>
                    <a:cubicBezTo>
                      <a:pt x="127" y="57"/>
                      <a:pt x="129" y="56"/>
                      <a:pt x="129" y="54"/>
                    </a:cubicBezTo>
                    <a:cubicBezTo>
                      <a:pt x="129" y="52"/>
                      <a:pt x="132" y="50"/>
                      <a:pt x="133" y="49"/>
                    </a:cubicBezTo>
                    <a:cubicBezTo>
                      <a:pt x="136" y="46"/>
                      <a:pt x="135" y="49"/>
                      <a:pt x="137" y="50"/>
                    </a:cubicBezTo>
                    <a:cubicBezTo>
                      <a:pt x="137" y="50"/>
                      <a:pt x="137" y="46"/>
                      <a:pt x="137" y="46"/>
                    </a:cubicBezTo>
                    <a:cubicBezTo>
                      <a:pt x="137" y="45"/>
                      <a:pt x="140" y="45"/>
                      <a:pt x="138" y="43"/>
                    </a:cubicBezTo>
                    <a:cubicBezTo>
                      <a:pt x="137" y="43"/>
                      <a:pt x="135" y="43"/>
                      <a:pt x="134" y="43"/>
                    </a:cubicBezTo>
                    <a:cubicBezTo>
                      <a:pt x="134" y="42"/>
                      <a:pt x="135" y="41"/>
                      <a:pt x="135" y="41"/>
                    </a:cubicBezTo>
                    <a:cubicBezTo>
                      <a:pt x="136" y="40"/>
                      <a:pt x="135" y="39"/>
                      <a:pt x="134" y="38"/>
                    </a:cubicBezTo>
                    <a:cubicBezTo>
                      <a:pt x="133" y="37"/>
                      <a:pt x="133" y="37"/>
                      <a:pt x="132" y="38"/>
                    </a:cubicBezTo>
                    <a:cubicBezTo>
                      <a:pt x="130" y="39"/>
                      <a:pt x="129" y="38"/>
                      <a:pt x="127" y="37"/>
                    </a:cubicBezTo>
                    <a:cubicBezTo>
                      <a:pt x="126" y="37"/>
                      <a:pt x="124" y="39"/>
                      <a:pt x="124" y="40"/>
                    </a:cubicBezTo>
                    <a:cubicBezTo>
                      <a:pt x="123" y="41"/>
                      <a:pt x="122" y="40"/>
                      <a:pt x="121" y="41"/>
                    </a:cubicBezTo>
                    <a:cubicBezTo>
                      <a:pt x="120" y="41"/>
                      <a:pt x="119" y="42"/>
                      <a:pt x="119" y="43"/>
                    </a:cubicBezTo>
                    <a:cubicBezTo>
                      <a:pt x="117" y="45"/>
                      <a:pt x="116" y="46"/>
                      <a:pt x="114" y="45"/>
                    </a:cubicBezTo>
                    <a:cubicBezTo>
                      <a:pt x="113" y="46"/>
                      <a:pt x="114" y="48"/>
                      <a:pt x="115" y="49"/>
                    </a:cubicBezTo>
                    <a:cubicBezTo>
                      <a:pt x="117" y="53"/>
                      <a:pt x="108" y="50"/>
                      <a:pt x="106" y="51"/>
                    </a:cubicBezTo>
                    <a:cubicBezTo>
                      <a:pt x="105" y="52"/>
                      <a:pt x="102" y="51"/>
                      <a:pt x="101" y="50"/>
                    </a:cubicBezTo>
                    <a:cubicBezTo>
                      <a:pt x="100" y="49"/>
                      <a:pt x="101" y="47"/>
                      <a:pt x="101" y="47"/>
                    </a:cubicBezTo>
                    <a:cubicBezTo>
                      <a:pt x="101" y="47"/>
                      <a:pt x="101" y="44"/>
                      <a:pt x="100" y="45"/>
                    </a:cubicBezTo>
                    <a:cubicBezTo>
                      <a:pt x="98" y="45"/>
                      <a:pt x="96" y="45"/>
                      <a:pt x="96" y="48"/>
                    </a:cubicBezTo>
                    <a:cubicBezTo>
                      <a:pt x="97" y="49"/>
                      <a:pt x="98" y="52"/>
                      <a:pt x="97" y="52"/>
                    </a:cubicBezTo>
                    <a:cubicBezTo>
                      <a:pt x="95" y="52"/>
                      <a:pt x="94" y="54"/>
                      <a:pt x="92" y="52"/>
                    </a:cubicBezTo>
                    <a:cubicBezTo>
                      <a:pt x="91" y="50"/>
                      <a:pt x="90" y="53"/>
                      <a:pt x="89" y="52"/>
                    </a:cubicBezTo>
                    <a:cubicBezTo>
                      <a:pt x="86" y="51"/>
                      <a:pt x="85" y="51"/>
                      <a:pt x="82" y="50"/>
                    </a:cubicBezTo>
                    <a:cubicBezTo>
                      <a:pt x="80" y="49"/>
                      <a:pt x="79" y="47"/>
                      <a:pt x="77" y="47"/>
                    </a:cubicBezTo>
                    <a:cubicBezTo>
                      <a:pt x="74" y="48"/>
                      <a:pt x="74" y="47"/>
                      <a:pt x="72" y="46"/>
                    </a:cubicBezTo>
                    <a:cubicBezTo>
                      <a:pt x="70" y="45"/>
                      <a:pt x="68" y="46"/>
                      <a:pt x="67" y="45"/>
                    </a:cubicBezTo>
                    <a:cubicBezTo>
                      <a:pt x="65" y="43"/>
                      <a:pt x="63" y="42"/>
                      <a:pt x="62" y="41"/>
                    </a:cubicBezTo>
                    <a:cubicBezTo>
                      <a:pt x="60" y="40"/>
                      <a:pt x="59" y="40"/>
                      <a:pt x="60" y="38"/>
                    </a:cubicBezTo>
                    <a:cubicBezTo>
                      <a:pt x="61" y="37"/>
                      <a:pt x="60" y="35"/>
                      <a:pt x="62" y="34"/>
                    </a:cubicBezTo>
                    <a:cubicBezTo>
                      <a:pt x="64" y="33"/>
                      <a:pt x="65" y="34"/>
                      <a:pt x="63" y="32"/>
                    </a:cubicBezTo>
                    <a:cubicBezTo>
                      <a:pt x="61" y="31"/>
                      <a:pt x="59" y="29"/>
                      <a:pt x="57" y="28"/>
                    </a:cubicBezTo>
                    <a:cubicBezTo>
                      <a:pt x="56" y="28"/>
                      <a:pt x="55" y="26"/>
                      <a:pt x="53" y="26"/>
                    </a:cubicBezTo>
                    <a:cubicBezTo>
                      <a:pt x="53" y="26"/>
                      <a:pt x="53" y="23"/>
                      <a:pt x="52" y="22"/>
                    </a:cubicBezTo>
                    <a:cubicBezTo>
                      <a:pt x="47" y="17"/>
                      <a:pt x="57" y="23"/>
                      <a:pt x="57" y="19"/>
                    </a:cubicBezTo>
                    <a:cubicBezTo>
                      <a:pt x="57" y="17"/>
                      <a:pt x="56" y="17"/>
                      <a:pt x="54" y="15"/>
                    </a:cubicBezTo>
                    <a:cubicBezTo>
                      <a:pt x="53" y="14"/>
                      <a:pt x="53" y="13"/>
                      <a:pt x="55" y="12"/>
                    </a:cubicBezTo>
                    <a:cubicBezTo>
                      <a:pt x="57" y="12"/>
                      <a:pt x="56" y="9"/>
                      <a:pt x="58" y="8"/>
                    </a:cubicBezTo>
                    <a:cubicBezTo>
                      <a:pt x="59" y="7"/>
                      <a:pt x="61" y="6"/>
                      <a:pt x="60" y="4"/>
                    </a:cubicBezTo>
                    <a:cubicBezTo>
                      <a:pt x="58" y="1"/>
                      <a:pt x="53" y="0"/>
                      <a:pt x="50" y="2"/>
                    </a:cubicBezTo>
                    <a:cubicBezTo>
                      <a:pt x="49" y="3"/>
                      <a:pt x="49" y="3"/>
                      <a:pt x="47" y="4"/>
                    </a:cubicBezTo>
                    <a:cubicBezTo>
                      <a:pt x="46" y="4"/>
                      <a:pt x="46" y="6"/>
                      <a:pt x="45" y="7"/>
                    </a:cubicBezTo>
                    <a:cubicBezTo>
                      <a:pt x="43" y="8"/>
                      <a:pt x="41" y="7"/>
                      <a:pt x="40" y="8"/>
                    </a:cubicBezTo>
                    <a:cubicBezTo>
                      <a:pt x="39" y="9"/>
                      <a:pt x="37" y="9"/>
                      <a:pt x="35" y="8"/>
                    </a:cubicBezTo>
                    <a:cubicBezTo>
                      <a:pt x="33" y="8"/>
                      <a:pt x="32" y="7"/>
                      <a:pt x="30" y="8"/>
                    </a:cubicBezTo>
                    <a:cubicBezTo>
                      <a:pt x="28" y="8"/>
                      <a:pt x="29" y="11"/>
                      <a:pt x="30" y="12"/>
                    </a:cubicBezTo>
                    <a:cubicBezTo>
                      <a:pt x="30" y="14"/>
                      <a:pt x="30" y="16"/>
                      <a:pt x="30" y="17"/>
                    </a:cubicBezTo>
                    <a:cubicBezTo>
                      <a:pt x="31" y="19"/>
                      <a:pt x="33" y="19"/>
                      <a:pt x="35" y="20"/>
                    </a:cubicBezTo>
                    <a:cubicBezTo>
                      <a:pt x="36" y="22"/>
                      <a:pt x="34" y="22"/>
                      <a:pt x="33" y="22"/>
                    </a:cubicBezTo>
                    <a:cubicBezTo>
                      <a:pt x="32" y="24"/>
                      <a:pt x="33" y="26"/>
                      <a:pt x="33" y="28"/>
                    </a:cubicBezTo>
                    <a:cubicBezTo>
                      <a:pt x="33" y="29"/>
                      <a:pt x="31" y="29"/>
                      <a:pt x="31" y="29"/>
                    </a:cubicBezTo>
                    <a:cubicBezTo>
                      <a:pt x="29" y="30"/>
                      <a:pt x="31" y="33"/>
                      <a:pt x="29" y="33"/>
                    </a:cubicBezTo>
                    <a:cubicBezTo>
                      <a:pt x="27" y="34"/>
                      <a:pt x="26" y="35"/>
                      <a:pt x="26" y="36"/>
                    </a:cubicBezTo>
                    <a:cubicBezTo>
                      <a:pt x="25" y="38"/>
                      <a:pt x="24" y="38"/>
                      <a:pt x="22" y="39"/>
                    </a:cubicBezTo>
                    <a:cubicBezTo>
                      <a:pt x="20" y="40"/>
                      <a:pt x="20" y="43"/>
                      <a:pt x="19" y="44"/>
                    </a:cubicBezTo>
                    <a:cubicBezTo>
                      <a:pt x="18" y="46"/>
                      <a:pt x="16" y="45"/>
                      <a:pt x="15" y="47"/>
                    </a:cubicBezTo>
                    <a:cubicBezTo>
                      <a:pt x="13" y="48"/>
                      <a:pt x="12" y="44"/>
                      <a:pt x="11" y="46"/>
                    </a:cubicBezTo>
                    <a:cubicBezTo>
                      <a:pt x="10" y="47"/>
                      <a:pt x="6" y="49"/>
                      <a:pt x="7" y="50"/>
                    </a:cubicBezTo>
                    <a:cubicBezTo>
                      <a:pt x="7" y="52"/>
                      <a:pt x="10" y="52"/>
                      <a:pt x="10" y="54"/>
                    </a:cubicBezTo>
                    <a:cubicBezTo>
                      <a:pt x="9" y="57"/>
                      <a:pt x="11" y="57"/>
                      <a:pt x="13" y="58"/>
                    </a:cubicBezTo>
                    <a:cubicBezTo>
                      <a:pt x="13" y="60"/>
                      <a:pt x="14" y="62"/>
                      <a:pt x="14" y="64"/>
                    </a:cubicBezTo>
                    <a:cubicBezTo>
                      <a:pt x="14" y="64"/>
                      <a:pt x="11" y="64"/>
                      <a:pt x="10" y="64"/>
                    </a:cubicBezTo>
                    <a:cubicBezTo>
                      <a:pt x="9" y="64"/>
                      <a:pt x="8" y="65"/>
                      <a:pt x="7" y="65"/>
                    </a:cubicBezTo>
                    <a:cubicBezTo>
                      <a:pt x="7" y="65"/>
                      <a:pt x="6" y="64"/>
                      <a:pt x="5" y="64"/>
                    </a:cubicBezTo>
                    <a:cubicBezTo>
                      <a:pt x="4" y="64"/>
                      <a:pt x="0" y="66"/>
                      <a:pt x="0" y="67"/>
                    </a:cubicBezTo>
                    <a:cubicBezTo>
                      <a:pt x="2" y="69"/>
                      <a:pt x="3" y="70"/>
                      <a:pt x="5" y="72"/>
                    </a:cubicBezTo>
                    <a:cubicBezTo>
                      <a:pt x="5" y="72"/>
                      <a:pt x="11" y="72"/>
                      <a:pt x="11" y="72"/>
                    </a:cubicBezTo>
                    <a:cubicBezTo>
                      <a:pt x="11" y="73"/>
                      <a:pt x="9" y="74"/>
                      <a:pt x="8" y="74"/>
                    </a:cubicBezTo>
                    <a:cubicBezTo>
                      <a:pt x="7" y="75"/>
                      <a:pt x="4" y="73"/>
                      <a:pt x="4" y="75"/>
                    </a:cubicBezTo>
                    <a:cubicBezTo>
                      <a:pt x="4" y="77"/>
                      <a:pt x="9" y="80"/>
                      <a:pt x="11" y="82"/>
                    </a:cubicBezTo>
                    <a:cubicBezTo>
                      <a:pt x="12" y="83"/>
                      <a:pt x="13" y="83"/>
                      <a:pt x="15" y="83"/>
                    </a:cubicBezTo>
                    <a:cubicBezTo>
                      <a:pt x="17" y="82"/>
                      <a:pt x="20" y="81"/>
                      <a:pt x="21" y="79"/>
                    </a:cubicBezTo>
                    <a:cubicBezTo>
                      <a:pt x="21" y="79"/>
                      <a:pt x="20" y="78"/>
                      <a:pt x="19" y="78"/>
                    </a:cubicBezTo>
                    <a:cubicBezTo>
                      <a:pt x="19" y="77"/>
                      <a:pt x="20" y="77"/>
                      <a:pt x="20" y="77"/>
                    </a:cubicBezTo>
                    <a:cubicBezTo>
                      <a:pt x="21" y="76"/>
                      <a:pt x="20" y="75"/>
                      <a:pt x="21" y="75"/>
                    </a:cubicBezTo>
                    <a:cubicBezTo>
                      <a:pt x="21" y="75"/>
                      <a:pt x="23" y="75"/>
                      <a:pt x="23" y="75"/>
                    </a:cubicBezTo>
                    <a:cubicBezTo>
                      <a:pt x="23" y="76"/>
                      <a:pt x="21" y="76"/>
                      <a:pt x="22" y="77"/>
                    </a:cubicBezTo>
                    <a:cubicBezTo>
                      <a:pt x="22" y="77"/>
                      <a:pt x="23" y="77"/>
                      <a:pt x="23" y="77"/>
                    </a:cubicBezTo>
                    <a:cubicBezTo>
                      <a:pt x="23" y="78"/>
                      <a:pt x="22" y="78"/>
                      <a:pt x="22" y="78"/>
                    </a:cubicBezTo>
                    <a:cubicBezTo>
                      <a:pt x="21" y="78"/>
                      <a:pt x="23" y="78"/>
                      <a:pt x="23" y="78"/>
                    </a:cubicBezTo>
                    <a:cubicBezTo>
                      <a:pt x="23" y="79"/>
                      <a:pt x="22" y="79"/>
                      <a:pt x="22" y="80"/>
                    </a:cubicBezTo>
                    <a:cubicBezTo>
                      <a:pt x="21" y="80"/>
                      <a:pt x="23" y="81"/>
                      <a:pt x="24" y="82"/>
                    </a:cubicBezTo>
                    <a:cubicBezTo>
                      <a:pt x="25" y="83"/>
                      <a:pt x="23" y="85"/>
                      <a:pt x="22" y="87"/>
                    </a:cubicBezTo>
                    <a:cubicBezTo>
                      <a:pt x="22" y="88"/>
                      <a:pt x="23" y="89"/>
                      <a:pt x="24" y="90"/>
                    </a:cubicBezTo>
                    <a:cubicBezTo>
                      <a:pt x="24" y="92"/>
                      <a:pt x="24" y="93"/>
                      <a:pt x="24" y="95"/>
                    </a:cubicBezTo>
                    <a:cubicBezTo>
                      <a:pt x="24" y="97"/>
                      <a:pt x="23" y="100"/>
                      <a:pt x="23" y="101"/>
                    </a:cubicBezTo>
                    <a:cubicBezTo>
                      <a:pt x="23" y="101"/>
                      <a:pt x="24" y="99"/>
                      <a:pt x="24" y="99"/>
                    </a:cubicBezTo>
                    <a:cubicBezTo>
                      <a:pt x="25" y="100"/>
                      <a:pt x="26" y="106"/>
                      <a:pt x="26" y="107"/>
                    </a:cubicBezTo>
                    <a:cubicBezTo>
                      <a:pt x="27" y="109"/>
                      <a:pt x="29" y="112"/>
                      <a:pt x="30" y="115"/>
                    </a:cubicBezTo>
                    <a:cubicBezTo>
                      <a:pt x="31" y="118"/>
                      <a:pt x="31" y="121"/>
                      <a:pt x="32" y="124"/>
                    </a:cubicBezTo>
                    <a:cubicBezTo>
                      <a:pt x="34" y="128"/>
                      <a:pt x="37" y="131"/>
                      <a:pt x="39" y="134"/>
                    </a:cubicBezTo>
                    <a:cubicBezTo>
                      <a:pt x="40" y="137"/>
                      <a:pt x="40" y="140"/>
                      <a:pt x="41" y="143"/>
                    </a:cubicBezTo>
                    <a:cubicBezTo>
                      <a:pt x="43" y="146"/>
                      <a:pt x="45" y="149"/>
                      <a:pt x="48" y="146"/>
                    </a:cubicBezTo>
                    <a:cubicBezTo>
                      <a:pt x="50" y="145"/>
                      <a:pt x="50" y="144"/>
                      <a:pt x="50" y="143"/>
                    </a:cubicBezTo>
                    <a:cubicBezTo>
                      <a:pt x="50" y="141"/>
                      <a:pt x="52" y="140"/>
                      <a:pt x="53" y="139"/>
                    </a:cubicBezTo>
                    <a:cubicBezTo>
                      <a:pt x="54" y="138"/>
                      <a:pt x="56" y="138"/>
                      <a:pt x="57" y="137"/>
                    </a:cubicBezTo>
                    <a:cubicBezTo>
                      <a:pt x="58" y="136"/>
                      <a:pt x="57" y="133"/>
                      <a:pt x="57" y="132"/>
                    </a:cubicBezTo>
                    <a:cubicBezTo>
                      <a:pt x="56" y="128"/>
                      <a:pt x="61" y="125"/>
                      <a:pt x="60" y="122"/>
                    </a:cubicBezTo>
                    <a:cubicBezTo>
                      <a:pt x="59" y="119"/>
                      <a:pt x="58" y="116"/>
                      <a:pt x="58" y="113"/>
                    </a:cubicBezTo>
                    <a:cubicBezTo>
                      <a:pt x="58" y="109"/>
                      <a:pt x="62" y="108"/>
                      <a:pt x="65" y="107"/>
                    </a:cubicBezTo>
                    <a:cubicBezTo>
                      <a:pt x="66" y="106"/>
                      <a:pt x="69" y="106"/>
                      <a:pt x="69" y="105"/>
                    </a:cubicBezTo>
                    <a:cubicBezTo>
                      <a:pt x="70" y="103"/>
                      <a:pt x="71" y="102"/>
                      <a:pt x="72" y="101"/>
                    </a:cubicBezTo>
                    <a:cubicBezTo>
                      <a:pt x="75" y="98"/>
                      <a:pt x="78" y="95"/>
                      <a:pt x="81" y="93"/>
                    </a:cubicBezTo>
                    <a:cubicBezTo>
                      <a:pt x="82" y="92"/>
                      <a:pt x="83" y="90"/>
                      <a:pt x="84" y="89"/>
                    </a:cubicBezTo>
                    <a:cubicBezTo>
                      <a:pt x="85" y="88"/>
                      <a:pt x="87" y="88"/>
                      <a:pt x="88" y="87"/>
                    </a:cubicBezTo>
                    <a:cubicBezTo>
                      <a:pt x="89" y="86"/>
                      <a:pt x="90" y="85"/>
                      <a:pt x="91" y="84"/>
                    </a:cubicBezTo>
                    <a:cubicBezTo>
                      <a:pt x="92" y="83"/>
                      <a:pt x="90" y="82"/>
                      <a:pt x="90" y="81"/>
                    </a:cubicBezTo>
                    <a:cubicBezTo>
                      <a:pt x="91" y="79"/>
                      <a:pt x="94" y="79"/>
                      <a:pt x="95" y="78"/>
                    </a:cubicBezTo>
                    <a:cubicBezTo>
                      <a:pt x="96" y="78"/>
                      <a:pt x="98" y="75"/>
                      <a:pt x="98" y="74"/>
                    </a:cubicBezTo>
                    <a:cubicBezTo>
                      <a:pt x="98" y="76"/>
                      <a:pt x="96" y="76"/>
                      <a:pt x="97" y="78"/>
                    </a:cubicBezTo>
                    <a:cubicBezTo>
                      <a:pt x="99" y="79"/>
                      <a:pt x="100" y="76"/>
                      <a:pt x="100" y="76"/>
                    </a:cubicBezTo>
                    <a:cubicBezTo>
                      <a:pt x="101" y="77"/>
                      <a:pt x="100" y="78"/>
                      <a:pt x="101" y="78"/>
                    </a:cubicBezTo>
                    <a:cubicBezTo>
                      <a:pt x="102" y="75"/>
                      <a:pt x="101" y="72"/>
                      <a:pt x="99" y="69"/>
                    </a:cubicBezTo>
                    <a:cubicBezTo>
                      <a:pt x="98" y="67"/>
                      <a:pt x="96" y="65"/>
                      <a:pt x="97" y="62"/>
                    </a:cubicBezTo>
                    <a:cubicBezTo>
                      <a:pt x="98" y="59"/>
                      <a:pt x="103" y="61"/>
                      <a:pt x="100" y="58"/>
                    </a:cubicBezTo>
                    <a:cubicBezTo>
                      <a:pt x="99" y="57"/>
                      <a:pt x="97" y="56"/>
                      <a:pt x="98" y="54"/>
                    </a:cubicBezTo>
                    <a:cubicBezTo>
                      <a:pt x="99" y="53"/>
                      <a:pt x="100" y="54"/>
                      <a:pt x="102" y="55"/>
                    </a:cubicBezTo>
                    <a:cubicBezTo>
                      <a:pt x="103" y="56"/>
                      <a:pt x="104" y="55"/>
                      <a:pt x="104" y="57"/>
                    </a:cubicBezTo>
                    <a:cubicBezTo>
                      <a:pt x="104" y="58"/>
                      <a:pt x="104" y="59"/>
                      <a:pt x="106" y="60"/>
                    </a:cubicBezTo>
                    <a:cubicBezTo>
                      <a:pt x="107" y="60"/>
                      <a:pt x="109" y="60"/>
                      <a:pt x="110" y="60"/>
                    </a:cubicBezTo>
                    <a:cubicBezTo>
                      <a:pt x="111" y="60"/>
                      <a:pt x="113" y="61"/>
                      <a:pt x="114" y="60"/>
                    </a:cubicBezTo>
                    <a:cubicBezTo>
                      <a:pt x="119" y="59"/>
                      <a:pt x="115" y="65"/>
                      <a:pt x="113" y="66"/>
                    </a:cubicBezTo>
                    <a:cubicBezTo>
                      <a:pt x="110" y="66"/>
                      <a:pt x="112" y="70"/>
                      <a:pt x="112" y="71"/>
                    </a:cubicBezTo>
                    <a:cubicBezTo>
                      <a:pt x="113" y="71"/>
                      <a:pt x="115" y="67"/>
                      <a:pt x="115" y="68"/>
                    </a:cubicBezTo>
                    <a:cubicBezTo>
                      <a:pt x="115" y="71"/>
                      <a:pt x="117" y="74"/>
                      <a:pt x="117" y="7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5" name="Freeform 702">
                <a:extLst>
                  <a:ext uri="{FF2B5EF4-FFF2-40B4-BE49-F238E27FC236}">
                    <a16:creationId xmlns:a16="http://schemas.microsoft.com/office/drawing/2014/main" id="{6328526C-DBFD-EB4E-8C6C-685549BCF59F}"/>
                  </a:ext>
                </a:extLst>
              </p:cNvPr>
              <p:cNvSpPr>
                <a:spLocks/>
              </p:cNvSpPr>
              <p:nvPr/>
            </p:nvSpPr>
            <p:spPr bwMode="auto">
              <a:xfrm>
                <a:off x="15926311" y="7669658"/>
                <a:ext cx="382165" cy="917438"/>
              </a:xfrm>
              <a:custGeom>
                <a:avLst/>
                <a:gdLst>
                  <a:gd name="T0" fmla="*/ 37 w 41"/>
                  <a:gd name="T1" fmla="*/ 37 h 98"/>
                  <a:gd name="T2" fmla="*/ 34 w 41"/>
                  <a:gd name="T3" fmla="*/ 35 h 98"/>
                  <a:gd name="T4" fmla="*/ 31 w 41"/>
                  <a:gd name="T5" fmla="*/ 29 h 98"/>
                  <a:gd name="T6" fmla="*/ 32 w 41"/>
                  <a:gd name="T7" fmla="*/ 25 h 98"/>
                  <a:gd name="T8" fmla="*/ 25 w 41"/>
                  <a:gd name="T9" fmla="*/ 22 h 98"/>
                  <a:gd name="T10" fmla="*/ 30 w 41"/>
                  <a:gd name="T11" fmla="*/ 10 h 98"/>
                  <a:gd name="T12" fmla="*/ 28 w 41"/>
                  <a:gd name="T13" fmla="*/ 6 h 98"/>
                  <a:gd name="T14" fmla="*/ 23 w 41"/>
                  <a:gd name="T15" fmla="*/ 2 h 98"/>
                  <a:gd name="T16" fmla="*/ 22 w 41"/>
                  <a:gd name="T17" fmla="*/ 9 h 98"/>
                  <a:gd name="T18" fmla="*/ 18 w 41"/>
                  <a:gd name="T19" fmla="*/ 9 h 98"/>
                  <a:gd name="T20" fmla="*/ 13 w 41"/>
                  <a:gd name="T21" fmla="*/ 15 h 98"/>
                  <a:gd name="T22" fmla="*/ 11 w 41"/>
                  <a:gd name="T23" fmla="*/ 21 h 98"/>
                  <a:gd name="T24" fmla="*/ 6 w 41"/>
                  <a:gd name="T25" fmla="*/ 25 h 98"/>
                  <a:gd name="T26" fmla="*/ 2 w 41"/>
                  <a:gd name="T27" fmla="*/ 35 h 98"/>
                  <a:gd name="T28" fmla="*/ 0 w 41"/>
                  <a:gd name="T29" fmla="*/ 40 h 98"/>
                  <a:gd name="T30" fmla="*/ 4 w 41"/>
                  <a:gd name="T31" fmla="*/ 44 h 98"/>
                  <a:gd name="T32" fmla="*/ 7 w 41"/>
                  <a:gd name="T33" fmla="*/ 52 h 98"/>
                  <a:gd name="T34" fmla="*/ 11 w 41"/>
                  <a:gd name="T35" fmla="*/ 58 h 98"/>
                  <a:gd name="T36" fmla="*/ 11 w 41"/>
                  <a:gd name="T37" fmla="*/ 64 h 98"/>
                  <a:gd name="T38" fmla="*/ 12 w 41"/>
                  <a:gd name="T39" fmla="*/ 66 h 98"/>
                  <a:gd name="T40" fmla="*/ 14 w 41"/>
                  <a:gd name="T41" fmla="*/ 66 h 98"/>
                  <a:gd name="T42" fmla="*/ 17 w 41"/>
                  <a:gd name="T43" fmla="*/ 65 h 98"/>
                  <a:gd name="T44" fmla="*/ 22 w 41"/>
                  <a:gd name="T45" fmla="*/ 64 h 98"/>
                  <a:gd name="T46" fmla="*/ 25 w 41"/>
                  <a:gd name="T47" fmla="*/ 72 h 98"/>
                  <a:gd name="T48" fmla="*/ 29 w 41"/>
                  <a:gd name="T49" fmla="*/ 80 h 98"/>
                  <a:gd name="T50" fmla="*/ 30 w 41"/>
                  <a:gd name="T51" fmla="*/ 85 h 98"/>
                  <a:gd name="T52" fmla="*/ 29 w 41"/>
                  <a:gd name="T53" fmla="*/ 88 h 98"/>
                  <a:gd name="T54" fmla="*/ 29 w 41"/>
                  <a:gd name="T55" fmla="*/ 98 h 98"/>
                  <a:gd name="T56" fmla="*/ 34 w 41"/>
                  <a:gd name="T57" fmla="*/ 85 h 98"/>
                  <a:gd name="T58" fmla="*/ 28 w 41"/>
                  <a:gd name="T59" fmla="*/ 71 h 98"/>
                  <a:gd name="T60" fmla="*/ 30 w 41"/>
                  <a:gd name="T61" fmla="*/ 65 h 98"/>
                  <a:gd name="T62" fmla="*/ 26 w 41"/>
                  <a:gd name="T63" fmla="*/ 49 h 98"/>
                  <a:gd name="T64" fmla="*/ 34 w 41"/>
                  <a:gd name="T65" fmla="*/ 44 h 98"/>
                  <a:gd name="T66" fmla="*/ 41 w 41"/>
                  <a:gd name="T67" fmla="*/ 3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98">
                    <a:moveTo>
                      <a:pt x="39" y="38"/>
                    </a:moveTo>
                    <a:cubicBezTo>
                      <a:pt x="38" y="38"/>
                      <a:pt x="37" y="39"/>
                      <a:pt x="37" y="37"/>
                    </a:cubicBezTo>
                    <a:cubicBezTo>
                      <a:pt x="37" y="37"/>
                      <a:pt x="37" y="36"/>
                      <a:pt x="37" y="36"/>
                    </a:cubicBezTo>
                    <a:cubicBezTo>
                      <a:pt x="37" y="35"/>
                      <a:pt x="34" y="35"/>
                      <a:pt x="34" y="35"/>
                    </a:cubicBezTo>
                    <a:cubicBezTo>
                      <a:pt x="33" y="34"/>
                      <a:pt x="34" y="32"/>
                      <a:pt x="34" y="31"/>
                    </a:cubicBezTo>
                    <a:cubicBezTo>
                      <a:pt x="35" y="29"/>
                      <a:pt x="32" y="30"/>
                      <a:pt x="31" y="29"/>
                    </a:cubicBezTo>
                    <a:cubicBezTo>
                      <a:pt x="31" y="28"/>
                      <a:pt x="30" y="28"/>
                      <a:pt x="30" y="27"/>
                    </a:cubicBezTo>
                    <a:cubicBezTo>
                      <a:pt x="30" y="26"/>
                      <a:pt x="32" y="25"/>
                      <a:pt x="32" y="25"/>
                    </a:cubicBezTo>
                    <a:cubicBezTo>
                      <a:pt x="31" y="23"/>
                      <a:pt x="25" y="26"/>
                      <a:pt x="24" y="25"/>
                    </a:cubicBezTo>
                    <a:cubicBezTo>
                      <a:pt x="24" y="25"/>
                      <a:pt x="25" y="23"/>
                      <a:pt x="25" y="22"/>
                    </a:cubicBezTo>
                    <a:cubicBezTo>
                      <a:pt x="24" y="21"/>
                      <a:pt x="27" y="19"/>
                      <a:pt x="27" y="18"/>
                    </a:cubicBezTo>
                    <a:cubicBezTo>
                      <a:pt x="29" y="15"/>
                      <a:pt x="31" y="13"/>
                      <a:pt x="30" y="10"/>
                    </a:cubicBezTo>
                    <a:cubicBezTo>
                      <a:pt x="30" y="9"/>
                      <a:pt x="31" y="8"/>
                      <a:pt x="31" y="7"/>
                    </a:cubicBezTo>
                    <a:cubicBezTo>
                      <a:pt x="31" y="5"/>
                      <a:pt x="29" y="7"/>
                      <a:pt x="28" y="6"/>
                    </a:cubicBezTo>
                    <a:cubicBezTo>
                      <a:pt x="28" y="4"/>
                      <a:pt x="27" y="3"/>
                      <a:pt x="27" y="2"/>
                    </a:cubicBezTo>
                    <a:cubicBezTo>
                      <a:pt x="25" y="0"/>
                      <a:pt x="25" y="3"/>
                      <a:pt x="23" y="2"/>
                    </a:cubicBezTo>
                    <a:cubicBezTo>
                      <a:pt x="24" y="4"/>
                      <a:pt x="22" y="4"/>
                      <a:pt x="22" y="5"/>
                    </a:cubicBezTo>
                    <a:cubicBezTo>
                      <a:pt x="22" y="5"/>
                      <a:pt x="22" y="9"/>
                      <a:pt x="22" y="9"/>
                    </a:cubicBezTo>
                    <a:cubicBezTo>
                      <a:pt x="21" y="9"/>
                      <a:pt x="21" y="7"/>
                      <a:pt x="21" y="7"/>
                    </a:cubicBezTo>
                    <a:cubicBezTo>
                      <a:pt x="19" y="7"/>
                      <a:pt x="18" y="8"/>
                      <a:pt x="18" y="9"/>
                    </a:cubicBezTo>
                    <a:cubicBezTo>
                      <a:pt x="17" y="10"/>
                      <a:pt x="15" y="10"/>
                      <a:pt x="14" y="11"/>
                    </a:cubicBezTo>
                    <a:cubicBezTo>
                      <a:pt x="13" y="12"/>
                      <a:pt x="14" y="14"/>
                      <a:pt x="13" y="15"/>
                    </a:cubicBezTo>
                    <a:cubicBezTo>
                      <a:pt x="13" y="16"/>
                      <a:pt x="12" y="17"/>
                      <a:pt x="11" y="18"/>
                    </a:cubicBezTo>
                    <a:cubicBezTo>
                      <a:pt x="11" y="19"/>
                      <a:pt x="11" y="20"/>
                      <a:pt x="11" y="21"/>
                    </a:cubicBezTo>
                    <a:cubicBezTo>
                      <a:pt x="11" y="23"/>
                      <a:pt x="10" y="25"/>
                      <a:pt x="9" y="25"/>
                    </a:cubicBezTo>
                    <a:cubicBezTo>
                      <a:pt x="8" y="25"/>
                      <a:pt x="7" y="25"/>
                      <a:pt x="6" y="25"/>
                    </a:cubicBezTo>
                    <a:cubicBezTo>
                      <a:pt x="5" y="27"/>
                      <a:pt x="6" y="35"/>
                      <a:pt x="4" y="35"/>
                    </a:cubicBezTo>
                    <a:cubicBezTo>
                      <a:pt x="4" y="35"/>
                      <a:pt x="2" y="35"/>
                      <a:pt x="2" y="35"/>
                    </a:cubicBezTo>
                    <a:cubicBezTo>
                      <a:pt x="2" y="36"/>
                      <a:pt x="2" y="37"/>
                      <a:pt x="2" y="37"/>
                    </a:cubicBezTo>
                    <a:cubicBezTo>
                      <a:pt x="2" y="38"/>
                      <a:pt x="1" y="39"/>
                      <a:pt x="0" y="40"/>
                    </a:cubicBezTo>
                    <a:cubicBezTo>
                      <a:pt x="0" y="41"/>
                      <a:pt x="4" y="46"/>
                      <a:pt x="5" y="47"/>
                    </a:cubicBezTo>
                    <a:cubicBezTo>
                      <a:pt x="5" y="47"/>
                      <a:pt x="4" y="44"/>
                      <a:pt x="4" y="44"/>
                    </a:cubicBezTo>
                    <a:cubicBezTo>
                      <a:pt x="4" y="44"/>
                      <a:pt x="7" y="48"/>
                      <a:pt x="7" y="48"/>
                    </a:cubicBezTo>
                    <a:cubicBezTo>
                      <a:pt x="8" y="50"/>
                      <a:pt x="6" y="50"/>
                      <a:pt x="7" y="52"/>
                    </a:cubicBezTo>
                    <a:cubicBezTo>
                      <a:pt x="6" y="51"/>
                      <a:pt x="8" y="51"/>
                      <a:pt x="9" y="52"/>
                    </a:cubicBezTo>
                    <a:cubicBezTo>
                      <a:pt x="10" y="54"/>
                      <a:pt x="11" y="56"/>
                      <a:pt x="11" y="58"/>
                    </a:cubicBezTo>
                    <a:cubicBezTo>
                      <a:pt x="11" y="58"/>
                      <a:pt x="10" y="67"/>
                      <a:pt x="10" y="67"/>
                    </a:cubicBezTo>
                    <a:cubicBezTo>
                      <a:pt x="11" y="67"/>
                      <a:pt x="11" y="64"/>
                      <a:pt x="11" y="64"/>
                    </a:cubicBezTo>
                    <a:cubicBezTo>
                      <a:pt x="11" y="64"/>
                      <a:pt x="11" y="67"/>
                      <a:pt x="11" y="67"/>
                    </a:cubicBezTo>
                    <a:cubicBezTo>
                      <a:pt x="11" y="67"/>
                      <a:pt x="12" y="66"/>
                      <a:pt x="12" y="66"/>
                    </a:cubicBezTo>
                    <a:cubicBezTo>
                      <a:pt x="12" y="66"/>
                      <a:pt x="12" y="68"/>
                      <a:pt x="12" y="68"/>
                    </a:cubicBezTo>
                    <a:cubicBezTo>
                      <a:pt x="13" y="68"/>
                      <a:pt x="13" y="66"/>
                      <a:pt x="14" y="66"/>
                    </a:cubicBezTo>
                    <a:cubicBezTo>
                      <a:pt x="14" y="66"/>
                      <a:pt x="14" y="67"/>
                      <a:pt x="14" y="67"/>
                    </a:cubicBezTo>
                    <a:cubicBezTo>
                      <a:pt x="14" y="67"/>
                      <a:pt x="17" y="66"/>
                      <a:pt x="17" y="65"/>
                    </a:cubicBezTo>
                    <a:cubicBezTo>
                      <a:pt x="18" y="65"/>
                      <a:pt x="23" y="62"/>
                      <a:pt x="21" y="61"/>
                    </a:cubicBezTo>
                    <a:cubicBezTo>
                      <a:pt x="22" y="61"/>
                      <a:pt x="21" y="63"/>
                      <a:pt x="22" y="64"/>
                    </a:cubicBezTo>
                    <a:cubicBezTo>
                      <a:pt x="23" y="64"/>
                      <a:pt x="24" y="64"/>
                      <a:pt x="24" y="65"/>
                    </a:cubicBezTo>
                    <a:cubicBezTo>
                      <a:pt x="25" y="67"/>
                      <a:pt x="25" y="70"/>
                      <a:pt x="25" y="72"/>
                    </a:cubicBezTo>
                    <a:cubicBezTo>
                      <a:pt x="26" y="75"/>
                      <a:pt x="26" y="77"/>
                      <a:pt x="28" y="79"/>
                    </a:cubicBezTo>
                    <a:cubicBezTo>
                      <a:pt x="28" y="79"/>
                      <a:pt x="29" y="80"/>
                      <a:pt x="29" y="80"/>
                    </a:cubicBezTo>
                    <a:cubicBezTo>
                      <a:pt x="29" y="82"/>
                      <a:pt x="30" y="82"/>
                      <a:pt x="30" y="82"/>
                    </a:cubicBezTo>
                    <a:cubicBezTo>
                      <a:pt x="31" y="83"/>
                      <a:pt x="29" y="85"/>
                      <a:pt x="30" y="85"/>
                    </a:cubicBezTo>
                    <a:cubicBezTo>
                      <a:pt x="30" y="85"/>
                      <a:pt x="30" y="85"/>
                      <a:pt x="31" y="85"/>
                    </a:cubicBezTo>
                    <a:cubicBezTo>
                      <a:pt x="31" y="86"/>
                      <a:pt x="29" y="87"/>
                      <a:pt x="29" y="88"/>
                    </a:cubicBezTo>
                    <a:cubicBezTo>
                      <a:pt x="29" y="90"/>
                      <a:pt x="30" y="88"/>
                      <a:pt x="31" y="89"/>
                    </a:cubicBezTo>
                    <a:cubicBezTo>
                      <a:pt x="31" y="89"/>
                      <a:pt x="29" y="97"/>
                      <a:pt x="29" y="98"/>
                    </a:cubicBezTo>
                    <a:cubicBezTo>
                      <a:pt x="31" y="96"/>
                      <a:pt x="32" y="92"/>
                      <a:pt x="33" y="90"/>
                    </a:cubicBezTo>
                    <a:cubicBezTo>
                      <a:pt x="34" y="88"/>
                      <a:pt x="35" y="87"/>
                      <a:pt x="34" y="85"/>
                    </a:cubicBezTo>
                    <a:cubicBezTo>
                      <a:pt x="33" y="83"/>
                      <a:pt x="33" y="82"/>
                      <a:pt x="33" y="80"/>
                    </a:cubicBezTo>
                    <a:cubicBezTo>
                      <a:pt x="32" y="78"/>
                      <a:pt x="27" y="74"/>
                      <a:pt x="28" y="71"/>
                    </a:cubicBezTo>
                    <a:cubicBezTo>
                      <a:pt x="28" y="71"/>
                      <a:pt x="30" y="70"/>
                      <a:pt x="30" y="69"/>
                    </a:cubicBezTo>
                    <a:cubicBezTo>
                      <a:pt x="29" y="67"/>
                      <a:pt x="30" y="67"/>
                      <a:pt x="30" y="65"/>
                    </a:cubicBezTo>
                    <a:cubicBezTo>
                      <a:pt x="31" y="62"/>
                      <a:pt x="27" y="60"/>
                      <a:pt x="26" y="58"/>
                    </a:cubicBezTo>
                    <a:cubicBezTo>
                      <a:pt x="23" y="56"/>
                      <a:pt x="25" y="52"/>
                      <a:pt x="26" y="49"/>
                    </a:cubicBezTo>
                    <a:cubicBezTo>
                      <a:pt x="26" y="47"/>
                      <a:pt x="27" y="47"/>
                      <a:pt x="29" y="47"/>
                    </a:cubicBezTo>
                    <a:cubicBezTo>
                      <a:pt x="31" y="47"/>
                      <a:pt x="33" y="45"/>
                      <a:pt x="34" y="44"/>
                    </a:cubicBezTo>
                    <a:cubicBezTo>
                      <a:pt x="36" y="43"/>
                      <a:pt x="37" y="44"/>
                      <a:pt x="39" y="42"/>
                    </a:cubicBezTo>
                    <a:cubicBezTo>
                      <a:pt x="40" y="40"/>
                      <a:pt x="41" y="39"/>
                      <a:pt x="41" y="38"/>
                    </a:cubicBezTo>
                    <a:cubicBezTo>
                      <a:pt x="41" y="38"/>
                      <a:pt x="40" y="38"/>
                      <a:pt x="39" y="3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6" name="Freeform 703">
                <a:extLst>
                  <a:ext uri="{FF2B5EF4-FFF2-40B4-BE49-F238E27FC236}">
                    <a16:creationId xmlns:a16="http://schemas.microsoft.com/office/drawing/2014/main" id="{430A117E-D965-9F46-9D78-A89F24DDBE34}"/>
                  </a:ext>
                </a:extLst>
              </p:cNvPr>
              <p:cNvSpPr>
                <a:spLocks/>
              </p:cNvSpPr>
              <p:nvPr/>
            </p:nvSpPr>
            <p:spPr bwMode="auto">
              <a:xfrm>
                <a:off x="15747967" y="7781150"/>
                <a:ext cx="213379" cy="261215"/>
              </a:xfrm>
              <a:custGeom>
                <a:avLst/>
                <a:gdLst>
                  <a:gd name="T0" fmla="*/ 21 w 23"/>
                  <a:gd name="T1" fmla="*/ 26 h 28"/>
                  <a:gd name="T2" fmla="*/ 20 w 23"/>
                  <a:gd name="T3" fmla="*/ 17 h 28"/>
                  <a:gd name="T4" fmla="*/ 18 w 23"/>
                  <a:gd name="T5" fmla="*/ 16 h 28"/>
                  <a:gd name="T6" fmla="*/ 16 w 23"/>
                  <a:gd name="T7" fmla="*/ 18 h 28"/>
                  <a:gd name="T8" fmla="*/ 17 w 23"/>
                  <a:gd name="T9" fmla="*/ 13 h 28"/>
                  <a:gd name="T10" fmla="*/ 18 w 23"/>
                  <a:gd name="T11" fmla="*/ 7 h 28"/>
                  <a:gd name="T12" fmla="*/ 14 w 23"/>
                  <a:gd name="T13" fmla="*/ 7 h 28"/>
                  <a:gd name="T14" fmla="*/ 10 w 23"/>
                  <a:gd name="T15" fmla="*/ 7 h 28"/>
                  <a:gd name="T16" fmla="*/ 8 w 23"/>
                  <a:gd name="T17" fmla="*/ 4 h 28"/>
                  <a:gd name="T18" fmla="*/ 6 w 23"/>
                  <a:gd name="T19" fmla="*/ 2 h 28"/>
                  <a:gd name="T20" fmla="*/ 2 w 23"/>
                  <a:gd name="T21" fmla="*/ 1 h 28"/>
                  <a:gd name="T22" fmla="*/ 4 w 23"/>
                  <a:gd name="T23" fmla="*/ 5 h 28"/>
                  <a:gd name="T24" fmla="*/ 1 w 23"/>
                  <a:gd name="T25" fmla="*/ 9 h 28"/>
                  <a:gd name="T26" fmla="*/ 3 w 23"/>
                  <a:gd name="T27" fmla="*/ 16 h 28"/>
                  <a:gd name="T28" fmla="*/ 5 w 23"/>
                  <a:gd name="T29" fmla="*/ 25 h 28"/>
                  <a:gd name="T30" fmla="*/ 6 w 23"/>
                  <a:gd name="T31" fmla="*/ 22 h 28"/>
                  <a:gd name="T32" fmla="*/ 7 w 23"/>
                  <a:gd name="T33" fmla="*/ 24 h 28"/>
                  <a:gd name="T34" fmla="*/ 7 w 23"/>
                  <a:gd name="T35" fmla="*/ 23 h 28"/>
                  <a:gd name="T36" fmla="*/ 8 w 23"/>
                  <a:gd name="T37" fmla="*/ 21 h 28"/>
                  <a:gd name="T38" fmla="*/ 13 w 23"/>
                  <a:gd name="T39" fmla="*/ 22 h 28"/>
                  <a:gd name="T40" fmla="*/ 11 w 23"/>
                  <a:gd name="T41" fmla="*/ 16 h 28"/>
                  <a:gd name="T42" fmla="*/ 13 w 23"/>
                  <a:gd name="T43" fmla="*/ 19 h 28"/>
                  <a:gd name="T44" fmla="*/ 17 w 23"/>
                  <a:gd name="T45" fmla="*/ 20 h 28"/>
                  <a:gd name="T46" fmla="*/ 18 w 23"/>
                  <a:gd name="T47" fmla="*/ 22 h 28"/>
                  <a:gd name="T48" fmla="*/ 19 w 23"/>
                  <a:gd name="T49" fmla="*/ 28 h 28"/>
                  <a:gd name="T50" fmla="*/ 21 w 23"/>
                  <a:gd name="T51" fmla="*/ 26 h 28"/>
                  <a:gd name="T52" fmla="*/ 21 w 23"/>
                  <a:gd name="T53" fmla="*/ 2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8">
                    <a:moveTo>
                      <a:pt x="21" y="26"/>
                    </a:moveTo>
                    <a:cubicBezTo>
                      <a:pt x="22" y="24"/>
                      <a:pt x="20" y="19"/>
                      <a:pt x="20" y="17"/>
                    </a:cubicBezTo>
                    <a:cubicBezTo>
                      <a:pt x="20" y="17"/>
                      <a:pt x="19" y="13"/>
                      <a:pt x="18" y="16"/>
                    </a:cubicBezTo>
                    <a:cubicBezTo>
                      <a:pt x="18" y="16"/>
                      <a:pt x="17" y="17"/>
                      <a:pt x="16" y="18"/>
                    </a:cubicBezTo>
                    <a:cubicBezTo>
                      <a:pt x="16" y="17"/>
                      <a:pt x="14" y="13"/>
                      <a:pt x="17" y="13"/>
                    </a:cubicBezTo>
                    <a:cubicBezTo>
                      <a:pt x="19" y="12"/>
                      <a:pt x="23" y="6"/>
                      <a:pt x="18" y="7"/>
                    </a:cubicBezTo>
                    <a:cubicBezTo>
                      <a:pt x="17" y="8"/>
                      <a:pt x="15" y="7"/>
                      <a:pt x="14" y="7"/>
                    </a:cubicBezTo>
                    <a:cubicBezTo>
                      <a:pt x="13" y="7"/>
                      <a:pt x="11" y="7"/>
                      <a:pt x="10" y="7"/>
                    </a:cubicBezTo>
                    <a:cubicBezTo>
                      <a:pt x="8" y="6"/>
                      <a:pt x="8" y="5"/>
                      <a:pt x="8" y="4"/>
                    </a:cubicBezTo>
                    <a:cubicBezTo>
                      <a:pt x="8" y="2"/>
                      <a:pt x="7" y="3"/>
                      <a:pt x="6" y="2"/>
                    </a:cubicBezTo>
                    <a:cubicBezTo>
                      <a:pt x="4" y="1"/>
                      <a:pt x="3" y="0"/>
                      <a:pt x="2" y="1"/>
                    </a:cubicBezTo>
                    <a:cubicBezTo>
                      <a:pt x="1" y="3"/>
                      <a:pt x="3" y="4"/>
                      <a:pt x="4" y="5"/>
                    </a:cubicBezTo>
                    <a:cubicBezTo>
                      <a:pt x="7" y="8"/>
                      <a:pt x="2" y="6"/>
                      <a:pt x="1" y="9"/>
                    </a:cubicBezTo>
                    <a:cubicBezTo>
                      <a:pt x="0" y="12"/>
                      <a:pt x="2" y="14"/>
                      <a:pt x="3" y="16"/>
                    </a:cubicBezTo>
                    <a:cubicBezTo>
                      <a:pt x="5" y="19"/>
                      <a:pt x="6" y="22"/>
                      <a:pt x="5" y="25"/>
                    </a:cubicBezTo>
                    <a:cubicBezTo>
                      <a:pt x="6" y="26"/>
                      <a:pt x="6" y="23"/>
                      <a:pt x="6" y="22"/>
                    </a:cubicBezTo>
                    <a:cubicBezTo>
                      <a:pt x="6" y="23"/>
                      <a:pt x="6" y="24"/>
                      <a:pt x="7" y="24"/>
                    </a:cubicBezTo>
                    <a:cubicBezTo>
                      <a:pt x="7" y="24"/>
                      <a:pt x="7" y="23"/>
                      <a:pt x="7" y="23"/>
                    </a:cubicBezTo>
                    <a:cubicBezTo>
                      <a:pt x="8" y="26"/>
                      <a:pt x="8" y="23"/>
                      <a:pt x="8" y="21"/>
                    </a:cubicBezTo>
                    <a:cubicBezTo>
                      <a:pt x="8" y="22"/>
                      <a:pt x="12" y="25"/>
                      <a:pt x="13" y="22"/>
                    </a:cubicBezTo>
                    <a:cubicBezTo>
                      <a:pt x="13" y="21"/>
                      <a:pt x="12" y="16"/>
                      <a:pt x="11" y="16"/>
                    </a:cubicBezTo>
                    <a:cubicBezTo>
                      <a:pt x="12" y="16"/>
                      <a:pt x="13" y="18"/>
                      <a:pt x="13" y="19"/>
                    </a:cubicBezTo>
                    <a:cubicBezTo>
                      <a:pt x="14" y="20"/>
                      <a:pt x="17" y="18"/>
                      <a:pt x="17" y="20"/>
                    </a:cubicBezTo>
                    <a:cubicBezTo>
                      <a:pt x="17" y="21"/>
                      <a:pt x="18" y="20"/>
                      <a:pt x="18" y="22"/>
                    </a:cubicBezTo>
                    <a:cubicBezTo>
                      <a:pt x="18" y="24"/>
                      <a:pt x="18" y="26"/>
                      <a:pt x="19" y="28"/>
                    </a:cubicBezTo>
                    <a:cubicBezTo>
                      <a:pt x="20" y="27"/>
                      <a:pt x="20" y="27"/>
                      <a:pt x="21" y="26"/>
                    </a:cubicBezTo>
                    <a:cubicBezTo>
                      <a:pt x="22" y="25"/>
                      <a:pt x="20" y="27"/>
                      <a:pt x="21" y="2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7" name="Freeform 704">
                <a:extLst>
                  <a:ext uri="{FF2B5EF4-FFF2-40B4-BE49-F238E27FC236}">
                    <a16:creationId xmlns:a16="http://schemas.microsoft.com/office/drawing/2014/main" id="{8A1AE52F-8280-EA4C-883A-226CCFBB4FC6}"/>
                  </a:ext>
                </a:extLst>
              </p:cNvPr>
              <p:cNvSpPr>
                <a:spLocks/>
              </p:cNvSpPr>
              <p:nvPr/>
            </p:nvSpPr>
            <p:spPr bwMode="auto">
              <a:xfrm>
                <a:off x="16149241" y="8071036"/>
                <a:ext cx="391721" cy="719934"/>
              </a:xfrm>
              <a:custGeom>
                <a:avLst/>
                <a:gdLst>
                  <a:gd name="T0" fmla="*/ 40 w 42"/>
                  <a:gd name="T1" fmla="*/ 30 h 77"/>
                  <a:gd name="T2" fmla="*/ 41 w 42"/>
                  <a:gd name="T3" fmla="*/ 27 h 77"/>
                  <a:gd name="T4" fmla="*/ 39 w 42"/>
                  <a:gd name="T5" fmla="*/ 24 h 77"/>
                  <a:gd name="T6" fmla="*/ 36 w 42"/>
                  <a:gd name="T7" fmla="*/ 20 h 77"/>
                  <a:gd name="T8" fmla="*/ 35 w 42"/>
                  <a:gd name="T9" fmla="*/ 15 h 77"/>
                  <a:gd name="T10" fmla="*/ 30 w 42"/>
                  <a:gd name="T11" fmla="*/ 12 h 77"/>
                  <a:gd name="T12" fmla="*/ 25 w 42"/>
                  <a:gd name="T13" fmla="*/ 14 h 77"/>
                  <a:gd name="T14" fmla="*/ 21 w 42"/>
                  <a:gd name="T15" fmla="*/ 14 h 77"/>
                  <a:gd name="T16" fmla="*/ 17 w 42"/>
                  <a:gd name="T17" fmla="*/ 16 h 77"/>
                  <a:gd name="T18" fmla="*/ 19 w 42"/>
                  <a:gd name="T19" fmla="*/ 12 h 77"/>
                  <a:gd name="T20" fmla="*/ 19 w 42"/>
                  <a:gd name="T21" fmla="*/ 9 h 77"/>
                  <a:gd name="T22" fmla="*/ 18 w 42"/>
                  <a:gd name="T23" fmla="*/ 5 h 77"/>
                  <a:gd name="T24" fmla="*/ 15 w 42"/>
                  <a:gd name="T25" fmla="*/ 4 h 77"/>
                  <a:gd name="T26" fmla="*/ 9 w 42"/>
                  <a:gd name="T27" fmla="*/ 1 h 77"/>
                  <a:gd name="T28" fmla="*/ 4 w 42"/>
                  <a:gd name="T29" fmla="*/ 4 h 77"/>
                  <a:gd name="T30" fmla="*/ 1 w 42"/>
                  <a:gd name="T31" fmla="*/ 8 h 77"/>
                  <a:gd name="T32" fmla="*/ 0 w 42"/>
                  <a:gd name="T33" fmla="*/ 13 h 77"/>
                  <a:gd name="T34" fmla="*/ 3 w 42"/>
                  <a:gd name="T35" fmla="*/ 16 h 77"/>
                  <a:gd name="T36" fmla="*/ 6 w 42"/>
                  <a:gd name="T37" fmla="*/ 20 h 77"/>
                  <a:gd name="T38" fmla="*/ 5 w 42"/>
                  <a:gd name="T39" fmla="*/ 24 h 77"/>
                  <a:gd name="T40" fmla="*/ 5 w 42"/>
                  <a:gd name="T41" fmla="*/ 27 h 77"/>
                  <a:gd name="T42" fmla="*/ 4 w 42"/>
                  <a:gd name="T43" fmla="*/ 28 h 77"/>
                  <a:gd name="T44" fmla="*/ 6 w 42"/>
                  <a:gd name="T45" fmla="*/ 33 h 77"/>
                  <a:gd name="T46" fmla="*/ 9 w 42"/>
                  <a:gd name="T47" fmla="*/ 37 h 77"/>
                  <a:gd name="T48" fmla="*/ 10 w 42"/>
                  <a:gd name="T49" fmla="*/ 42 h 77"/>
                  <a:gd name="T50" fmla="*/ 6 w 42"/>
                  <a:gd name="T51" fmla="*/ 52 h 77"/>
                  <a:gd name="T52" fmla="*/ 5 w 42"/>
                  <a:gd name="T53" fmla="*/ 55 h 77"/>
                  <a:gd name="T54" fmla="*/ 4 w 42"/>
                  <a:gd name="T55" fmla="*/ 58 h 77"/>
                  <a:gd name="T56" fmla="*/ 5 w 42"/>
                  <a:gd name="T57" fmla="*/ 62 h 77"/>
                  <a:gd name="T58" fmla="*/ 11 w 42"/>
                  <a:gd name="T59" fmla="*/ 69 h 77"/>
                  <a:gd name="T60" fmla="*/ 13 w 42"/>
                  <a:gd name="T61" fmla="*/ 72 h 77"/>
                  <a:gd name="T62" fmla="*/ 16 w 42"/>
                  <a:gd name="T63" fmla="*/ 72 h 77"/>
                  <a:gd name="T64" fmla="*/ 18 w 42"/>
                  <a:gd name="T65" fmla="*/ 74 h 77"/>
                  <a:gd name="T66" fmla="*/ 19 w 42"/>
                  <a:gd name="T67" fmla="*/ 76 h 77"/>
                  <a:gd name="T68" fmla="*/ 21 w 42"/>
                  <a:gd name="T69" fmla="*/ 76 h 77"/>
                  <a:gd name="T70" fmla="*/ 23 w 42"/>
                  <a:gd name="T71" fmla="*/ 74 h 77"/>
                  <a:gd name="T72" fmla="*/ 16 w 42"/>
                  <a:gd name="T73" fmla="*/ 69 h 77"/>
                  <a:gd name="T74" fmla="*/ 13 w 42"/>
                  <a:gd name="T75" fmla="*/ 67 h 77"/>
                  <a:gd name="T76" fmla="*/ 15 w 42"/>
                  <a:gd name="T77" fmla="*/ 67 h 77"/>
                  <a:gd name="T78" fmla="*/ 12 w 42"/>
                  <a:gd name="T79" fmla="*/ 60 h 77"/>
                  <a:gd name="T80" fmla="*/ 11 w 42"/>
                  <a:gd name="T81" fmla="*/ 58 h 77"/>
                  <a:gd name="T82" fmla="*/ 9 w 42"/>
                  <a:gd name="T83" fmla="*/ 56 h 77"/>
                  <a:gd name="T84" fmla="*/ 11 w 42"/>
                  <a:gd name="T85" fmla="*/ 48 h 77"/>
                  <a:gd name="T86" fmla="*/ 13 w 42"/>
                  <a:gd name="T87" fmla="*/ 43 h 77"/>
                  <a:gd name="T88" fmla="*/ 14 w 42"/>
                  <a:gd name="T89" fmla="*/ 36 h 77"/>
                  <a:gd name="T90" fmla="*/ 17 w 42"/>
                  <a:gd name="T91" fmla="*/ 40 h 77"/>
                  <a:gd name="T92" fmla="*/ 22 w 42"/>
                  <a:gd name="T93" fmla="*/ 41 h 77"/>
                  <a:gd name="T94" fmla="*/ 27 w 42"/>
                  <a:gd name="T95" fmla="*/ 44 h 77"/>
                  <a:gd name="T96" fmla="*/ 24 w 42"/>
                  <a:gd name="T97" fmla="*/ 38 h 77"/>
                  <a:gd name="T98" fmla="*/ 28 w 42"/>
                  <a:gd name="T99" fmla="*/ 33 h 77"/>
                  <a:gd name="T100" fmla="*/ 34 w 42"/>
                  <a:gd name="T101" fmla="*/ 32 h 77"/>
                  <a:gd name="T102" fmla="*/ 38 w 42"/>
                  <a:gd name="T103" fmla="*/ 33 h 77"/>
                  <a:gd name="T104" fmla="*/ 40 w 42"/>
                  <a:gd name="T105" fmla="*/ 30 h 77"/>
                  <a:gd name="T106" fmla="*/ 40 w 42"/>
                  <a:gd name="T107" fmla="*/ 3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77">
                    <a:moveTo>
                      <a:pt x="40" y="30"/>
                    </a:moveTo>
                    <a:cubicBezTo>
                      <a:pt x="41" y="30"/>
                      <a:pt x="40" y="28"/>
                      <a:pt x="41" y="27"/>
                    </a:cubicBezTo>
                    <a:cubicBezTo>
                      <a:pt x="42" y="26"/>
                      <a:pt x="40" y="24"/>
                      <a:pt x="39" y="24"/>
                    </a:cubicBezTo>
                    <a:cubicBezTo>
                      <a:pt x="38" y="23"/>
                      <a:pt x="36" y="22"/>
                      <a:pt x="36" y="20"/>
                    </a:cubicBezTo>
                    <a:cubicBezTo>
                      <a:pt x="36" y="18"/>
                      <a:pt x="37" y="17"/>
                      <a:pt x="35" y="15"/>
                    </a:cubicBezTo>
                    <a:cubicBezTo>
                      <a:pt x="34" y="14"/>
                      <a:pt x="32" y="12"/>
                      <a:pt x="30" y="12"/>
                    </a:cubicBezTo>
                    <a:cubicBezTo>
                      <a:pt x="28" y="12"/>
                      <a:pt x="27" y="14"/>
                      <a:pt x="25" y="14"/>
                    </a:cubicBezTo>
                    <a:cubicBezTo>
                      <a:pt x="23" y="13"/>
                      <a:pt x="23" y="13"/>
                      <a:pt x="21" y="14"/>
                    </a:cubicBezTo>
                    <a:cubicBezTo>
                      <a:pt x="21" y="14"/>
                      <a:pt x="18" y="17"/>
                      <a:pt x="17" y="16"/>
                    </a:cubicBezTo>
                    <a:cubicBezTo>
                      <a:pt x="17" y="15"/>
                      <a:pt x="20" y="13"/>
                      <a:pt x="19" y="12"/>
                    </a:cubicBezTo>
                    <a:cubicBezTo>
                      <a:pt x="17" y="11"/>
                      <a:pt x="19" y="10"/>
                      <a:pt x="19" y="9"/>
                    </a:cubicBezTo>
                    <a:cubicBezTo>
                      <a:pt x="19" y="8"/>
                      <a:pt x="19" y="5"/>
                      <a:pt x="18" y="5"/>
                    </a:cubicBezTo>
                    <a:cubicBezTo>
                      <a:pt x="16" y="6"/>
                      <a:pt x="14" y="6"/>
                      <a:pt x="15" y="4"/>
                    </a:cubicBezTo>
                    <a:cubicBezTo>
                      <a:pt x="16" y="0"/>
                      <a:pt x="11" y="0"/>
                      <a:pt x="9" y="1"/>
                    </a:cubicBezTo>
                    <a:cubicBezTo>
                      <a:pt x="8" y="3"/>
                      <a:pt x="6" y="4"/>
                      <a:pt x="4" y="4"/>
                    </a:cubicBezTo>
                    <a:cubicBezTo>
                      <a:pt x="2" y="4"/>
                      <a:pt x="1" y="7"/>
                      <a:pt x="1" y="8"/>
                    </a:cubicBezTo>
                    <a:cubicBezTo>
                      <a:pt x="1" y="10"/>
                      <a:pt x="0" y="11"/>
                      <a:pt x="0" y="13"/>
                    </a:cubicBezTo>
                    <a:cubicBezTo>
                      <a:pt x="0" y="15"/>
                      <a:pt x="1" y="15"/>
                      <a:pt x="3" y="16"/>
                    </a:cubicBezTo>
                    <a:cubicBezTo>
                      <a:pt x="4" y="18"/>
                      <a:pt x="5" y="19"/>
                      <a:pt x="6" y="20"/>
                    </a:cubicBezTo>
                    <a:cubicBezTo>
                      <a:pt x="7" y="22"/>
                      <a:pt x="5" y="23"/>
                      <a:pt x="5" y="24"/>
                    </a:cubicBezTo>
                    <a:cubicBezTo>
                      <a:pt x="5" y="25"/>
                      <a:pt x="6" y="26"/>
                      <a:pt x="5" y="27"/>
                    </a:cubicBezTo>
                    <a:cubicBezTo>
                      <a:pt x="5" y="27"/>
                      <a:pt x="4" y="27"/>
                      <a:pt x="4" y="28"/>
                    </a:cubicBezTo>
                    <a:cubicBezTo>
                      <a:pt x="3" y="29"/>
                      <a:pt x="5" y="32"/>
                      <a:pt x="6" y="33"/>
                    </a:cubicBezTo>
                    <a:cubicBezTo>
                      <a:pt x="7" y="34"/>
                      <a:pt x="8" y="35"/>
                      <a:pt x="9" y="37"/>
                    </a:cubicBezTo>
                    <a:cubicBezTo>
                      <a:pt x="9" y="39"/>
                      <a:pt x="9" y="40"/>
                      <a:pt x="10" y="42"/>
                    </a:cubicBezTo>
                    <a:cubicBezTo>
                      <a:pt x="11" y="46"/>
                      <a:pt x="8" y="49"/>
                      <a:pt x="6" y="52"/>
                    </a:cubicBezTo>
                    <a:cubicBezTo>
                      <a:pt x="6" y="53"/>
                      <a:pt x="5" y="54"/>
                      <a:pt x="5" y="55"/>
                    </a:cubicBezTo>
                    <a:cubicBezTo>
                      <a:pt x="4" y="56"/>
                      <a:pt x="4" y="57"/>
                      <a:pt x="4" y="58"/>
                    </a:cubicBezTo>
                    <a:cubicBezTo>
                      <a:pt x="4" y="59"/>
                      <a:pt x="3" y="62"/>
                      <a:pt x="5" y="62"/>
                    </a:cubicBezTo>
                    <a:cubicBezTo>
                      <a:pt x="8" y="64"/>
                      <a:pt x="9" y="67"/>
                      <a:pt x="11" y="69"/>
                    </a:cubicBezTo>
                    <a:cubicBezTo>
                      <a:pt x="12" y="70"/>
                      <a:pt x="12" y="71"/>
                      <a:pt x="13" y="72"/>
                    </a:cubicBezTo>
                    <a:cubicBezTo>
                      <a:pt x="14" y="72"/>
                      <a:pt x="15" y="72"/>
                      <a:pt x="16" y="72"/>
                    </a:cubicBezTo>
                    <a:cubicBezTo>
                      <a:pt x="17" y="73"/>
                      <a:pt x="18" y="73"/>
                      <a:pt x="18" y="74"/>
                    </a:cubicBezTo>
                    <a:cubicBezTo>
                      <a:pt x="18" y="75"/>
                      <a:pt x="18" y="76"/>
                      <a:pt x="19" y="76"/>
                    </a:cubicBezTo>
                    <a:cubicBezTo>
                      <a:pt x="19" y="77"/>
                      <a:pt x="20" y="76"/>
                      <a:pt x="21" y="76"/>
                    </a:cubicBezTo>
                    <a:cubicBezTo>
                      <a:pt x="22" y="76"/>
                      <a:pt x="23" y="74"/>
                      <a:pt x="23" y="74"/>
                    </a:cubicBezTo>
                    <a:cubicBezTo>
                      <a:pt x="21" y="71"/>
                      <a:pt x="20" y="70"/>
                      <a:pt x="16" y="69"/>
                    </a:cubicBezTo>
                    <a:cubicBezTo>
                      <a:pt x="15" y="69"/>
                      <a:pt x="14" y="68"/>
                      <a:pt x="13" y="67"/>
                    </a:cubicBezTo>
                    <a:cubicBezTo>
                      <a:pt x="13" y="65"/>
                      <a:pt x="14" y="67"/>
                      <a:pt x="15" y="67"/>
                    </a:cubicBezTo>
                    <a:cubicBezTo>
                      <a:pt x="14" y="67"/>
                      <a:pt x="12" y="61"/>
                      <a:pt x="12" y="60"/>
                    </a:cubicBezTo>
                    <a:cubicBezTo>
                      <a:pt x="12" y="59"/>
                      <a:pt x="12" y="59"/>
                      <a:pt x="11" y="58"/>
                    </a:cubicBezTo>
                    <a:cubicBezTo>
                      <a:pt x="10" y="58"/>
                      <a:pt x="9" y="57"/>
                      <a:pt x="9" y="56"/>
                    </a:cubicBezTo>
                    <a:cubicBezTo>
                      <a:pt x="8" y="53"/>
                      <a:pt x="10" y="50"/>
                      <a:pt x="11" y="48"/>
                    </a:cubicBezTo>
                    <a:cubicBezTo>
                      <a:pt x="11" y="46"/>
                      <a:pt x="13" y="44"/>
                      <a:pt x="13" y="43"/>
                    </a:cubicBezTo>
                    <a:cubicBezTo>
                      <a:pt x="13" y="41"/>
                      <a:pt x="12" y="37"/>
                      <a:pt x="14" y="36"/>
                    </a:cubicBezTo>
                    <a:cubicBezTo>
                      <a:pt x="17" y="36"/>
                      <a:pt x="17" y="37"/>
                      <a:pt x="17" y="40"/>
                    </a:cubicBezTo>
                    <a:cubicBezTo>
                      <a:pt x="16" y="42"/>
                      <a:pt x="20" y="41"/>
                      <a:pt x="22" y="41"/>
                    </a:cubicBezTo>
                    <a:cubicBezTo>
                      <a:pt x="23" y="41"/>
                      <a:pt x="26" y="43"/>
                      <a:pt x="27" y="44"/>
                    </a:cubicBezTo>
                    <a:cubicBezTo>
                      <a:pt x="27" y="42"/>
                      <a:pt x="25" y="41"/>
                      <a:pt x="24" y="38"/>
                    </a:cubicBezTo>
                    <a:cubicBezTo>
                      <a:pt x="24" y="36"/>
                      <a:pt x="26" y="35"/>
                      <a:pt x="28" y="33"/>
                    </a:cubicBezTo>
                    <a:cubicBezTo>
                      <a:pt x="29" y="32"/>
                      <a:pt x="32" y="32"/>
                      <a:pt x="34" y="32"/>
                    </a:cubicBezTo>
                    <a:cubicBezTo>
                      <a:pt x="36" y="32"/>
                      <a:pt x="37" y="32"/>
                      <a:pt x="38" y="33"/>
                    </a:cubicBezTo>
                    <a:cubicBezTo>
                      <a:pt x="40" y="33"/>
                      <a:pt x="39" y="32"/>
                      <a:pt x="40" y="30"/>
                    </a:cubicBezTo>
                    <a:cubicBezTo>
                      <a:pt x="41" y="30"/>
                      <a:pt x="40" y="31"/>
                      <a:pt x="40" y="3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8" name="Freeform 705">
                <a:extLst>
                  <a:ext uri="{FF2B5EF4-FFF2-40B4-BE49-F238E27FC236}">
                    <a16:creationId xmlns:a16="http://schemas.microsoft.com/office/drawing/2014/main" id="{2D11DF85-2739-EB47-B95C-C4E5C062D592}"/>
                  </a:ext>
                </a:extLst>
              </p:cNvPr>
              <p:cNvSpPr>
                <a:spLocks/>
              </p:cNvSpPr>
              <p:nvPr/>
            </p:nvSpPr>
            <p:spPr bwMode="auto">
              <a:xfrm>
                <a:off x="16362618" y="7921315"/>
                <a:ext cx="356688" cy="729492"/>
              </a:xfrm>
              <a:custGeom>
                <a:avLst/>
                <a:gdLst>
                  <a:gd name="T0" fmla="*/ 37 w 38"/>
                  <a:gd name="T1" fmla="*/ 55 h 78"/>
                  <a:gd name="T2" fmla="*/ 36 w 38"/>
                  <a:gd name="T3" fmla="*/ 49 h 78"/>
                  <a:gd name="T4" fmla="*/ 32 w 38"/>
                  <a:gd name="T5" fmla="*/ 41 h 78"/>
                  <a:gd name="T6" fmla="*/ 28 w 38"/>
                  <a:gd name="T7" fmla="*/ 37 h 78"/>
                  <a:gd name="T8" fmla="*/ 22 w 38"/>
                  <a:gd name="T9" fmla="*/ 31 h 78"/>
                  <a:gd name="T10" fmla="*/ 18 w 38"/>
                  <a:gd name="T11" fmla="*/ 26 h 78"/>
                  <a:gd name="T12" fmla="*/ 19 w 38"/>
                  <a:gd name="T13" fmla="*/ 20 h 78"/>
                  <a:gd name="T14" fmla="*/ 23 w 38"/>
                  <a:gd name="T15" fmla="*/ 15 h 78"/>
                  <a:gd name="T16" fmla="*/ 29 w 38"/>
                  <a:gd name="T17" fmla="*/ 11 h 78"/>
                  <a:gd name="T18" fmla="*/ 23 w 38"/>
                  <a:gd name="T19" fmla="*/ 7 h 78"/>
                  <a:gd name="T20" fmla="*/ 24 w 38"/>
                  <a:gd name="T21" fmla="*/ 4 h 78"/>
                  <a:gd name="T22" fmla="*/ 19 w 38"/>
                  <a:gd name="T23" fmla="*/ 3 h 78"/>
                  <a:gd name="T24" fmla="*/ 14 w 38"/>
                  <a:gd name="T25" fmla="*/ 3 h 78"/>
                  <a:gd name="T26" fmla="*/ 11 w 38"/>
                  <a:gd name="T27" fmla="*/ 5 h 78"/>
                  <a:gd name="T28" fmla="*/ 8 w 38"/>
                  <a:gd name="T29" fmla="*/ 5 h 78"/>
                  <a:gd name="T30" fmla="*/ 5 w 38"/>
                  <a:gd name="T31" fmla="*/ 5 h 78"/>
                  <a:gd name="T32" fmla="*/ 3 w 38"/>
                  <a:gd name="T33" fmla="*/ 5 h 78"/>
                  <a:gd name="T34" fmla="*/ 0 w 38"/>
                  <a:gd name="T35" fmla="*/ 6 h 78"/>
                  <a:gd name="T36" fmla="*/ 4 w 38"/>
                  <a:gd name="T37" fmla="*/ 9 h 78"/>
                  <a:gd name="T38" fmla="*/ 5 w 38"/>
                  <a:gd name="T39" fmla="*/ 13 h 78"/>
                  <a:gd name="T40" fmla="*/ 9 w 38"/>
                  <a:gd name="T41" fmla="*/ 14 h 78"/>
                  <a:gd name="T42" fmla="*/ 12 w 38"/>
                  <a:gd name="T43" fmla="*/ 17 h 78"/>
                  <a:gd name="T44" fmla="*/ 13 w 38"/>
                  <a:gd name="T45" fmla="*/ 21 h 78"/>
                  <a:gd name="T46" fmla="*/ 10 w 38"/>
                  <a:gd name="T47" fmla="*/ 22 h 78"/>
                  <a:gd name="T48" fmla="*/ 14 w 38"/>
                  <a:gd name="T49" fmla="*/ 25 h 78"/>
                  <a:gd name="T50" fmla="*/ 19 w 38"/>
                  <a:gd name="T51" fmla="*/ 31 h 78"/>
                  <a:gd name="T52" fmla="*/ 23 w 38"/>
                  <a:gd name="T53" fmla="*/ 35 h 78"/>
                  <a:gd name="T54" fmla="*/ 26 w 38"/>
                  <a:gd name="T55" fmla="*/ 39 h 78"/>
                  <a:gd name="T56" fmla="*/ 28 w 38"/>
                  <a:gd name="T57" fmla="*/ 43 h 78"/>
                  <a:gd name="T58" fmla="*/ 27 w 38"/>
                  <a:gd name="T59" fmla="*/ 48 h 78"/>
                  <a:gd name="T60" fmla="*/ 28 w 38"/>
                  <a:gd name="T61" fmla="*/ 52 h 78"/>
                  <a:gd name="T62" fmla="*/ 28 w 38"/>
                  <a:gd name="T63" fmla="*/ 57 h 78"/>
                  <a:gd name="T64" fmla="*/ 23 w 38"/>
                  <a:gd name="T65" fmla="*/ 60 h 78"/>
                  <a:gd name="T66" fmla="*/ 20 w 38"/>
                  <a:gd name="T67" fmla="*/ 62 h 78"/>
                  <a:gd name="T68" fmla="*/ 20 w 38"/>
                  <a:gd name="T69" fmla="*/ 65 h 78"/>
                  <a:gd name="T70" fmla="*/ 18 w 38"/>
                  <a:gd name="T71" fmla="*/ 66 h 78"/>
                  <a:gd name="T72" fmla="*/ 14 w 38"/>
                  <a:gd name="T73" fmla="*/ 67 h 78"/>
                  <a:gd name="T74" fmla="*/ 15 w 38"/>
                  <a:gd name="T75" fmla="*/ 70 h 78"/>
                  <a:gd name="T76" fmla="*/ 14 w 38"/>
                  <a:gd name="T77" fmla="*/ 74 h 78"/>
                  <a:gd name="T78" fmla="*/ 14 w 38"/>
                  <a:gd name="T79" fmla="*/ 77 h 78"/>
                  <a:gd name="T80" fmla="*/ 18 w 38"/>
                  <a:gd name="T81" fmla="*/ 75 h 78"/>
                  <a:gd name="T82" fmla="*/ 19 w 38"/>
                  <a:gd name="T83" fmla="*/ 71 h 78"/>
                  <a:gd name="T84" fmla="*/ 22 w 38"/>
                  <a:gd name="T85" fmla="*/ 72 h 78"/>
                  <a:gd name="T86" fmla="*/ 21 w 38"/>
                  <a:gd name="T87" fmla="*/ 70 h 78"/>
                  <a:gd name="T88" fmla="*/ 23 w 38"/>
                  <a:gd name="T89" fmla="*/ 71 h 78"/>
                  <a:gd name="T90" fmla="*/ 24 w 38"/>
                  <a:gd name="T91" fmla="*/ 67 h 78"/>
                  <a:gd name="T92" fmla="*/ 26 w 38"/>
                  <a:gd name="T93" fmla="*/ 68 h 78"/>
                  <a:gd name="T94" fmla="*/ 30 w 38"/>
                  <a:gd name="T95" fmla="*/ 66 h 78"/>
                  <a:gd name="T96" fmla="*/ 36 w 38"/>
                  <a:gd name="T97" fmla="*/ 61 h 78"/>
                  <a:gd name="T98" fmla="*/ 36 w 38"/>
                  <a:gd name="T99" fmla="*/ 57 h 78"/>
                  <a:gd name="T100" fmla="*/ 37 w 38"/>
                  <a:gd name="T101" fmla="*/ 55 h 78"/>
                  <a:gd name="T102" fmla="*/ 37 w 38"/>
                  <a:gd name="T103" fmla="*/ 5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8" h="78">
                    <a:moveTo>
                      <a:pt x="37" y="55"/>
                    </a:moveTo>
                    <a:cubicBezTo>
                      <a:pt x="36" y="54"/>
                      <a:pt x="36" y="52"/>
                      <a:pt x="36" y="49"/>
                    </a:cubicBezTo>
                    <a:cubicBezTo>
                      <a:pt x="35" y="46"/>
                      <a:pt x="34" y="44"/>
                      <a:pt x="32" y="41"/>
                    </a:cubicBezTo>
                    <a:cubicBezTo>
                      <a:pt x="31" y="39"/>
                      <a:pt x="30" y="38"/>
                      <a:pt x="28" y="37"/>
                    </a:cubicBezTo>
                    <a:cubicBezTo>
                      <a:pt x="26" y="35"/>
                      <a:pt x="23" y="34"/>
                      <a:pt x="22" y="31"/>
                    </a:cubicBezTo>
                    <a:cubicBezTo>
                      <a:pt x="22" y="29"/>
                      <a:pt x="20" y="28"/>
                      <a:pt x="18" y="26"/>
                    </a:cubicBezTo>
                    <a:cubicBezTo>
                      <a:pt x="17" y="25"/>
                      <a:pt x="18" y="21"/>
                      <a:pt x="19" y="20"/>
                    </a:cubicBezTo>
                    <a:cubicBezTo>
                      <a:pt x="21" y="19"/>
                      <a:pt x="23" y="17"/>
                      <a:pt x="23" y="15"/>
                    </a:cubicBezTo>
                    <a:cubicBezTo>
                      <a:pt x="24" y="14"/>
                      <a:pt x="28" y="12"/>
                      <a:pt x="29" y="11"/>
                    </a:cubicBezTo>
                    <a:cubicBezTo>
                      <a:pt x="27" y="10"/>
                      <a:pt x="25" y="9"/>
                      <a:pt x="23" y="7"/>
                    </a:cubicBezTo>
                    <a:cubicBezTo>
                      <a:pt x="21" y="6"/>
                      <a:pt x="24" y="6"/>
                      <a:pt x="24" y="4"/>
                    </a:cubicBezTo>
                    <a:cubicBezTo>
                      <a:pt x="24" y="4"/>
                      <a:pt x="19" y="3"/>
                      <a:pt x="19" y="3"/>
                    </a:cubicBezTo>
                    <a:cubicBezTo>
                      <a:pt x="17" y="2"/>
                      <a:pt x="15" y="0"/>
                      <a:pt x="14" y="3"/>
                    </a:cubicBezTo>
                    <a:cubicBezTo>
                      <a:pt x="13" y="4"/>
                      <a:pt x="12" y="4"/>
                      <a:pt x="11" y="5"/>
                    </a:cubicBezTo>
                    <a:cubicBezTo>
                      <a:pt x="9" y="8"/>
                      <a:pt x="9" y="4"/>
                      <a:pt x="8" y="5"/>
                    </a:cubicBezTo>
                    <a:cubicBezTo>
                      <a:pt x="6" y="6"/>
                      <a:pt x="6" y="5"/>
                      <a:pt x="5" y="5"/>
                    </a:cubicBezTo>
                    <a:cubicBezTo>
                      <a:pt x="4" y="6"/>
                      <a:pt x="3" y="6"/>
                      <a:pt x="3" y="5"/>
                    </a:cubicBezTo>
                    <a:cubicBezTo>
                      <a:pt x="3" y="4"/>
                      <a:pt x="1" y="6"/>
                      <a:pt x="0" y="6"/>
                    </a:cubicBezTo>
                    <a:cubicBezTo>
                      <a:pt x="0" y="7"/>
                      <a:pt x="3" y="9"/>
                      <a:pt x="4" y="9"/>
                    </a:cubicBezTo>
                    <a:cubicBezTo>
                      <a:pt x="5" y="11"/>
                      <a:pt x="4" y="12"/>
                      <a:pt x="5" y="13"/>
                    </a:cubicBezTo>
                    <a:cubicBezTo>
                      <a:pt x="5" y="15"/>
                      <a:pt x="8" y="15"/>
                      <a:pt x="9" y="14"/>
                    </a:cubicBezTo>
                    <a:cubicBezTo>
                      <a:pt x="11" y="13"/>
                      <a:pt x="12" y="16"/>
                      <a:pt x="12" y="17"/>
                    </a:cubicBezTo>
                    <a:cubicBezTo>
                      <a:pt x="13" y="19"/>
                      <a:pt x="15" y="19"/>
                      <a:pt x="13" y="21"/>
                    </a:cubicBezTo>
                    <a:cubicBezTo>
                      <a:pt x="11" y="22"/>
                      <a:pt x="10" y="19"/>
                      <a:pt x="10" y="22"/>
                    </a:cubicBezTo>
                    <a:cubicBezTo>
                      <a:pt x="10" y="24"/>
                      <a:pt x="13" y="24"/>
                      <a:pt x="14" y="25"/>
                    </a:cubicBezTo>
                    <a:cubicBezTo>
                      <a:pt x="16" y="27"/>
                      <a:pt x="17" y="29"/>
                      <a:pt x="19" y="31"/>
                    </a:cubicBezTo>
                    <a:cubicBezTo>
                      <a:pt x="20" y="33"/>
                      <a:pt x="22" y="33"/>
                      <a:pt x="23" y="35"/>
                    </a:cubicBezTo>
                    <a:cubicBezTo>
                      <a:pt x="24" y="37"/>
                      <a:pt x="24" y="38"/>
                      <a:pt x="26" y="39"/>
                    </a:cubicBezTo>
                    <a:cubicBezTo>
                      <a:pt x="27" y="40"/>
                      <a:pt x="26" y="42"/>
                      <a:pt x="28" y="43"/>
                    </a:cubicBezTo>
                    <a:cubicBezTo>
                      <a:pt x="29" y="44"/>
                      <a:pt x="28" y="47"/>
                      <a:pt x="27" y="48"/>
                    </a:cubicBezTo>
                    <a:cubicBezTo>
                      <a:pt x="26" y="49"/>
                      <a:pt x="27" y="51"/>
                      <a:pt x="28" y="52"/>
                    </a:cubicBezTo>
                    <a:cubicBezTo>
                      <a:pt x="28" y="54"/>
                      <a:pt x="28" y="55"/>
                      <a:pt x="28" y="57"/>
                    </a:cubicBezTo>
                    <a:cubicBezTo>
                      <a:pt x="26" y="59"/>
                      <a:pt x="26" y="59"/>
                      <a:pt x="23" y="60"/>
                    </a:cubicBezTo>
                    <a:cubicBezTo>
                      <a:pt x="21" y="60"/>
                      <a:pt x="24" y="63"/>
                      <a:pt x="20" y="62"/>
                    </a:cubicBezTo>
                    <a:cubicBezTo>
                      <a:pt x="18" y="62"/>
                      <a:pt x="20" y="64"/>
                      <a:pt x="20" y="65"/>
                    </a:cubicBezTo>
                    <a:cubicBezTo>
                      <a:pt x="21" y="67"/>
                      <a:pt x="19" y="66"/>
                      <a:pt x="18" y="66"/>
                    </a:cubicBezTo>
                    <a:cubicBezTo>
                      <a:pt x="16" y="66"/>
                      <a:pt x="15" y="66"/>
                      <a:pt x="14" y="67"/>
                    </a:cubicBezTo>
                    <a:cubicBezTo>
                      <a:pt x="11" y="69"/>
                      <a:pt x="13" y="69"/>
                      <a:pt x="15" y="70"/>
                    </a:cubicBezTo>
                    <a:cubicBezTo>
                      <a:pt x="16" y="70"/>
                      <a:pt x="14" y="73"/>
                      <a:pt x="14" y="74"/>
                    </a:cubicBezTo>
                    <a:cubicBezTo>
                      <a:pt x="13" y="74"/>
                      <a:pt x="13" y="78"/>
                      <a:pt x="14" y="77"/>
                    </a:cubicBezTo>
                    <a:cubicBezTo>
                      <a:pt x="16" y="76"/>
                      <a:pt x="17" y="75"/>
                      <a:pt x="18" y="75"/>
                    </a:cubicBezTo>
                    <a:cubicBezTo>
                      <a:pt x="22" y="74"/>
                      <a:pt x="20" y="73"/>
                      <a:pt x="19" y="71"/>
                    </a:cubicBezTo>
                    <a:cubicBezTo>
                      <a:pt x="20" y="71"/>
                      <a:pt x="21" y="73"/>
                      <a:pt x="22" y="72"/>
                    </a:cubicBezTo>
                    <a:cubicBezTo>
                      <a:pt x="23" y="71"/>
                      <a:pt x="21" y="70"/>
                      <a:pt x="21" y="70"/>
                    </a:cubicBezTo>
                    <a:cubicBezTo>
                      <a:pt x="21" y="69"/>
                      <a:pt x="23" y="71"/>
                      <a:pt x="23" y="71"/>
                    </a:cubicBezTo>
                    <a:cubicBezTo>
                      <a:pt x="22" y="71"/>
                      <a:pt x="23" y="67"/>
                      <a:pt x="24" y="67"/>
                    </a:cubicBezTo>
                    <a:cubicBezTo>
                      <a:pt x="24" y="66"/>
                      <a:pt x="26" y="68"/>
                      <a:pt x="26" y="68"/>
                    </a:cubicBezTo>
                    <a:cubicBezTo>
                      <a:pt x="28" y="68"/>
                      <a:pt x="29" y="67"/>
                      <a:pt x="30" y="66"/>
                    </a:cubicBezTo>
                    <a:cubicBezTo>
                      <a:pt x="31" y="65"/>
                      <a:pt x="36" y="63"/>
                      <a:pt x="36" y="61"/>
                    </a:cubicBezTo>
                    <a:cubicBezTo>
                      <a:pt x="36" y="60"/>
                      <a:pt x="35" y="59"/>
                      <a:pt x="36" y="57"/>
                    </a:cubicBezTo>
                    <a:cubicBezTo>
                      <a:pt x="36" y="56"/>
                      <a:pt x="38" y="57"/>
                      <a:pt x="37" y="55"/>
                    </a:cubicBezTo>
                    <a:cubicBezTo>
                      <a:pt x="36" y="54"/>
                      <a:pt x="38" y="56"/>
                      <a:pt x="37" y="5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29" name="Freeform 706">
                <a:extLst>
                  <a:ext uri="{FF2B5EF4-FFF2-40B4-BE49-F238E27FC236}">
                    <a16:creationId xmlns:a16="http://schemas.microsoft.com/office/drawing/2014/main" id="{3018BAB7-A11C-8C44-BA09-E5A33E4E8091}"/>
                  </a:ext>
                </a:extLst>
              </p:cNvPr>
              <p:cNvSpPr>
                <a:spLocks/>
              </p:cNvSpPr>
              <p:nvPr/>
            </p:nvSpPr>
            <p:spPr bwMode="auto">
              <a:xfrm>
                <a:off x="16279815" y="7978656"/>
                <a:ext cx="343950" cy="420492"/>
              </a:xfrm>
              <a:custGeom>
                <a:avLst/>
                <a:gdLst>
                  <a:gd name="T0" fmla="*/ 37 w 37"/>
                  <a:gd name="T1" fmla="*/ 38 h 45"/>
                  <a:gd name="T2" fmla="*/ 35 w 37"/>
                  <a:gd name="T3" fmla="*/ 35 h 45"/>
                  <a:gd name="T4" fmla="*/ 33 w 37"/>
                  <a:gd name="T5" fmla="*/ 32 h 45"/>
                  <a:gd name="T6" fmla="*/ 30 w 37"/>
                  <a:gd name="T7" fmla="*/ 28 h 45"/>
                  <a:gd name="T8" fmla="*/ 26 w 37"/>
                  <a:gd name="T9" fmla="*/ 22 h 45"/>
                  <a:gd name="T10" fmla="*/ 22 w 37"/>
                  <a:gd name="T11" fmla="*/ 18 h 45"/>
                  <a:gd name="T12" fmla="*/ 19 w 37"/>
                  <a:gd name="T13" fmla="*/ 15 h 45"/>
                  <a:gd name="T14" fmla="*/ 22 w 37"/>
                  <a:gd name="T15" fmla="*/ 14 h 45"/>
                  <a:gd name="T16" fmla="*/ 21 w 37"/>
                  <a:gd name="T17" fmla="*/ 10 h 45"/>
                  <a:gd name="T18" fmla="*/ 14 w 37"/>
                  <a:gd name="T19" fmla="*/ 8 h 45"/>
                  <a:gd name="T20" fmla="*/ 13 w 37"/>
                  <a:gd name="T21" fmla="*/ 4 h 45"/>
                  <a:gd name="T22" fmla="*/ 9 w 37"/>
                  <a:gd name="T23" fmla="*/ 0 h 45"/>
                  <a:gd name="T24" fmla="*/ 7 w 37"/>
                  <a:gd name="T25" fmla="*/ 0 h 45"/>
                  <a:gd name="T26" fmla="*/ 8 w 37"/>
                  <a:gd name="T27" fmla="*/ 4 h 45"/>
                  <a:gd name="T28" fmla="*/ 8 w 37"/>
                  <a:gd name="T29" fmla="*/ 7 h 45"/>
                  <a:gd name="T30" fmla="*/ 4 w 37"/>
                  <a:gd name="T31" fmla="*/ 5 h 45"/>
                  <a:gd name="T32" fmla="*/ 0 w 37"/>
                  <a:gd name="T33" fmla="*/ 10 h 45"/>
                  <a:gd name="T34" fmla="*/ 4 w 37"/>
                  <a:gd name="T35" fmla="*/ 15 h 45"/>
                  <a:gd name="T36" fmla="*/ 4 w 37"/>
                  <a:gd name="T37" fmla="*/ 22 h 45"/>
                  <a:gd name="T38" fmla="*/ 3 w 37"/>
                  <a:gd name="T39" fmla="*/ 26 h 45"/>
                  <a:gd name="T40" fmla="*/ 7 w 37"/>
                  <a:gd name="T41" fmla="*/ 25 h 45"/>
                  <a:gd name="T42" fmla="*/ 10 w 37"/>
                  <a:gd name="T43" fmla="*/ 23 h 45"/>
                  <a:gd name="T44" fmla="*/ 15 w 37"/>
                  <a:gd name="T45" fmla="*/ 22 h 45"/>
                  <a:gd name="T46" fmla="*/ 23 w 37"/>
                  <a:gd name="T47" fmla="*/ 28 h 45"/>
                  <a:gd name="T48" fmla="*/ 27 w 37"/>
                  <a:gd name="T49" fmla="*/ 36 h 45"/>
                  <a:gd name="T50" fmla="*/ 27 w 37"/>
                  <a:gd name="T51" fmla="*/ 39 h 45"/>
                  <a:gd name="T52" fmla="*/ 25 w 37"/>
                  <a:gd name="T53" fmla="*/ 43 h 45"/>
                  <a:gd name="T54" fmla="*/ 29 w 37"/>
                  <a:gd name="T55" fmla="*/ 43 h 45"/>
                  <a:gd name="T56" fmla="*/ 32 w 37"/>
                  <a:gd name="T57" fmla="*/ 42 h 45"/>
                  <a:gd name="T58" fmla="*/ 35 w 37"/>
                  <a:gd name="T59" fmla="*/ 42 h 45"/>
                  <a:gd name="T60" fmla="*/ 37 w 37"/>
                  <a:gd name="T61" fmla="*/ 3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 h="45">
                    <a:moveTo>
                      <a:pt x="37" y="38"/>
                    </a:moveTo>
                    <a:cubicBezTo>
                      <a:pt x="37" y="37"/>
                      <a:pt x="36" y="37"/>
                      <a:pt x="35" y="35"/>
                    </a:cubicBezTo>
                    <a:cubicBezTo>
                      <a:pt x="35" y="33"/>
                      <a:pt x="34" y="34"/>
                      <a:pt x="33" y="32"/>
                    </a:cubicBezTo>
                    <a:cubicBezTo>
                      <a:pt x="32" y="30"/>
                      <a:pt x="32" y="29"/>
                      <a:pt x="30" y="28"/>
                    </a:cubicBezTo>
                    <a:cubicBezTo>
                      <a:pt x="28" y="26"/>
                      <a:pt x="27" y="24"/>
                      <a:pt x="26" y="22"/>
                    </a:cubicBezTo>
                    <a:cubicBezTo>
                      <a:pt x="25" y="21"/>
                      <a:pt x="23" y="19"/>
                      <a:pt x="22" y="18"/>
                    </a:cubicBezTo>
                    <a:cubicBezTo>
                      <a:pt x="20" y="17"/>
                      <a:pt x="19" y="18"/>
                      <a:pt x="19" y="15"/>
                    </a:cubicBezTo>
                    <a:cubicBezTo>
                      <a:pt x="19" y="14"/>
                      <a:pt x="21" y="16"/>
                      <a:pt x="22" y="14"/>
                    </a:cubicBezTo>
                    <a:cubicBezTo>
                      <a:pt x="24" y="13"/>
                      <a:pt x="22" y="12"/>
                      <a:pt x="21" y="10"/>
                    </a:cubicBezTo>
                    <a:cubicBezTo>
                      <a:pt x="19" y="5"/>
                      <a:pt x="16" y="11"/>
                      <a:pt x="14" y="8"/>
                    </a:cubicBezTo>
                    <a:cubicBezTo>
                      <a:pt x="13" y="7"/>
                      <a:pt x="14" y="5"/>
                      <a:pt x="13" y="4"/>
                    </a:cubicBezTo>
                    <a:cubicBezTo>
                      <a:pt x="12" y="3"/>
                      <a:pt x="10" y="2"/>
                      <a:pt x="9" y="0"/>
                    </a:cubicBezTo>
                    <a:cubicBezTo>
                      <a:pt x="9" y="0"/>
                      <a:pt x="7" y="0"/>
                      <a:pt x="7" y="0"/>
                    </a:cubicBezTo>
                    <a:cubicBezTo>
                      <a:pt x="6" y="1"/>
                      <a:pt x="8" y="3"/>
                      <a:pt x="8" y="4"/>
                    </a:cubicBezTo>
                    <a:cubicBezTo>
                      <a:pt x="8" y="5"/>
                      <a:pt x="9" y="7"/>
                      <a:pt x="8" y="7"/>
                    </a:cubicBezTo>
                    <a:cubicBezTo>
                      <a:pt x="6" y="7"/>
                      <a:pt x="6" y="5"/>
                      <a:pt x="4" y="5"/>
                    </a:cubicBezTo>
                    <a:cubicBezTo>
                      <a:pt x="3" y="4"/>
                      <a:pt x="0" y="10"/>
                      <a:pt x="0" y="10"/>
                    </a:cubicBezTo>
                    <a:cubicBezTo>
                      <a:pt x="1" y="13"/>
                      <a:pt x="0" y="17"/>
                      <a:pt x="4" y="15"/>
                    </a:cubicBezTo>
                    <a:cubicBezTo>
                      <a:pt x="6" y="14"/>
                      <a:pt x="4" y="22"/>
                      <a:pt x="4" y="22"/>
                    </a:cubicBezTo>
                    <a:cubicBezTo>
                      <a:pt x="6" y="23"/>
                      <a:pt x="4" y="24"/>
                      <a:pt x="3" y="26"/>
                    </a:cubicBezTo>
                    <a:cubicBezTo>
                      <a:pt x="3" y="27"/>
                      <a:pt x="6" y="25"/>
                      <a:pt x="7" y="25"/>
                    </a:cubicBezTo>
                    <a:cubicBezTo>
                      <a:pt x="7" y="24"/>
                      <a:pt x="9" y="23"/>
                      <a:pt x="10" y="23"/>
                    </a:cubicBezTo>
                    <a:cubicBezTo>
                      <a:pt x="12" y="24"/>
                      <a:pt x="13" y="24"/>
                      <a:pt x="15" y="22"/>
                    </a:cubicBezTo>
                    <a:cubicBezTo>
                      <a:pt x="17" y="21"/>
                      <a:pt x="24" y="25"/>
                      <a:pt x="23" y="28"/>
                    </a:cubicBezTo>
                    <a:cubicBezTo>
                      <a:pt x="21" y="32"/>
                      <a:pt x="25" y="33"/>
                      <a:pt x="27" y="36"/>
                    </a:cubicBezTo>
                    <a:cubicBezTo>
                      <a:pt x="27" y="37"/>
                      <a:pt x="27" y="38"/>
                      <a:pt x="27" y="39"/>
                    </a:cubicBezTo>
                    <a:cubicBezTo>
                      <a:pt x="27" y="40"/>
                      <a:pt x="26" y="42"/>
                      <a:pt x="25" y="43"/>
                    </a:cubicBezTo>
                    <a:cubicBezTo>
                      <a:pt x="26" y="43"/>
                      <a:pt x="29" y="45"/>
                      <a:pt x="29" y="43"/>
                    </a:cubicBezTo>
                    <a:cubicBezTo>
                      <a:pt x="29" y="42"/>
                      <a:pt x="31" y="41"/>
                      <a:pt x="32" y="42"/>
                    </a:cubicBezTo>
                    <a:cubicBezTo>
                      <a:pt x="33" y="43"/>
                      <a:pt x="34" y="43"/>
                      <a:pt x="35" y="42"/>
                    </a:cubicBezTo>
                    <a:cubicBezTo>
                      <a:pt x="37" y="42"/>
                      <a:pt x="37" y="40"/>
                      <a:pt x="37" y="3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0" name="Freeform 707">
                <a:extLst>
                  <a:ext uri="{FF2B5EF4-FFF2-40B4-BE49-F238E27FC236}">
                    <a16:creationId xmlns:a16="http://schemas.microsoft.com/office/drawing/2014/main" id="{C263F025-1D0E-E840-9178-83A006D68219}"/>
                  </a:ext>
                </a:extLst>
              </p:cNvPr>
              <p:cNvSpPr>
                <a:spLocks/>
              </p:cNvSpPr>
              <p:nvPr/>
            </p:nvSpPr>
            <p:spPr bwMode="auto">
              <a:xfrm>
                <a:off x="17754337" y="9119079"/>
                <a:ext cx="420383" cy="356781"/>
              </a:xfrm>
              <a:custGeom>
                <a:avLst/>
                <a:gdLst>
                  <a:gd name="T0" fmla="*/ 45 w 45"/>
                  <a:gd name="T1" fmla="*/ 29 h 38"/>
                  <a:gd name="T2" fmla="*/ 45 w 45"/>
                  <a:gd name="T3" fmla="*/ 26 h 38"/>
                  <a:gd name="T4" fmla="*/ 45 w 45"/>
                  <a:gd name="T5" fmla="*/ 24 h 38"/>
                  <a:gd name="T6" fmla="*/ 45 w 45"/>
                  <a:gd name="T7" fmla="*/ 15 h 38"/>
                  <a:gd name="T8" fmla="*/ 45 w 45"/>
                  <a:gd name="T9" fmla="*/ 6 h 38"/>
                  <a:gd name="T10" fmla="*/ 35 w 45"/>
                  <a:gd name="T11" fmla="*/ 3 h 38"/>
                  <a:gd name="T12" fmla="*/ 30 w 45"/>
                  <a:gd name="T13" fmla="*/ 0 h 38"/>
                  <a:gd name="T14" fmla="*/ 26 w 45"/>
                  <a:gd name="T15" fmla="*/ 3 h 38"/>
                  <a:gd name="T16" fmla="*/ 22 w 45"/>
                  <a:gd name="T17" fmla="*/ 5 h 38"/>
                  <a:gd name="T18" fmla="*/ 18 w 45"/>
                  <a:gd name="T19" fmla="*/ 10 h 38"/>
                  <a:gd name="T20" fmla="*/ 14 w 45"/>
                  <a:gd name="T21" fmla="*/ 8 h 38"/>
                  <a:gd name="T22" fmla="*/ 11 w 45"/>
                  <a:gd name="T23" fmla="*/ 5 h 38"/>
                  <a:gd name="T24" fmla="*/ 9 w 45"/>
                  <a:gd name="T25" fmla="*/ 6 h 38"/>
                  <a:gd name="T26" fmla="*/ 7 w 45"/>
                  <a:gd name="T27" fmla="*/ 5 h 38"/>
                  <a:gd name="T28" fmla="*/ 4 w 45"/>
                  <a:gd name="T29" fmla="*/ 6 h 38"/>
                  <a:gd name="T30" fmla="*/ 0 w 45"/>
                  <a:gd name="T31" fmla="*/ 7 h 38"/>
                  <a:gd name="T32" fmla="*/ 3 w 45"/>
                  <a:gd name="T33" fmla="*/ 8 h 38"/>
                  <a:gd name="T34" fmla="*/ 4 w 45"/>
                  <a:gd name="T35" fmla="*/ 11 h 38"/>
                  <a:gd name="T36" fmla="*/ 7 w 45"/>
                  <a:gd name="T37" fmla="*/ 14 h 38"/>
                  <a:gd name="T38" fmla="*/ 9 w 45"/>
                  <a:gd name="T39" fmla="*/ 8 h 38"/>
                  <a:gd name="T40" fmla="*/ 10 w 45"/>
                  <a:gd name="T41" fmla="*/ 12 h 38"/>
                  <a:gd name="T42" fmla="*/ 15 w 45"/>
                  <a:gd name="T43" fmla="*/ 12 h 38"/>
                  <a:gd name="T44" fmla="*/ 18 w 45"/>
                  <a:gd name="T45" fmla="*/ 15 h 38"/>
                  <a:gd name="T46" fmla="*/ 27 w 45"/>
                  <a:gd name="T47" fmla="*/ 19 h 38"/>
                  <a:gd name="T48" fmla="*/ 32 w 45"/>
                  <a:gd name="T49" fmla="*/ 22 h 38"/>
                  <a:gd name="T50" fmla="*/ 34 w 45"/>
                  <a:gd name="T51" fmla="*/ 26 h 38"/>
                  <a:gd name="T52" fmla="*/ 36 w 45"/>
                  <a:gd name="T53" fmla="*/ 27 h 38"/>
                  <a:gd name="T54" fmla="*/ 34 w 45"/>
                  <a:gd name="T55" fmla="*/ 28 h 38"/>
                  <a:gd name="T56" fmla="*/ 36 w 45"/>
                  <a:gd name="T57" fmla="*/ 29 h 38"/>
                  <a:gd name="T58" fmla="*/ 35 w 45"/>
                  <a:gd name="T59" fmla="*/ 30 h 38"/>
                  <a:gd name="T60" fmla="*/ 32 w 45"/>
                  <a:gd name="T61" fmla="*/ 31 h 38"/>
                  <a:gd name="T62" fmla="*/ 29 w 45"/>
                  <a:gd name="T63" fmla="*/ 34 h 38"/>
                  <a:gd name="T64" fmla="*/ 34 w 45"/>
                  <a:gd name="T65" fmla="*/ 35 h 38"/>
                  <a:gd name="T66" fmla="*/ 36 w 45"/>
                  <a:gd name="T67" fmla="*/ 31 h 38"/>
                  <a:gd name="T68" fmla="*/ 36 w 45"/>
                  <a:gd name="T69" fmla="*/ 33 h 38"/>
                  <a:gd name="T70" fmla="*/ 40 w 45"/>
                  <a:gd name="T71" fmla="*/ 32 h 38"/>
                  <a:gd name="T72" fmla="*/ 45 w 45"/>
                  <a:gd name="T73" fmla="*/ 38 h 38"/>
                  <a:gd name="T74" fmla="*/ 45 w 45"/>
                  <a:gd name="T7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38">
                    <a:moveTo>
                      <a:pt x="45" y="29"/>
                    </a:moveTo>
                    <a:cubicBezTo>
                      <a:pt x="45" y="28"/>
                      <a:pt x="44" y="27"/>
                      <a:pt x="45" y="26"/>
                    </a:cubicBezTo>
                    <a:cubicBezTo>
                      <a:pt x="45" y="25"/>
                      <a:pt x="45" y="25"/>
                      <a:pt x="45" y="24"/>
                    </a:cubicBezTo>
                    <a:cubicBezTo>
                      <a:pt x="45" y="21"/>
                      <a:pt x="45" y="18"/>
                      <a:pt x="45" y="15"/>
                    </a:cubicBezTo>
                    <a:cubicBezTo>
                      <a:pt x="45" y="12"/>
                      <a:pt x="45" y="9"/>
                      <a:pt x="45" y="6"/>
                    </a:cubicBezTo>
                    <a:cubicBezTo>
                      <a:pt x="45" y="6"/>
                      <a:pt x="36" y="3"/>
                      <a:pt x="35" y="3"/>
                    </a:cubicBezTo>
                    <a:cubicBezTo>
                      <a:pt x="33" y="2"/>
                      <a:pt x="32" y="1"/>
                      <a:pt x="30" y="0"/>
                    </a:cubicBezTo>
                    <a:cubicBezTo>
                      <a:pt x="27" y="0"/>
                      <a:pt x="27" y="2"/>
                      <a:pt x="26" y="3"/>
                    </a:cubicBezTo>
                    <a:cubicBezTo>
                      <a:pt x="26" y="4"/>
                      <a:pt x="23" y="4"/>
                      <a:pt x="22" y="5"/>
                    </a:cubicBezTo>
                    <a:cubicBezTo>
                      <a:pt x="21" y="7"/>
                      <a:pt x="20" y="9"/>
                      <a:pt x="18" y="10"/>
                    </a:cubicBezTo>
                    <a:cubicBezTo>
                      <a:pt x="16" y="11"/>
                      <a:pt x="14" y="10"/>
                      <a:pt x="14" y="8"/>
                    </a:cubicBezTo>
                    <a:cubicBezTo>
                      <a:pt x="13" y="6"/>
                      <a:pt x="12" y="6"/>
                      <a:pt x="11" y="5"/>
                    </a:cubicBezTo>
                    <a:cubicBezTo>
                      <a:pt x="11" y="3"/>
                      <a:pt x="10" y="5"/>
                      <a:pt x="9" y="6"/>
                    </a:cubicBezTo>
                    <a:cubicBezTo>
                      <a:pt x="8" y="6"/>
                      <a:pt x="7" y="5"/>
                      <a:pt x="7" y="5"/>
                    </a:cubicBezTo>
                    <a:cubicBezTo>
                      <a:pt x="6" y="5"/>
                      <a:pt x="5" y="6"/>
                      <a:pt x="4" y="6"/>
                    </a:cubicBezTo>
                    <a:cubicBezTo>
                      <a:pt x="4" y="7"/>
                      <a:pt x="0" y="6"/>
                      <a:pt x="0" y="7"/>
                    </a:cubicBezTo>
                    <a:cubicBezTo>
                      <a:pt x="0" y="8"/>
                      <a:pt x="2" y="8"/>
                      <a:pt x="3" y="8"/>
                    </a:cubicBezTo>
                    <a:cubicBezTo>
                      <a:pt x="4" y="9"/>
                      <a:pt x="4" y="10"/>
                      <a:pt x="4" y="11"/>
                    </a:cubicBezTo>
                    <a:cubicBezTo>
                      <a:pt x="4" y="13"/>
                      <a:pt x="7" y="13"/>
                      <a:pt x="7" y="14"/>
                    </a:cubicBezTo>
                    <a:cubicBezTo>
                      <a:pt x="7" y="12"/>
                      <a:pt x="7" y="9"/>
                      <a:pt x="9" y="8"/>
                    </a:cubicBezTo>
                    <a:cubicBezTo>
                      <a:pt x="7" y="9"/>
                      <a:pt x="8" y="11"/>
                      <a:pt x="10" y="12"/>
                    </a:cubicBezTo>
                    <a:cubicBezTo>
                      <a:pt x="12" y="13"/>
                      <a:pt x="13" y="13"/>
                      <a:pt x="15" y="12"/>
                    </a:cubicBezTo>
                    <a:cubicBezTo>
                      <a:pt x="12" y="13"/>
                      <a:pt x="17" y="15"/>
                      <a:pt x="18" y="15"/>
                    </a:cubicBezTo>
                    <a:cubicBezTo>
                      <a:pt x="21" y="16"/>
                      <a:pt x="24" y="18"/>
                      <a:pt x="27" y="19"/>
                    </a:cubicBezTo>
                    <a:cubicBezTo>
                      <a:pt x="29" y="20"/>
                      <a:pt x="31" y="21"/>
                      <a:pt x="32" y="22"/>
                    </a:cubicBezTo>
                    <a:cubicBezTo>
                      <a:pt x="32" y="24"/>
                      <a:pt x="33" y="25"/>
                      <a:pt x="34" y="26"/>
                    </a:cubicBezTo>
                    <a:cubicBezTo>
                      <a:pt x="34" y="26"/>
                      <a:pt x="36" y="27"/>
                      <a:pt x="36" y="27"/>
                    </a:cubicBezTo>
                    <a:cubicBezTo>
                      <a:pt x="36" y="27"/>
                      <a:pt x="34" y="28"/>
                      <a:pt x="34" y="28"/>
                    </a:cubicBezTo>
                    <a:cubicBezTo>
                      <a:pt x="34" y="28"/>
                      <a:pt x="36" y="28"/>
                      <a:pt x="36" y="29"/>
                    </a:cubicBezTo>
                    <a:cubicBezTo>
                      <a:pt x="36" y="28"/>
                      <a:pt x="35" y="29"/>
                      <a:pt x="35" y="30"/>
                    </a:cubicBezTo>
                    <a:cubicBezTo>
                      <a:pt x="34" y="31"/>
                      <a:pt x="33" y="30"/>
                      <a:pt x="32" y="31"/>
                    </a:cubicBezTo>
                    <a:cubicBezTo>
                      <a:pt x="31" y="31"/>
                      <a:pt x="28" y="34"/>
                      <a:pt x="29" y="34"/>
                    </a:cubicBezTo>
                    <a:cubicBezTo>
                      <a:pt x="30" y="35"/>
                      <a:pt x="32" y="35"/>
                      <a:pt x="34" y="35"/>
                    </a:cubicBezTo>
                    <a:cubicBezTo>
                      <a:pt x="34" y="34"/>
                      <a:pt x="35" y="30"/>
                      <a:pt x="36" y="31"/>
                    </a:cubicBezTo>
                    <a:cubicBezTo>
                      <a:pt x="36" y="32"/>
                      <a:pt x="33" y="33"/>
                      <a:pt x="36" y="33"/>
                    </a:cubicBezTo>
                    <a:cubicBezTo>
                      <a:pt x="38" y="34"/>
                      <a:pt x="39" y="34"/>
                      <a:pt x="40" y="32"/>
                    </a:cubicBezTo>
                    <a:cubicBezTo>
                      <a:pt x="39" y="34"/>
                      <a:pt x="44" y="37"/>
                      <a:pt x="45" y="38"/>
                    </a:cubicBezTo>
                    <a:cubicBezTo>
                      <a:pt x="45" y="35"/>
                      <a:pt x="45" y="32"/>
                      <a:pt x="45" y="2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1" name="Freeform 708">
                <a:extLst>
                  <a:ext uri="{FF2B5EF4-FFF2-40B4-BE49-F238E27FC236}">
                    <a16:creationId xmlns:a16="http://schemas.microsoft.com/office/drawing/2014/main" id="{EA1ADDDF-298A-1747-95CD-6E32C2F3D62A}"/>
                  </a:ext>
                </a:extLst>
              </p:cNvPr>
              <p:cNvSpPr>
                <a:spLocks/>
              </p:cNvSpPr>
              <p:nvPr/>
            </p:nvSpPr>
            <p:spPr bwMode="auto">
              <a:xfrm>
                <a:off x="18165166" y="9176423"/>
                <a:ext cx="477708" cy="382265"/>
              </a:xfrm>
              <a:custGeom>
                <a:avLst/>
                <a:gdLst>
                  <a:gd name="T0" fmla="*/ 50 w 51"/>
                  <a:gd name="T1" fmla="*/ 39 h 41"/>
                  <a:gd name="T2" fmla="*/ 45 w 51"/>
                  <a:gd name="T3" fmla="*/ 37 h 41"/>
                  <a:gd name="T4" fmla="*/ 47 w 51"/>
                  <a:gd name="T5" fmla="*/ 36 h 41"/>
                  <a:gd name="T6" fmla="*/ 42 w 51"/>
                  <a:gd name="T7" fmla="*/ 34 h 41"/>
                  <a:gd name="T8" fmla="*/ 38 w 51"/>
                  <a:gd name="T9" fmla="*/ 30 h 41"/>
                  <a:gd name="T10" fmla="*/ 37 w 51"/>
                  <a:gd name="T11" fmla="*/ 28 h 41"/>
                  <a:gd name="T12" fmla="*/ 34 w 51"/>
                  <a:gd name="T13" fmla="*/ 26 h 41"/>
                  <a:gd name="T14" fmla="*/ 29 w 51"/>
                  <a:gd name="T15" fmla="*/ 21 h 41"/>
                  <a:gd name="T16" fmla="*/ 34 w 51"/>
                  <a:gd name="T17" fmla="*/ 21 h 41"/>
                  <a:gd name="T18" fmla="*/ 34 w 51"/>
                  <a:gd name="T19" fmla="*/ 18 h 41"/>
                  <a:gd name="T20" fmla="*/ 31 w 51"/>
                  <a:gd name="T21" fmla="*/ 17 h 41"/>
                  <a:gd name="T22" fmla="*/ 25 w 51"/>
                  <a:gd name="T23" fmla="*/ 12 h 41"/>
                  <a:gd name="T24" fmla="*/ 19 w 51"/>
                  <a:gd name="T25" fmla="*/ 7 h 41"/>
                  <a:gd name="T26" fmla="*/ 16 w 51"/>
                  <a:gd name="T27" fmla="*/ 6 h 41"/>
                  <a:gd name="T28" fmla="*/ 13 w 51"/>
                  <a:gd name="T29" fmla="*/ 4 h 41"/>
                  <a:gd name="T30" fmla="*/ 8 w 51"/>
                  <a:gd name="T31" fmla="*/ 2 h 41"/>
                  <a:gd name="T32" fmla="*/ 1 w 51"/>
                  <a:gd name="T33" fmla="*/ 0 h 41"/>
                  <a:gd name="T34" fmla="*/ 1 w 51"/>
                  <a:gd name="T35" fmla="*/ 10 h 41"/>
                  <a:gd name="T36" fmla="*/ 1 w 51"/>
                  <a:gd name="T37" fmla="*/ 20 h 41"/>
                  <a:gd name="T38" fmla="*/ 1 w 51"/>
                  <a:gd name="T39" fmla="*/ 25 h 41"/>
                  <a:gd name="T40" fmla="*/ 1 w 51"/>
                  <a:gd name="T41" fmla="*/ 30 h 41"/>
                  <a:gd name="T42" fmla="*/ 4 w 51"/>
                  <a:gd name="T43" fmla="*/ 33 h 41"/>
                  <a:gd name="T44" fmla="*/ 13 w 51"/>
                  <a:gd name="T45" fmla="*/ 31 h 41"/>
                  <a:gd name="T46" fmla="*/ 9 w 51"/>
                  <a:gd name="T47" fmla="*/ 28 h 41"/>
                  <a:gd name="T48" fmla="*/ 14 w 51"/>
                  <a:gd name="T49" fmla="*/ 30 h 41"/>
                  <a:gd name="T50" fmla="*/ 13 w 51"/>
                  <a:gd name="T51" fmla="*/ 26 h 41"/>
                  <a:gd name="T52" fmla="*/ 15 w 51"/>
                  <a:gd name="T53" fmla="*/ 27 h 41"/>
                  <a:gd name="T54" fmla="*/ 18 w 51"/>
                  <a:gd name="T55" fmla="*/ 25 h 41"/>
                  <a:gd name="T56" fmla="*/ 26 w 51"/>
                  <a:gd name="T57" fmla="*/ 27 h 41"/>
                  <a:gd name="T58" fmla="*/ 31 w 51"/>
                  <a:gd name="T59" fmla="*/ 33 h 41"/>
                  <a:gd name="T60" fmla="*/ 36 w 51"/>
                  <a:gd name="T61" fmla="*/ 38 h 41"/>
                  <a:gd name="T62" fmla="*/ 45 w 51"/>
                  <a:gd name="T63" fmla="*/ 40 h 41"/>
                  <a:gd name="T64" fmla="*/ 48 w 51"/>
                  <a:gd name="T65" fmla="*/ 40 h 41"/>
                  <a:gd name="T66" fmla="*/ 50 w 51"/>
                  <a:gd name="T67" fmla="*/ 39 h 41"/>
                  <a:gd name="T68" fmla="*/ 50 w 51"/>
                  <a:gd name="T6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 h="41">
                    <a:moveTo>
                      <a:pt x="50" y="39"/>
                    </a:moveTo>
                    <a:cubicBezTo>
                      <a:pt x="48" y="38"/>
                      <a:pt x="46" y="38"/>
                      <a:pt x="45" y="37"/>
                    </a:cubicBezTo>
                    <a:cubicBezTo>
                      <a:pt x="44" y="36"/>
                      <a:pt x="46" y="35"/>
                      <a:pt x="47" y="36"/>
                    </a:cubicBezTo>
                    <a:cubicBezTo>
                      <a:pt x="45" y="35"/>
                      <a:pt x="42" y="36"/>
                      <a:pt x="42" y="34"/>
                    </a:cubicBezTo>
                    <a:cubicBezTo>
                      <a:pt x="42" y="32"/>
                      <a:pt x="39" y="32"/>
                      <a:pt x="38" y="30"/>
                    </a:cubicBezTo>
                    <a:cubicBezTo>
                      <a:pt x="37" y="29"/>
                      <a:pt x="38" y="29"/>
                      <a:pt x="37" y="28"/>
                    </a:cubicBezTo>
                    <a:cubicBezTo>
                      <a:pt x="36" y="27"/>
                      <a:pt x="35" y="27"/>
                      <a:pt x="34" y="26"/>
                    </a:cubicBezTo>
                    <a:cubicBezTo>
                      <a:pt x="34" y="26"/>
                      <a:pt x="30" y="21"/>
                      <a:pt x="29" y="21"/>
                    </a:cubicBezTo>
                    <a:cubicBezTo>
                      <a:pt x="30" y="20"/>
                      <a:pt x="33" y="21"/>
                      <a:pt x="34" y="21"/>
                    </a:cubicBezTo>
                    <a:cubicBezTo>
                      <a:pt x="36" y="21"/>
                      <a:pt x="35" y="20"/>
                      <a:pt x="34" y="18"/>
                    </a:cubicBezTo>
                    <a:cubicBezTo>
                      <a:pt x="34" y="17"/>
                      <a:pt x="32" y="17"/>
                      <a:pt x="31" y="17"/>
                    </a:cubicBezTo>
                    <a:cubicBezTo>
                      <a:pt x="28" y="15"/>
                      <a:pt x="26" y="14"/>
                      <a:pt x="25" y="12"/>
                    </a:cubicBezTo>
                    <a:cubicBezTo>
                      <a:pt x="24" y="10"/>
                      <a:pt x="21" y="8"/>
                      <a:pt x="19" y="7"/>
                    </a:cubicBezTo>
                    <a:cubicBezTo>
                      <a:pt x="18" y="6"/>
                      <a:pt x="17" y="6"/>
                      <a:pt x="16" y="6"/>
                    </a:cubicBezTo>
                    <a:cubicBezTo>
                      <a:pt x="15" y="6"/>
                      <a:pt x="14" y="4"/>
                      <a:pt x="13" y="4"/>
                    </a:cubicBezTo>
                    <a:cubicBezTo>
                      <a:pt x="12" y="3"/>
                      <a:pt x="10" y="3"/>
                      <a:pt x="8" y="2"/>
                    </a:cubicBezTo>
                    <a:cubicBezTo>
                      <a:pt x="6" y="2"/>
                      <a:pt x="4" y="0"/>
                      <a:pt x="1" y="0"/>
                    </a:cubicBezTo>
                    <a:cubicBezTo>
                      <a:pt x="1" y="3"/>
                      <a:pt x="1" y="7"/>
                      <a:pt x="1" y="10"/>
                    </a:cubicBezTo>
                    <a:cubicBezTo>
                      <a:pt x="1" y="13"/>
                      <a:pt x="2" y="17"/>
                      <a:pt x="1" y="20"/>
                    </a:cubicBezTo>
                    <a:cubicBezTo>
                      <a:pt x="0" y="21"/>
                      <a:pt x="1" y="23"/>
                      <a:pt x="1" y="25"/>
                    </a:cubicBezTo>
                    <a:cubicBezTo>
                      <a:pt x="1" y="27"/>
                      <a:pt x="1" y="28"/>
                      <a:pt x="1" y="30"/>
                    </a:cubicBezTo>
                    <a:cubicBezTo>
                      <a:pt x="1" y="33"/>
                      <a:pt x="2" y="33"/>
                      <a:pt x="4" y="33"/>
                    </a:cubicBezTo>
                    <a:cubicBezTo>
                      <a:pt x="7" y="33"/>
                      <a:pt x="10" y="33"/>
                      <a:pt x="13" y="31"/>
                    </a:cubicBezTo>
                    <a:cubicBezTo>
                      <a:pt x="14" y="31"/>
                      <a:pt x="9" y="28"/>
                      <a:pt x="9" y="28"/>
                    </a:cubicBezTo>
                    <a:cubicBezTo>
                      <a:pt x="10" y="28"/>
                      <a:pt x="14" y="31"/>
                      <a:pt x="14" y="30"/>
                    </a:cubicBezTo>
                    <a:cubicBezTo>
                      <a:pt x="14" y="29"/>
                      <a:pt x="13" y="28"/>
                      <a:pt x="13" y="26"/>
                    </a:cubicBezTo>
                    <a:cubicBezTo>
                      <a:pt x="13" y="26"/>
                      <a:pt x="16" y="28"/>
                      <a:pt x="15" y="27"/>
                    </a:cubicBezTo>
                    <a:cubicBezTo>
                      <a:pt x="15" y="25"/>
                      <a:pt x="17" y="25"/>
                      <a:pt x="18" y="25"/>
                    </a:cubicBezTo>
                    <a:cubicBezTo>
                      <a:pt x="19" y="25"/>
                      <a:pt x="26" y="28"/>
                      <a:pt x="26" y="27"/>
                    </a:cubicBezTo>
                    <a:cubicBezTo>
                      <a:pt x="26" y="29"/>
                      <a:pt x="30" y="31"/>
                      <a:pt x="31" y="33"/>
                    </a:cubicBezTo>
                    <a:cubicBezTo>
                      <a:pt x="32" y="35"/>
                      <a:pt x="34" y="38"/>
                      <a:pt x="36" y="38"/>
                    </a:cubicBezTo>
                    <a:cubicBezTo>
                      <a:pt x="39" y="38"/>
                      <a:pt x="42" y="39"/>
                      <a:pt x="45" y="40"/>
                    </a:cubicBezTo>
                    <a:cubicBezTo>
                      <a:pt x="46" y="40"/>
                      <a:pt x="48" y="41"/>
                      <a:pt x="48" y="40"/>
                    </a:cubicBezTo>
                    <a:cubicBezTo>
                      <a:pt x="48" y="39"/>
                      <a:pt x="51" y="39"/>
                      <a:pt x="50" y="39"/>
                    </a:cubicBezTo>
                    <a:cubicBezTo>
                      <a:pt x="49" y="38"/>
                      <a:pt x="51" y="39"/>
                      <a:pt x="50" y="3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2" name="Freeform 709">
                <a:extLst>
                  <a:ext uri="{FF2B5EF4-FFF2-40B4-BE49-F238E27FC236}">
                    <a16:creationId xmlns:a16="http://schemas.microsoft.com/office/drawing/2014/main" id="{DD9256FA-99A0-4243-ABF7-3D3A966E6B3F}"/>
                  </a:ext>
                </a:extLst>
              </p:cNvPr>
              <p:cNvSpPr>
                <a:spLocks/>
              </p:cNvSpPr>
              <p:nvPr/>
            </p:nvSpPr>
            <p:spPr bwMode="auto">
              <a:xfrm>
                <a:off x="16681089" y="8829198"/>
                <a:ext cx="477708" cy="420492"/>
              </a:xfrm>
              <a:custGeom>
                <a:avLst/>
                <a:gdLst>
                  <a:gd name="T0" fmla="*/ 33 w 51"/>
                  <a:gd name="T1" fmla="*/ 5 h 45"/>
                  <a:gd name="T2" fmla="*/ 29 w 51"/>
                  <a:gd name="T3" fmla="*/ 13 h 45"/>
                  <a:gd name="T4" fmla="*/ 20 w 51"/>
                  <a:gd name="T5" fmla="*/ 16 h 45"/>
                  <a:gd name="T6" fmla="*/ 15 w 51"/>
                  <a:gd name="T7" fmla="*/ 18 h 45"/>
                  <a:gd name="T8" fmla="*/ 10 w 51"/>
                  <a:gd name="T9" fmla="*/ 19 h 45"/>
                  <a:gd name="T10" fmla="*/ 7 w 51"/>
                  <a:gd name="T11" fmla="*/ 18 h 45"/>
                  <a:gd name="T12" fmla="*/ 3 w 51"/>
                  <a:gd name="T13" fmla="*/ 14 h 45"/>
                  <a:gd name="T14" fmla="*/ 0 w 51"/>
                  <a:gd name="T15" fmla="*/ 20 h 45"/>
                  <a:gd name="T16" fmla="*/ 4 w 51"/>
                  <a:gd name="T17" fmla="*/ 29 h 45"/>
                  <a:gd name="T18" fmla="*/ 8 w 51"/>
                  <a:gd name="T19" fmla="*/ 37 h 45"/>
                  <a:gd name="T20" fmla="*/ 13 w 51"/>
                  <a:gd name="T21" fmla="*/ 39 h 45"/>
                  <a:gd name="T22" fmla="*/ 14 w 51"/>
                  <a:gd name="T23" fmla="*/ 41 h 45"/>
                  <a:gd name="T24" fmla="*/ 19 w 51"/>
                  <a:gd name="T25" fmla="*/ 41 h 45"/>
                  <a:gd name="T26" fmla="*/ 21 w 51"/>
                  <a:gd name="T27" fmla="*/ 39 h 45"/>
                  <a:gd name="T28" fmla="*/ 25 w 51"/>
                  <a:gd name="T29" fmla="*/ 40 h 45"/>
                  <a:gd name="T30" fmla="*/ 28 w 51"/>
                  <a:gd name="T31" fmla="*/ 40 h 45"/>
                  <a:gd name="T32" fmla="*/ 31 w 51"/>
                  <a:gd name="T33" fmla="*/ 43 h 45"/>
                  <a:gd name="T34" fmla="*/ 34 w 51"/>
                  <a:gd name="T35" fmla="*/ 42 h 45"/>
                  <a:gd name="T36" fmla="*/ 36 w 51"/>
                  <a:gd name="T37" fmla="*/ 43 h 45"/>
                  <a:gd name="T38" fmla="*/ 37 w 51"/>
                  <a:gd name="T39" fmla="*/ 37 h 45"/>
                  <a:gd name="T40" fmla="*/ 37 w 51"/>
                  <a:gd name="T41" fmla="*/ 33 h 45"/>
                  <a:gd name="T42" fmla="*/ 39 w 51"/>
                  <a:gd name="T43" fmla="*/ 30 h 45"/>
                  <a:gd name="T44" fmla="*/ 42 w 51"/>
                  <a:gd name="T45" fmla="*/ 24 h 45"/>
                  <a:gd name="T46" fmla="*/ 47 w 51"/>
                  <a:gd name="T47" fmla="*/ 19 h 45"/>
                  <a:gd name="T48" fmla="*/ 49 w 51"/>
                  <a:gd name="T49" fmla="*/ 18 h 45"/>
                  <a:gd name="T50" fmla="*/ 45 w 51"/>
                  <a:gd name="T51" fmla="*/ 13 h 45"/>
                  <a:gd name="T52" fmla="*/ 42 w 51"/>
                  <a:gd name="T53" fmla="*/ 7 h 45"/>
                  <a:gd name="T54" fmla="*/ 44 w 51"/>
                  <a:gd name="T55" fmla="*/ 6 h 45"/>
                  <a:gd name="T56" fmla="*/ 44 w 51"/>
                  <a:gd name="T57" fmla="*/ 3 h 45"/>
                  <a:gd name="T58" fmla="*/ 33 w 51"/>
                  <a:gd name="T59" fmla="*/ 5 h 45"/>
                  <a:gd name="T60" fmla="*/ 33 w 51"/>
                  <a:gd name="T61"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 h="45">
                    <a:moveTo>
                      <a:pt x="33" y="5"/>
                    </a:moveTo>
                    <a:cubicBezTo>
                      <a:pt x="32" y="8"/>
                      <a:pt x="31" y="10"/>
                      <a:pt x="29" y="13"/>
                    </a:cubicBezTo>
                    <a:cubicBezTo>
                      <a:pt x="28" y="17"/>
                      <a:pt x="23" y="17"/>
                      <a:pt x="20" y="16"/>
                    </a:cubicBezTo>
                    <a:cubicBezTo>
                      <a:pt x="18" y="15"/>
                      <a:pt x="16" y="17"/>
                      <a:pt x="15" y="18"/>
                    </a:cubicBezTo>
                    <a:cubicBezTo>
                      <a:pt x="14" y="19"/>
                      <a:pt x="11" y="18"/>
                      <a:pt x="10" y="19"/>
                    </a:cubicBezTo>
                    <a:cubicBezTo>
                      <a:pt x="8" y="20"/>
                      <a:pt x="8" y="20"/>
                      <a:pt x="7" y="18"/>
                    </a:cubicBezTo>
                    <a:cubicBezTo>
                      <a:pt x="5" y="17"/>
                      <a:pt x="4" y="16"/>
                      <a:pt x="3" y="14"/>
                    </a:cubicBezTo>
                    <a:cubicBezTo>
                      <a:pt x="2" y="13"/>
                      <a:pt x="0" y="19"/>
                      <a:pt x="0" y="20"/>
                    </a:cubicBezTo>
                    <a:cubicBezTo>
                      <a:pt x="0" y="23"/>
                      <a:pt x="3" y="26"/>
                      <a:pt x="4" y="29"/>
                    </a:cubicBezTo>
                    <a:cubicBezTo>
                      <a:pt x="6" y="32"/>
                      <a:pt x="5" y="35"/>
                      <a:pt x="8" y="37"/>
                    </a:cubicBezTo>
                    <a:cubicBezTo>
                      <a:pt x="10" y="38"/>
                      <a:pt x="12" y="39"/>
                      <a:pt x="13" y="39"/>
                    </a:cubicBezTo>
                    <a:cubicBezTo>
                      <a:pt x="16" y="38"/>
                      <a:pt x="13" y="40"/>
                      <a:pt x="14" y="41"/>
                    </a:cubicBezTo>
                    <a:cubicBezTo>
                      <a:pt x="15" y="41"/>
                      <a:pt x="18" y="41"/>
                      <a:pt x="19" y="41"/>
                    </a:cubicBezTo>
                    <a:cubicBezTo>
                      <a:pt x="20" y="40"/>
                      <a:pt x="20" y="38"/>
                      <a:pt x="21" y="39"/>
                    </a:cubicBezTo>
                    <a:cubicBezTo>
                      <a:pt x="22" y="40"/>
                      <a:pt x="24" y="41"/>
                      <a:pt x="25" y="40"/>
                    </a:cubicBezTo>
                    <a:cubicBezTo>
                      <a:pt x="26" y="40"/>
                      <a:pt x="28" y="39"/>
                      <a:pt x="28" y="40"/>
                    </a:cubicBezTo>
                    <a:cubicBezTo>
                      <a:pt x="29" y="43"/>
                      <a:pt x="27" y="45"/>
                      <a:pt x="31" y="43"/>
                    </a:cubicBezTo>
                    <a:cubicBezTo>
                      <a:pt x="32" y="43"/>
                      <a:pt x="33" y="42"/>
                      <a:pt x="34" y="42"/>
                    </a:cubicBezTo>
                    <a:cubicBezTo>
                      <a:pt x="35" y="42"/>
                      <a:pt x="36" y="43"/>
                      <a:pt x="36" y="43"/>
                    </a:cubicBezTo>
                    <a:cubicBezTo>
                      <a:pt x="37" y="41"/>
                      <a:pt x="35" y="39"/>
                      <a:pt x="37" y="37"/>
                    </a:cubicBezTo>
                    <a:cubicBezTo>
                      <a:pt x="38" y="36"/>
                      <a:pt x="37" y="35"/>
                      <a:pt x="37" y="33"/>
                    </a:cubicBezTo>
                    <a:cubicBezTo>
                      <a:pt x="37" y="32"/>
                      <a:pt x="38" y="31"/>
                      <a:pt x="39" y="30"/>
                    </a:cubicBezTo>
                    <a:cubicBezTo>
                      <a:pt x="41" y="28"/>
                      <a:pt x="43" y="27"/>
                      <a:pt x="42" y="24"/>
                    </a:cubicBezTo>
                    <a:cubicBezTo>
                      <a:pt x="42" y="22"/>
                      <a:pt x="45" y="18"/>
                      <a:pt x="47" y="19"/>
                    </a:cubicBezTo>
                    <a:cubicBezTo>
                      <a:pt x="48" y="20"/>
                      <a:pt x="51" y="19"/>
                      <a:pt x="49" y="18"/>
                    </a:cubicBezTo>
                    <a:cubicBezTo>
                      <a:pt x="48" y="16"/>
                      <a:pt x="45" y="15"/>
                      <a:pt x="45" y="13"/>
                    </a:cubicBezTo>
                    <a:cubicBezTo>
                      <a:pt x="45" y="11"/>
                      <a:pt x="43" y="9"/>
                      <a:pt x="42" y="7"/>
                    </a:cubicBezTo>
                    <a:cubicBezTo>
                      <a:pt x="41" y="4"/>
                      <a:pt x="44" y="7"/>
                      <a:pt x="44" y="6"/>
                    </a:cubicBezTo>
                    <a:cubicBezTo>
                      <a:pt x="45" y="5"/>
                      <a:pt x="41" y="4"/>
                      <a:pt x="44" y="3"/>
                    </a:cubicBezTo>
                    <a:cubicBezTo>
                      <a:pt x="40" y="2"/>
                      <a:pt x="34" y="0"/>
                      <a:pt x="33" y="5"/>
                    </a:cubicBezTo>
                    <a:cubicBezTo>
                      <a:pt x="32" y="7"/>
                      <a:pt x="34" y="3"/>
                      <a:pt x="33"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3" name="Freeform 710">
                <a:extLst>
                  <a:ext uri="{FF2B5EF4-FFF2-40B4-BE49-F238E27FC236}">
                    <a16:creationId xmlns:a16="http://schemas.microsoft.com/office/drawing/2014/main" id="{40CBCB53-96AE-2843-9D73-E050B0E56925}"/>
                  </a:ext>
                </a:extLst>
              </p:cNvPr>
              <p:cNvSpPr>
                <a:spLocks/>
              </p:cNvSpPr>
              <p:nvPr/>
            </p:nvSpPr>
            <p:spPr bwMode="auto">
              <a:xfrm>
                <a:off x="16709750" y="8717701"/>
                <a:ext cx="458600" cy="299442"/>
              </a:xfrm>
              <a:custGeom>
                <a:avLst/>
                <a:gdLst>
                  <a:gd name="T0" fmla="*/ 45 w 49"/>
                  <a:gd name="T1" fmla="*/ 10 h 32"/>
                  <a:gd name="T2" fmla="*/ 47 w 49"/>
                  <a:gd name="T3" fmla="*/ 8 h 32"/>
                  <a:gd name="T4" fmla="*/ 43 w 49"/>
                  <a:gd name="T5" fmla="*/ 7 h 32"/>
                  <a:gd name="T6" fmla="*/ 42 w 49"/>
                  <a:gd name="T7" fmla="*/ 6 h 32"/>
                  <a:gd name="T8" fmla="*/ 41 w 49"/>
                  <a:gd name="T9" fmla="*/ 6 h 32"/>
                  <a:gd name="T10" fmla="*/ 41 w 49"/>
                  <a:gd name="T11" fmla="*/ 4 h 32"/>
                  <a:gd name="T12" fmla="*/ 39 w 49"/>
                  <a:gd name="T13" fmla="*/ 2 h 32"/>
                  <a:gd name="T14" fmla="*/ 37 w 49"/>
                  <a:gd name="T15" fmla="*/ 2 h 32"/>
                  <a:gd name="T16" fmla="*/ 36 w 49"/>
                  <a:gd name="T17" fmla="*/ 1 h 32"/>
                  <a:gd name="T18" fmla="*/ 32 w 49"/>
                  <a:gd name="T19" fmla="*/ 6 h 32"/>
                  <a:gd name="T20" fmla="*/ 30 w 49"/>
                  <a:gd name="T21" fmla="*/ 8 h 32"/>
                  <a:gd name="T22" fmla="*/ 29 w 49"/>
                  <a:gd name="T23" fmla="*/ 9 h 32"/>
                  <a:gd name="T24" fmla="*/ 29 w 49"/>
                  <a:gd name="T25" fmla="*/ 10 h 32"/>
                  <a:gd name="T26" fmla="*/ 25 w 49"/>
                  <a:gd name="T27" fmla="*/ 12 h 32"/>
                  <a:gd name="T28" fmla="*/ 25 w 49"/>
                  <a:gd name="T29" fmla="*/ 15 h 32"/>
                  <a:gd name="T30" fmla="*/ 27 w 49"/>
                  <a:gd name="T31" fmla="*/ 14 h 32"/>
                  <a:gd name="T32" fmla="*/ 29 w 49"/>
                  <a:gd name="T33" fmla="*/ 13 h 32"/>
                  <a:gd name="T34" fmla="*/ 28 w 49"/>
                  <a:gd name="T35" fmla="*/ 11 h 32"/>
                  <a:gd name="T36" fmla="*/ 29 w 49"/>
                  <a:gd name="T37" fmla="*/ 13 h 32"/>
                  <a:gd name="T38" fmla="*/ 26 w 49"/>
                  <a:gd name="T39" fmla="*/ 14 h 32"/>
                  <a:gd name="T40" fmla="*/ 23 w 49"/>
                  <a:gd name="T41" fmla="*/ 13 h 32"/>
                  <a:gd name="T42" fmla="*/ 14 w 49"/>
                  <a:gd name="T43" fmla="*/ 20 h 32"/>
                  <a:gd name="T44" fmla="*/ 9 w 49"/>
                  <a:gd name="T45" fmla="*/ 23 h 32"/>
                  <a:gd name="T46" fmla="*/ 7 w 49"/>
                  <a:gd name="T47" fmla="*/ 26 h 32"/>
                  <a:gd name="T48" fmla="*/ 9 w 49"/>
                  <a:gd name="T49" fmla="*/ 28 h 32"/>
                  <a:gd name="T50" fmla="*/ 0 w 49"/>
                  <a:gd name="T51" fmla="*/ 26 h 32"/>
                  <a:gd name="T52" fmla="*/ 5 w 49"/>
                  <a:gd name="T53" fmla="*/ 32 h 32"/>
                  <a:gd name="T54" fmla="*/ 7 w 49"/>
                  <a:gd name="T55" fmla="*/ 31 h 32"/>
                  <a:gd name="T56" fmla="*/ 12 w 49"/>
                  <a:gd name="T57" fmla="*/ 30 h 32"/>
                  <a:gd name="T58" fmla="*/ 20 w 49"/>
                  <a:gd name="T59" fmla="*/ 29 h 32"/>
                  <a:gd name="T60" fmla="*/ 27 w 49"/>
                  <a:gd name="T61" fmla="*/ 24 h 32"/>
                  <a:gd name="T62" fmla="*/ 30 w 49"/>
                  <a:gd name="T63" fmla="*/ 18 h 32"/>
                  <a:gd name="T64" fmla="*/ 34 w 49"/>
                  <a:gd name="T65" fmla="*/ 14 h 32"/>
                  <a:gd name="T66" fmla="*/ 43 w 49"/>
                  <a:gd name="T67" fmla="*/ 14 h 32"/>
                  <a:gd name="T68" fmla="*/ 45 w 49"/>
                  <a:gd name="T6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32">
                    <a:moveTo>
                      <a:pt x="45" y="10"/>
                    </a:moveTo>
                    <a:cubicBezTo>
                      <a:pt x="48" y="10"/>
                      <a:pt x="49" y="9"/>
                      <a:pt x="47" y="8"/>
                    </a:cubicBezTo>
                    <a:cubicBezTo>
                      <a:pt x="45" y="7"/>
                      <a:pt x="45" y="6"/>
                      <a:pt x="43" y="7"/>
                    </a:cubicBezTo>
                    <a:cubicBezTo>
                      <a:pt x="42" y="8"/>
                      <a:pt x="43" y="7"/>
                      <a:pt x="42" y="6"/>
                    </a:cubicBezTo>
                    <a:cubicBezTo>
                      <a:pt x="42" y="6"/>
                      <a:pt x="41" y="6"/>
                      <a:pt x="41" y="6"/>
                    </a:cubicBezTo>
                    <a:cubicBezTo>
                      <a:pt x="41" y="6"/>
                      <a:pt x="41" y="4"/>
                      <a:pt x="41" y="4"/>
                    </a:cubicBezTo>
                    <a:cubicBezTo>
                      <a:pt x="40" y="3"/>
                      <a:pt x="39" y="2"/>
                      <a:pt x="39" y="2"/>
                    </a:cubicBezTo>
                    <a:cubicBezTo>
                      <a:pt x="37" y="0"/>
                      <a:pt x="38" y="1"/>
                      <a:pt x="37" y="2"/>
                    </a:cubicBezTo>
                    <a:cubicBezTo>
                      <a:pt x="36" y="3"/>
                      <a:pt x="36" y="1"/>
                      <a:pt x="36" y="1"/>
                    </a:cubicBezTo>
                    <a:cubicBezTo>
                      <a:pt x="35" y="1"/>
                      <a:pt x="32" y="5"/>
                      <a:pt x="32" y="6"/>
                    </a:cubicBezTo>
                    <a:cubicBezTo>
                      <a:pt x="31" y="6"/>
                      <a:pt x="30" y="7"/>
                      <a:pt x="30" y="8"/>
                    </a:cubicBezTo>
                    <a:cubicBezTo>
                      <a:pt x="29" y="8"/>
                      <a:pt x="29" y="9"/>
                      <a:pt x="29" y="9"/>
                    </a:cubicBezTo>
                    <a:cubicBezTo>
                      <a:pt x="29" y="10"/>
                      <a:pt x="29" y="10"/>
                      <a:pt x="29" y="10"/>
                    </a:cubicBezTo>
                    <a:cubicBezTo>
                      <a:pt x="29" y="11"/>
                      <a:pt x="26" y="11"/>
                      <a:pt x="25" y="12"/>
                    </a:cubicBezTo>
                    <a:cubicBezTo>
                      <a:pt x="22" y="12"/>
                      <a:pt x="23" y="14"/>
                      <a:pt x="25" y="15"/>
                    </a:cubicBezTo>
                    <a:cubicBezTo>
                      <a:pt x="27" y="17"/>
                      <a:pt x="26" y="15"/>
                      <a:pt x="27" y="14"/>
                    </a:cubicBezTo>
                    <a:cubicBezTo>
                      <a:pt x="27" y="13"/>
                      <a:pt x="29" y="13"/>
                      <a:pt x="29" y="13"/>
                    </a:cubicBezTo>
                    <a:cubicBezTo>
                      <a:pt x="29" y="13"/>
                      <a:pt x="28" y="12"/>
                      <a:pt x="28" y="11"/>
                    </a:cubicBezTo>
                    <a:cubicBezTo>
                      <a:pt x="28" y="12"/>
                      <a:pt x="29" y="13"/>
                      <a:pt x="29" y="13"/>
                    </a:cubicBezTo>
                    <a:cubicBezTo>
                      <a:pt x="29" y="13"/>
                      <a:pt x="27" y="13"/>
                      <a:pt x="26" y="14"/>
                    </a:cubicBezTo>
                    <a:cubicBezTo>
                      <a:pt x="26" y="17"/>
                      <a:pt x="24" y="14"/>
                      <a:pt x="23" y="13"/>
                    </a:cubicBezTo>
                    <a:cubicBezTo>
                      <a:pt x="20" y="16"/>
                      <a:pt x="18" y="19"/>
                      <a:pt x="14" y="20"/>
                    </a:cubicBezTo>
                    <a:cubicBezTo>
                      <a:pt x="12" y="21"/>
                      <a:pt x="10" y="21"/>
                      <a:pt x="9" y="23"/>
                    </a:cubicBezTo>
                    <a:cubicBezTo>
                      <a:pt x="8" y="24"/>
                      <a:pt x="8" y="25"/>
                      <a:pt x="7" y="26"/>
                    </a:cubicBezTo>
                    <a:cubicBezTo>
                      <a:pt x="7" y="27"/>
                      <a:pt x="9" y="28"/>
                      <a:pt x="9" y="28"/>
                    </a:cubicBezTo>
                    <a:cubicBezTo>
                      <a:pt x="8" y="29"/>
                      <a:pt x="1" y="26"/>
                      <a:pt x="0" y="26"/>
                    </a:cubicBezTo>
                    <a:cubicBezTo>
                      <a:pt x="1" y="28"/>
                      <a:pt x="3" y="31"/>
                      <a:pt x="5" y="32"/>
                    </a:cubicBezTo>
                    <a:cubicBezTo>
                      <a:pt x="6" y="32"/>
                      <a:pt x="7" y="31"/>
                      <a:pt x="7" y="31"/>
                    </a:cubicBezTo>
                    <a:cubicBezTo>
                      <a:pt x="9" y="30"/>
                      <a:pt x="12" y="31"/>
                      <a:pt x="12" y="30"/>
                    </a:cubicBezTo>
                    <a:cubicBezTo>
                      <a:pt x="15" y="27"/>
                      <a:pt x="17" y="28"/>
                      <a:pt x="20" y="29"/>
                    </a:cubicBezTo>
                    <a:cubicBezTo>
                      <a:pt x="23" y="29"/>
                      <a:pt x="26" y="27"/>
                      <a:pt x="27" y="24"/>
                    </a:cubicBezTo>
                    <a:cubicBezTo>
                      <a:pt x="28" y="22"/>
                      <a:pt x="29" y="20"/>
                      <a:pt x="30" y="18"/>
                    </a:cubicBezTo>
                    <a:cubicBezTo>
                      <a:pt x="30" y="15"/>
                      <a:pt x="31" y="14"/>
                      <a:pt x="34" y="14"/>
                    </a:cubicBezTo>
                    <a:cubicBezTo>
                      <a:pt x="37" y="14"/>
                      <a:pt x="40" y="15"/>
                      <a:pt x="43" y="14"/>
                    </a:cubicBezTo>
                    <a:cubicBezTo>
                      <a:pt x="47" y="13"/>
                      <a:pt x="40" y="10"/>
                      <a:pt x="45"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4" name="Freeform 711">
                <a:extLst>
                  <a:ext uri="{FF2B5EF4-FFF2-40B4-BE49-F238E27FC236}">
                    <a16:creationId xmlns:a16="http://schemas.microsoft.com/office/drawing/2014/main" id="{E79C1A1E-A090-EB4F-A234-8CA9D05E01DF}"/>
                  </a:ext>
                </a:extLst>
              </p:cNvPr>
              <p:cNvSpPr>
                <a:spLocks/>
              </p:cNvSpPr>
              <p:nvPr/>
            </p:nvSpPr>
            <p:spPr bwMode="auto">
              <a:xfrm>
                <a:off x="15776631" y="7679214"/>
                <a:ext cx="159235" cy="92380"/>
              </a:xfrm>
              <a:custGeom>
                <a:avLst/>
                <a:gdLst>
                  <a:gd name="T0" fmla="*/ 2 w 17"/>
                  <a:gd name="T1" fmla="*/ 8 h 10"/>
                  <a:gd name="T2" fmla="*/ 7 w 17"/>
                  <a:gd name="T3" fmla="*/ 9 h 10"/>
                  <a:gd name="T4" fmla="*/ 12 w 17"/>
                  <a:gd name="T5" fmla="*/ 9 h 10"/>
                  <a:gd name="T6" fmla="*/ 16 w 17"/>
                  <a:gd name="T7" fmla="*/ 8 h 10"/>
                  <a:gd name="T8" fmla="*/ 15 w 17"/>
                  <a:gd name="T9" fmla="*/ 3 h 10"/>
                  <a:gd name="T10" fmla="*/ 10 w 17"/>
                  <a:gd name="T11" fmla="*/ 3 h 10"/>
                  <a:gd name="T12" fmla="*/ 6 w 17"/>
                  <a:gd name="T13" fmla="*/ 1 h 10"/>
                  <a:gd name="T14" fmla="*/ 2 w 17"/>
                  <a:gd name="T15" fmla="*/ 8 h 10"/>
                  <a:gd name="T16" fmla="*/ 2 w 17"/>
                  <a:gd name="T17"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2" y="8"/>
                    </a:moveTo>
                    <a:cubicBezTo>
                      <a:pt x="3" y="9"/>
                      <a:pt x="6" y="10"/>
                      <a:pt x="7" y="9"/>
                    </a:cubicBezTo>
                    <a:cubicBezTo>
                      <a:pt x="9" y="8"/>
                      <a:pt x="10" y="10"/>
                      <a:pt x="12" y="9"/>
                    </a:cubicBezTo>
                    <a:cubicBezTo>
                      <a:pt x="13" y="9"/>
                      <a:pt x="17" y="9"/>
                      <a:pt x="16" y="8"/>
                    </a:cubicBezTo>
                    <a:cubicBezTo>
                      <a:pt x="15" y="6"/>
                      <a:pt x="14" y="5"/>
                      <a:pt x="15" y="3"/>
                    </a:cubicBezTo>
                    <a:cubicBezTo>
                      <a:pt x="13" y="2"/>
                      <a:pt x="11" y="4"/>
                      <a:pt x="10" y="3"/>
                    </a:cubicBezTo>
                    <a:cubicBezTo>
                      <a:pt x="9" y="2"/>
                      <a:pt x="7" y="0"/>
                      <a:pt x="6" y="1"/>
                    </a:cubicBezTo>
                    <a:cubicBezTo>
                      <a:pt x="4" y="3"/>
                      <a:pt x="0" y="6"/>
                      <a:pt x="2" y="8"/>
                    </a:cubicBezTo>
                    <a:cubicBezTo>
                      <a:pt x="3" y="9"/>
                      <a:pt x="1" y="7"/>
                      <a:pt x="2"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5" name="Freeform 712">
                <a:extLst>
                  <a:ext uri="{FF2B5EF4-FFF2-40B4-BE49-F238E27FC236}">
                    <a16:creationId xmlns:a16="http://schemas.microsoft.com/office/drawing/2014/main" id="{DBAF0897-B957-3B4F-8707-B31049A89551}"/>
                  </a:ext>
                </a:extLst>
              </p:cNvPr>
              <p:cNvSpPr>
                <a:spLocks/>
              </p:cNvSpPr>
              <p:nvPr/>
            </p:nvSpPr>
            <p:spPr bwMode="auto">
              <a:xfrm>
                <a:off x="15410388" y="7574093"/>
                <a:ext cx="347132" cy="216615"/>
              </a:xfrm>
              <a:custGeom>
                <a:avLst/>
                <a:gdLst>
                  <a:gd name="T0" fmla="*/ 1 w 37"/>
                  <a:gd name="T1" fmla="*/ 3 h 23"/>
                  <a:gd name="T2" fmla="*/ 0 w 37"/>
                  <a:gd name="T3" fmla="*/ 9 h 23"/>
                  <a:gd name="T4" fmla="*/ 5 w 37"/>
                  <a:gd name="T5" fmla="*/ 13 h 23"/>
                  <a:gd name="T6" fmla="*/ 7 w 37"/>
                  <a:gd name="T7" fmla="*/ 14 h 23"/>
                  <a:gd name="T8" fmla="*/ 12 w 37"/>
                  <a:gd name="T9" fmla="*/ 15 h 23"/>
                  <a:gd name="T10" fmla="*/ 15 w 37"/>
                  <a:gd name="T11" fmla="*/ 16 h 23"/>
                  <a:gd name="T12" fmla="*/ 19 w 37"/>
                  <a:gd name="T13" fmla="*/ 16 h 23"/>
                  <a:gd name="T14" fmla="*/ 22 w 37"/>
                  <a:gd name="T15" fmla="*/ 19 h 23"/>
                  <a:gd name="T16" fmla="*/ 26 w 37"/>
                  <a:gd name="T17" fmla="*/ 20 h 23"/>
                  <a:gd name="T18" fmla="*/ 29 w 37"/>
                  <a:gd name="T19" fmla="*/ 22 h 23"/>
                  <a:gd name="T20" fmla="*/ 32 w 37"/>
                  <a:gd name="T21" fmla="*/ 20 h 23"/>
                  <a:gd name="T22" fmla="*/ 35 w 37"/>
                  <a:gd name="T23" fmla="*/ 22 h 23"/>
                  <a:gd name="T24" fmla="*/ 37 w 37"/>
                  <a:gd name="T25" fmla="*/ 21 h 23"/>
                  <a:gd name="T26" fmla="*/ 37 w 37"/>
                  <a:gd name="T27" fmla="*/ 18 h 23"/>
                  <a:gd name="T28" fmla="*/ 37 w 37"/>
                  <a:gd name="T29" fmla="*/ 14 h 23"/>
                  <a:gd name="T30" fmla="*/ 32 w 37"/>
                  <a:gd name="T31" fmla="*/ 14 h 23"/>
                  <a:gd name="T32" fmla="*/ 31 w 37"/>
                  <a:gd name="T33" fmla="*/ 13 h 23"/>
                  <a:gd name="T34" fmla="*/ 28 w 37"/>
                  <a:gd name="T35" fmla="*/ 13 h 23"/>
                  <a:gd name="T36" fmla="*/ 26 w 37"/>
                  <a:gd name="T37" fmla="*/ 12 h 23"/>
                  <a:gd name="T38" fmla="*/ 24 w 37"/>
                  <a:gd name="T39" fmla="*/ 12 h 23"/>
                  <a:gd name="T40" fmla="*/ 20 w 37"/>
                  <a:gd name="T41" fmla="*/ 10 h 23"/>
                  <a:gd name="T42" fmla="*/ 18 w 37"/>
                  <a:gd name="T43" fmla="*/ 8 h 23"/>
                  <a:gd name="T44" fmla="*/ 16 w 37"/>
                  <a:gd name="T45" fmla="*/ 7 h 23"/>
                  <a:gd name="T46" fmla="*/ 10 w 37"/>
                  <a:gd name="T47" fmla="*/ 2 h 23"/>
                  <a:gd name="T48" fmla="*/ 8 w 37"/>
                  <a:gd name="T49" fmla="*/ 0 h 23"/>
                  <a:gd name="T50" fmla="*/ 5 w 37"/>
                  <a:gd name="T51" fmla="*/ 2 h 23"/>
                  <a:gd name="T52" fmla="*/ 4 w 37"/>
                  <a:gd name="T53" fmla="*/ 2 h 23"/>
                  <a:gd name="T54" fmla="*/ 1 w 37"/>
                  <a:gd name="T55" fmla="*/ 3 h 23"/>
                  <a:gd name="T56" fmla="*/ 1 w 37"/>
                  <a:gd name="T57"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23">
                    <a:moveTo>
                      <a:pt x="1" y="3"/>
                    </a:moveTo>
                    <a:cubicBezTo>
                      <a:pt x="0" y="4"/>
                      <a:pt x="0" y="8"/>
                      <a:pt x="0" y="9"/>
                    </a:cubicBezTo>
                    <a:cubicBezTo>
                      <a:pt x="1" y="10"/>
                      <a:pt x="4" y="11"/>
                      <a:pt x="5" y="13"/>
                    </a:cubicBezTo>
                    <a:cubicBezTo>
                      <a:pt x="6" y="13"/>
                      <a:pt x="7" y="14"/>
                      <a:pt x="7" y="14"/>
                    </a:cubicBezTo>
                    <a:cubicBezTo>
                      <a:pt x="9" y="15"/>
                      <a:pt x="10" y="14"/>
                      <a:pt x="12" y="15"/>
                    </a:cubicBezTo>
                    <a:cubicBezTo>
                      <a:pt x="13" y="15"/>
                      <a:pt x="14" y="16"/>
                      <a:pt x="15" y="16"/>
                    </a:cubicBezTo>
                    <a:cubicBezTo>
                      <a:pt x="16" y="16"/>
                      <a:pt x="18" y="16"/>
                      <a:pt x="19" y="16"/>
                    </a:cubicBezTo>
                    <a:cubicBezTo>
                      <a:pt x="20" y="17"/>
                      <a:pt x="21" y="18"/>
                      <a:pt x="22" y="19"/>
                    </a:cubicBezTo>
                    <a:cubicBezTo>
                      <a:pt x="23" y="19"/>
                      <a:pt x="25" y="19"/>
                      <a:pt x="26" y="20"/>
                    </a:cubicBezTo>
                    <a:cubicBezTo>
                      <a:pt x="27" y="20"/>
                      <a:pt x="28" y="22"/>
                      <a:pt x="29" y="22"/>
                    </a:cubicBezTo>
                    <a:cubicBezTo>
                      <a:pt x="30" y="22"/>
                      <a:pt x="31" y="20"/>
                      <a:pt x="32" y="20"/>
                    </a:cubicBezTo>
                    <a:cubicBezTo>
                      <a:pt x="33" y="21"/>
                      <a:pt x="33" y="23"/>
                      <a:pt x="35" y="22"/>
                    </a:cubicBezTo>
                    <a:cubicBezTo>
                      <a:pt x="35" y="22"/>
                      <a:pt x="37" y="21"/>
                      <a:pt x="37" y="21"/>
                    </a:cubicBezTo>
                    <a:cubicBezTo>
                      <a:pt x="37" y="20"/>
                      <a:pt x="37" y="19"/>
                      <a:pt x="37" y="18"/>
                    </a:cubicBezTo>
                    <a:cubicBezTo>
                      <a:pt x="36" y="17"/>
                      <a:pt x="37" y="16"/>
                      <a:pt x="37" y="14"/>
                    </a:cubicBezTo>
                    <a:cubicBezTo>
                      <a:pt x="35" y="14"/>
                      <a:pt x="34" y="15"/>
                      <a:pt x="32" y="14"/>
                    </a:cubicBezTo>
                    <a:cubicBezTo>
                      <a:pt x="32" y="14"/>
                      <a:pt x="31" y="13"/>
                      <a:pt x="31" y="13"/>
                    </a:cubicBezTo>
                    <a:cubicBezTo>
                      <a:pt x="30" y="13"/>
                      <a:pt x="29" y="14"/>
                      <a:pt x="28" y="13"/>
                    </a:cubicBezTo>
                    <a:cubicBezTo>
                      <a:pt x="28" y="13"/>
                      <a:pt x="27" y="12"/>
                      <a:pt x="26" y="12"/>
                    </a:cubicBezTo>
                    <a:cubicBezTo>
                      <a:pt x="25" y="12"/>
                      <a:pt x="24" y="14"/>
                      <a:pt x="24" y="12"/>
                    </a:cubicBezTo>
                    <a:cubicBezTo>
                      <a:pt x="22" y="10"/>
                      <a:pt x="21" y="11"/>
                      <a:pt x="20" y="10"/>
                    </a:cubicBezTo>
                    <a:cubicBezTo>
                      <a:pt x="19" y="9"/>
                      <a:pt x="19" y="8"/>
                      <a:pt x="18" y="8"/>
                    </a:cubicBezTo>
                    <a:cubicBezTo>
                      <a:pt x="17" y="7"/>
                      <a:pt x="16" y="7"/>
                      <a:pt x="16" y="7"/>
                    </a:cubicBezTo>
                    <a:cubicBezTo>
                      <a:pt x="14" y="6"/>
                      <a:pt x="11" y="4"/>
                      <a:pt x="10" y="2"/>
                    </a:cubicBezTo>
                    <a:cubicBezTo>
                      <a:pt x="10" y="1"/>
                      <a:pt x="9" y="0"/>
                      <a:pt x="8" y="0"/>
                    </a:cubicBezTo>
                    <a:cubicBezTo>
                      <a:pt x="6" y="0"/>
                      <a:pt x="6" y="1"/>
                      <a:pt x="5" y="2"/>
                    </a:cubicBezTo>
                    <a:cubicBezTo>
                      <a:pt x="5" y="3"/>
                      <a:pt x="4" y="2"/>
                      <a:pt x="4" y="2"/>
                    </a:cubicBezTo>
                    <a:cubicBezTo>
                      <a:pt x="3" y="3"/>
                      <a:pt x="2" y="3"/>
                      <a:pt x="1" y="3"/>
                    </a:cubicBezTo>
                    <a:cubicBezTo>
                      <a:pt x="0" y="4"/>
                      <a:pt x="2" y="3"/>
                      <a:pt x="1"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6" name="Freeform 713">
                <a:extLst>
                  <a:ext uri="{FF2B5EF4-FFF2-40B4-BE49-F238E27FC236}">
                    <a16:creationId xmlns:a16="http://schemas.microsoft.com/office/drawing/2014/main" id="{E30A6E7D-7AC8-144A-90AE-A6B28878DFA9}"/>
                  </a:ext>
                </a:extLst>
              </p:cNvPr>
              <p:cNvSpPr>
                <a:spLocks/>
              </p:cNvSpPr>
              <p:nvPr/>
            </p:nvSpPr>
            <p:spPr bwMode="auto">
              <a:xfrm>
                <a:off x="16372171" y="8360921"/>
                <a:ext cx="261145" cy="216615"/>
              </a:xfrm>
              <a:custGeom>
                <a:avLst/>
                <a:gdLst>
                  <a:gd name="T0" fmla="*/ 14 w 28"/>
                  <a:gd name="T1" fmla="*/ 19 h 23"/>
                  <a:gd name="T2" fmla="*/ 19 w 28"/>
                  <a:gd name="T3" fmla="*/ 18 h 23"/>
                  <a:gd name="T4" fmla="*/ 19 w 28"/>
                  <a:gd name="T5" fmla="*/ 15 h 23"/>
                  <a:gd name="T6" fmla="*/ 21 w 28"/>
                  <a:gd name="T7" fmla="*/ 14 h 23"/>
                  <a:gd name="T8" fmla="*/ 24 w 28"/>
                  <a:gd name="T9" fmla="*/ 12 h 23"/>
                  <a:gd name="T10" fmla="*/ 27 w 28"/>
                  <a:gd name="T11" fmla="*/ 9 h 23"/>
                  <a:gd name="T12" fmla="*/ 26 w 28"/>
                  <a:gd name="T13" fmla="*/ 1 h 23"/>
                  <a:gd name="T14" fmla="*/ 22 w 28"/>
                  <a:gd name="T15" fmla="*/ 1 h 23"/>
                  <a:gd name="T16" fmla="*/ 19 w 28"/>
                  <a:gd name="T17" fmla="*/ 2 h 23"/>
                  <a:gd name="T18" fmla="*/ 17 w 28"/>
                  <a:gd name="T19" fmla="*/ 2 h 23"/>
                  <a:gd name="T20" fmla="*/ 3 w 28"/>
                  <a:gd name="T21" fmla="*/ 3 h 23"/>
                  <a:gd name="T22" fmla="*/ 0 w 28"/>
                  <a:gd name="T23" fmla="*/ 7 h 23"/>
                  <a:gd name="T24" fmla="*/ 1 w 28"/>
                  <a:gd name="T25" fmla="*/ 10 h 23"/>
                  <a:gd name="T26" fmla="*/ 3 w 28"/>
                  <a:gd name="T27" fmla="*/ 14 h 23"/>
                  <a:gd name="T28" fmla="*/ 5 w 28"/>
                  <a:gd name="T29" fmla="*/ 18 h 23"/>
                  <a:gd name="T30" fmla="*/ 6 w 28"/>
                  <a:gd name="T31" fmla="*/ 19 h 23"/>
                  <a:gd name="T32" fmla="*/ 7 w 28"/>
                  <a:gd name="T33" fmla="*/ 21 h 23"/>
                  <a:gd name="T34" fmla="*/ 8 w 28"/>
                  <a:gd name="T35" fmla="*/ 23 h 23"/>
                  <a:gd name="T36" fmla="*/ 14 w 28"/>
                  <a:gd name="T37" fmla="*/ 19 h 23"/>
                  <a:gd name="T38" fmla="*/ 14 w 28"/>
                  <a:gd name="T39"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23">
                    <a:moveTo>
                      <a:pt x="14" y="19"/>
                    </a:moveTo>
                    <a:cubicBezTo>
                      <a:pt x="14" y="18"/>
                      <a:pt x="20" y="20"/>
                      <a:pt x="19" y="18"/>
                    </a:cubicBezTo>
                    <a:cubicBezTo>
                      <a:pt x="19" y="18"/>
                      <a:pt x="18" y="15"/>
                      <a:pt x="19" y="15"/>
                    </a:cubicBezTo>
                    <a:cubicBezTo>
                      <a:pt x="20" y="15"/>
                      <a:pt x="21" y="16"/>
                      <a:pt x="21" y="14"/>
                    </a:cubicBezTo>
                    <a:cubicBezTo>
                      <a:pt x="21" y="12"/>
                      <a:pt x="23" y="13"/>
                      <a:pt x="24" y="12"/>
                    </a:cubicBezTo>
                    <a:cubicBezTo>
                      <a:pt x="26" y="12"/>
                      <a:pt x="26" y="10"/>
                      <a:pt x="27" y="9"/>
                    </a:cubicBezTo>
                    <a:cubicBezTo>
                      <a:pt x="28" y="7"/>
                      <a:pt x="25" y="2"/>
                      <a:pt x="26" y="1"/>
                    </a:cubicBezTo>
                    <a:cubicBezTo>
                      <a:pt x="24" y="2"/>
                      <a:pt x="24" y="2"/>
                      <a:pt x="22" y="1"/>
                    </a:cubicBezTo>
                    <a:cubicBezTo>
                      <a:pt x="21" y="0"/>
                      <a:pt x="19" y="2"/>
                      <a:pt x="19" y="2"/>
                    </a:cubicBezTo>
                    <a:cubicBezTo>
                      <a:pt x="19" y="4"/>
                      <a:pt x="17" y="2"/>
                      <a:pt x="17" y="2"/>
                    </a:cubicBezTo>
                    <a:cubicBezTo>
                      <a:pt x="13" y="1"/>
                      <a:pt x="6" y="0"/>
                      <a:pt x="3" y="3"/>
                    </a:cubicBezTo>
                    <a:cubicBezTo>
                      <a:pt x="2" y="4"/>
                      <a:pt x="0" y="5"/>
                      <a:pt x="0" y="7"/>
                    </a:cubicBezTo>
                    <a:cubicBezTo>
                      <a:pt x="0" y="8"/>
                      <a:pt x="1" y="9"/>
                      <a:pt x="1" y="10"/>
                    </a:cubicBezTo>
                    <a:cubicBezTo>
                      <a:pt x="3" y="11"/>
                      <a:pt x="3" y="13"/>
                      <a:pt x="3" y="14"/>
                    </a:cubicBezTo>
                    <a:cubicBezTo>
                      <a:pt x="4" y="16"/>
                      <a:pt x="4" y="17"/>
                      <a:pt x="5" y="18"/>
                    </a:cubicBezTo>
                    <a:cubicBezTo>
                      <a:pt x="5" y="19"/>
                      <a:pt x="6" y="18"/>
                      <a:pt x="6" y="19"/>
                    </a:cubicBezTo>
                    <a:cubicBezTo>
                      <a:pt x="7" y="19"/>
                      <a:pt x="6" y="20"/>
                      <a:pt x="7" y="21"/>
                    </a:cubicBezTo>
                    <a:cubicBezTo>
                      <a:pt x="9" y="21"/>
                      <a:pt x="8" y="22"/>
                      <a:pt x="8" y="23"/>
                    </a:cubicBezTo>
                    <a:cubicBezTo>
                      <a:pt x="8" y="22"/>
                      <a:pt x="14" y="20"/>
                      <a:pt x="14" y="19"/>
                    </a:cubicBezTo>
                    <a:cubicBezTo>
                      <a:pt x="14" y="19"/>
                      <a:pt x="14" y="20"/>
                      <a:pt x="14" y="1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7" name="Freeform 714">
                <a:extLst>
                  <a:ext uri="{FF2B5EF4-FFF2-40B4-BE49-F238E27FC236}">
                    <a16:creationId xmlns:a16="http://schemas.microsoft.com/office/drawing/2014/main" id="{B21EFDBF-804F-AD46-B387-8A7F59A999D2}"/>
                  </a:ext>
                </a:extLst>
              </p:cNvPr>
              <p:cNvSpPr>
                <a:spLocks/>
              </p:cNvSpPr>
              <p:nvPr/>
            </p:nvSpPr>
            <p:spPr bwMode="auto">
              <a:xfrm>
                <a:off x="16270259" y="8743185"/>
                <a:ext cx="207006" cy="245289"/>
              </a:xfrm>
              <a:custGeom>
                <a:avLst/>
                <a:gdLst>
                  <a:gd name="T0" fmla="*/ 10 w 22"/>
                  <a:gd name="T1" fmla="*/ 3 h 26"/>
                  <a:gd name="T2" fmla="*/ 7 w 22"/>
                  <a:gd name="T3" fmla="*/ 4 h 26"/>
                  <a:gd name="T4" fmla="*/ 6 w 22"/>
                  <a:gd name="T5" fmla="*/ 4 h 26"/>
                  <a:gd name="T6" fmla="*/ 5 w 22"/>
                  <a:gd name="T7" fmla="*/ 1 h 26"/>
                  <a:gd name="T8" fmla="*/ 0 w 22"/>
                  <a:gd name="T9" fmla="*/ 0 h 26"/>
                  <a:gd name="T10" fmla="*/ 1 w 22"/>
                  <a:gd name="T11" fmla="*/ 6 h 26"/>
                  <a:gd name="T12" fmla="*/ 4 w 22"/>
                  <a:gd name="T13" fmla="*/ 14 h 26"/>
                  <a:gd name="T14" fmla="*/ 9 w 22"/>
                  <a:gd name="T15" fmla="*/ 21 h 26"/>
                  <a:gd name="T16" fmla="*/ 19 w 22"/>
                  <a:gd name="T17" fmla="*/ 26 h 26"/>
                  <a:gd name="T18" fmla="*/ 20 w 22"/>
                  <a:gd name="T19" fmla="*/ 23 h 26"/>
                  <a:gd name="T20" fmla="*/ 16 w 22"/>
                  <a:gd name="T21" fmla="*/ 14 h 26"/>
                  <a:gd name="T22" fmla="*/ 16 w 22"/>
                  <a:gd name="T23" fmla="*/ 6 h 26"/>
                  <a:gd name="T24" fmla="*/ 10 w 22"/>
                  <a:gd name="T25" fmla="*/ 3 h 26"/>
                  <a:gd name="T26" fmla="*/ 10 w 22"/>
                  <a:gd name="T27" fmla="*/ 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6">
                    <a:moveTo>
                      <a:pt x="10" y="3"/>
                    </a:moveTo>
                    <a:cubicBezTo>
                      <a:pt x="9" y="3"/>
                      <a:pt x="8" y="4"/>
                      <a:pt x="7" y="4"/>
                    </a:cubicBezTo>
                    <a:cubicBezTo>
                      <a:pt x="7" y="3"/>
                      <a:pt x="6" y="4"/>
                      <a:pt x="6" y="4"/>
                    </a:cubicBezTo>
                    <a:cubicBezTo>
                      <a:pt x="5" y="4"/>
                      <a:pt x="5" y="2"/>
                      <a:pt x="5" y="1"/>
                    </a:cubicBezTo>
                    <a:cubicBezTo>
                      <a:pt x="4" y="0"/>
                      <a:pt x="2" y="0"/>
                      <a:pt x="0" y="0"/>
                    </a:cubicBezTo>
                    <a:cubicBezTo>
                      <a:pt x="1" y="1"/>
                      <a:pt x="1" y="4"/>
                      <a:pt x="1" y="6"/>
                    </a:cubicBezTo>
                    <a:cubicBezTo>
                      <a:pt x="2" y="8"/>
                      <a:pt x="3" y="11"/>
                      <a:pt x="4" y="14"/>
                    </a:cubicBezTo>
                    <a:cubicBezTo>
                      <a:pt x="6" y="16"/>
                      <a:pt x="7" y="19"/>
                      <a:pt x="9" y="21"/>
                    </a:cubicBezTo>
                    <a:cubicBezTo>
                      <a:pt x="12" y="22"/>
                      <a:pt x="15" y="26"/>
                      <a:pt x="19" y="26"/>
                    </a:cubicBezTo>
                    <a:cubicBezTo>
                      <a:pt x="22" y="26"/>
                      <a:pt x="21" y="25"/>
                      <a:pt x="20" y="23"/>
                    </a:cubicBezTo>
                    <a:cubicBezTo>
                      <a:pt x="18" y="20"/>
                      <a:pt x="16" y="18"/>
                      <a:pt x="16" y="14"/>
                    </a:cubicBezTo>
                    <a:cubicBezTo>
                      <a:pt x="16" y="11"/>
                      <a:pt x="18" y="9"/>
                      <a:pt x="16" y="6"/>
                    </a:cubicBezTo>
                    <a:cubicBezTo>
                      <a:pt x="15" y="5"/>
                      <a:pt x="11" y="0"/>
                      <a:pt x="10" y="3"/>
                    </a:cubicBezTo>
                    <a:cubicBezTo>
                      <a:pt x="9" y="4"/>
                      <a:pt x="10" y="2"/>
                      <a:pt x="10"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8" name="Freeform 715">
                <a:extLst>
                  <a:ext uri="{FF2B5EF4-FFF2-40B4-BE49-F238E27FC236}">
                    <a16:creationId xmlns:a16="http://schemas.microsoft.com/office/drawing/2014/main" id="{2E30C601-3944-8E46-BB6E-438229D66D79}"/>
                  </a:ext>
                </a:extLst>
              </p:cNvPr>
              <p:cNvSpPr>
                <a:spLocks/>
              </p:cNvSpPr>
              <p:nvPr/>
            </p:nvSpPr>
            <p:spPr bwMode="auto">
              <a:xfrm>
                <a:off x="15104655" y="6264832"/>
                <a:ext cx="2799367" cy="1825318"/>
              </a:xfrm>
              <a:custGeom>
                <a:avLst/>
                <a:gdLst>
                  <a:gd name="T0" fmla="*/ 279 w 300"/>
                  <a:gd name="T1" fmla="*/ 37 h 195"/>
                  <a:gd name="T2" fmla="*/ 244 w 300"/>
                  <a:gd name="T3" fmla="*/ 1 h 195"/>
                  <a:gd name="T4" fmla="*/ 223 w 300"/>
                  <a:gd name="T5" fmla="*/ 18 h 195"/>
                  <a:gd name="T6" fmla="*/ 214 w 300"/>
                  <a:gd name="T7" fmla="*/ 27 h 195"/>
                  <a:gd name="T8" fmla="*/ 205 w 300"/>
                  <a:gd name="T9" fmla="*/ 39 h 195"/>
                  <a:gd name="T10" fmla="*/ 224 w 300"/>
                  <a:gd name="T11" fmla="*/ 46 h 195"/>
                  <a:gd name="T12" fmla="*/ 197 w 300"/>
                  <a:gd name="T13" fmla="*/ 55 h 195"/>
                  <a:gd name="T14" fmla="*/ 180 w 300"/>
                  <a:gd name="T15" fmla="*/ 66 h 195"/>
                  <a:gd name="T16" fmla="*/ 146 w 300"/>
                  <a:gd name="T17" fmla="*/ 75 h 195"/>
                  <a:gd name="T18" fmla="*/ 121 w 300"/>
                  <a:gd name="T19" fmla="*/ 70 h 195"/>
                  <a:gd name="T20" fmla="*/ 94 w 300"/>
                  <a:gd name="T21" fmla="*/ 56 h 195"/>
                  <a:gd name="T22" fmla="*/ 66 w 300"/>
                  <a:gd name="T23" fmla="*/ 30 h 195"/>
                  <a:gd name="T24" fmla="*/ 56 w 300"/>
                  <a:gd name="T25" fmla="*/ 44 h 195"/>
                  <a:gd name="T26" fmla="*/ 44 w 300"/>
                  <a:gd name="T27" fmla="*/ 51 h 195"/>
                  <a:gd name="T28" fmla="*/ 34 w 300"/>
                  <a:gd name="T29" fmla="*/ 63 h 195"/>
                  <a:gd name="T30" fmla="*/ 28 w 300"/>
                  <a:gd name="T31" fmla="*/ 76 h 195"/>
                  <a:gd name="T32" fmla="*/ 11 w 300"/>
                  <a:gd name="T33" fmla="*/ 84 h 195"/>
                  <a:gd name="T34" fmla="*/ 1 w 300"/>
                  <a:gd name="T35" fmla="*/ 91 h 195"/>
                  <a:gd name="T36" fmla="*/ 7 w 300"/>
                  <a:gd name="T37" fmla="*/ 103 h 195"/>
                  <a:gd name="T38" fmla="*/ 23 w 300"/>
                  <a:gd name="T39" fmla="*/ 111 h 195"/>
                  <a:gd name="T40" fmla="*/ 27 w 300"/>
                  <a:gd name="T41" fmla="*/ 121 h 195"/>
                  <a:gd name="T42" fmla="*/ 27 w 300"/>
                  <a:gd name="T43" fmla="*/ 135 h 195"/>
                  <a:gd name="T44" fmla="*/ 40 w 300"/>
                  <a:gd name="T45" fmla="*/ 140 h 195"/>
                  <a:gd name="T46" fmla="*/ 62 w 300"/>
                  <a:gd name="T47" fmla="*/ 154 h 195"/>
                  <a:gd name="T48" fmla="*/ 74 w 300"/>
                  <a:gd name="T49" fmla="*/ 156 h 195"/>
                  <a:gd name="T50" fmla="*/ 92 w 300"/>
                  <a:gd name="T51" fmla="*/ 151 h 195"/>
                  <a:gd name="T52" fmla="*/ 106 w 300"/>
                  <a:gd name="T53" fmla="*/ 146 h 195"/>
                  <a:gd name="T54" fmla="*/ 116 w 300"/>
                  <a:gd name="T55" fmla="*/ 155 h 195"/>
                  <a:gd name="T56" fmla="*/ 117 w 300"/>
                  <a:gd name="T57" fmla="*/ 166 h 195"/>
                  <a:gd name="T58" fmla="*/ 119 w 300"/>
                  <a:gd name="T59" fmla="*/ 178 h 195"/>
                  <a:gd name="T60" fmla="*/ 125 w 300"/>
                  <a:gd name="T61" fmla="*/ 187 h 195"/>
                  <a:gd name="T62" fmla="*/ 134 w 300"/>
                  <a:gd name="T63" fmla="*/ 186 h 195"/>
                  <a:gd name="T64" fmla="*/ 143 w 300"/>
                  <a:gd name="T65" fmla="*/ 182 h 195"/>
                  <a:gd name="T66" fmla="*/ 155 w 300"/>
                  <a:gd name="T67" fmla="*/ 180 h 195"/>
                  <a:gd name="T68" fmla="*/ 168 w 300"/>
                  <a:gd name="T69" fmla="*/ 186 h 195"/>
                  <a:gd name="T70" fmla="*/ 175 w 300"/>
                  <a:gd name="T71" fmla="*/ 195 h 195"/>
                  <a:gd name="T72" fmla="*/ 189 w 300"/>
                  <a:gd name="T73" fmla="*/ 186 h 195"/>
                  <a:gd name="T74" fmla="*/ 202 w 300"/>
                  <a:gd name="T75" fmla="*/ 182 h 195"/>
                  <a:gd name="T76" fmla="*/ 215 w 300"/>
                  <a:gd name="T77" fmla="*/ 173 h 195"/>
                  <a:gd name="T78" fmla="*/ 221 w 300"/>
                  <a:gd name="T79" fmla="*/ 164 h 195"/>
                  <a:gd name="T80" fmla="*/ 228 w 300"/>
                  <a:gd name="T81" fmla="*/ 156 h 195"/>
                  <a:gd name="T82" fmla="*/ 232 w 300"/>
                  <a:gd name="T83" fmla="*/ 149 h 195"/>
                  <a:gd name="T84" fmla="*/ 236 w 300"/>
                  <a:gd name="T85" fmla="*/ 143 h 195"/>
                  <a:gd name="T86" fmla="*/ 231 w 300"/>
                  <a:gd name="T87" fmla="*/ 139 h 195"/>
                  <a:gd name="T88" fmla="*/ 229 w 300"/>
                  <a:gd name="T89" fmla="*/ 132 h 195"/>
                  <a:gd name="T90" fmla="*/ 221 w 300"/>
                  <a:gd name="T91" fmla="*/ 115 h 195"/>
                  <a:gd name="T92" fmla="*/ 229 w 300"/>
                  <a:gd name="T93" fmla="*/ 106 h 195"/>
                  <a:gd name="T94" fmla="*/ 238 w 300"/>
                  <a:gd name="T95" fmla="*/ 102 h 195"/>
                  <a:gd name="T96" fmla="*/ 220 w 300"/>
                  <a:gd name="T97" fmla="*/ 102 h 195"/>
                  <a:gd name="T98" fmla="*/ 221 w 300"/>
                  <a:gd name="T99" fmla="*/ 90 h 195"/>
                  <a:gd name="T100" fmla="*/ 234 w 300"/>
                  <a:gd name="T101" fmla="*/ 87 h 195"/>
                  <a:gd name="T102" fmla="*/ 238 w 300"/>
                  <a:gd name="T103" fmla="*/ 89 h 195"/>
                  <a:gd name="T104" fmla="*/ 259 w 300"/>
                  <a:gd name="T105" fmla="*/ 77 h 195"/>
                  <a:gd name="T106" fmla="*/ 271 w 300"/>
                  <a:gd name="T107" fmla="*/ 72 h 195"/>
                  <a:gd name="T108" fmla="*/ 281 w 300"/>
                  <a:gd name="T109" fmla="*/ 60 h 195"/>
                  <a:gd name="T110" fmla="*/ 295 w 300"/>
                  <a:gd name="T111" fmla="*/ 4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0" h="195">
                    <a:moveTo>
                      <a:pt x="298" y="37"/>
                    </a:moveTo>
                    <a:cubicBezTo>
                      <a:pt x="298" y="35"/>
                      <a:pt x="294" y="36"/>
                      <a:pt x="293" y="37"/>
                    </a:cubicBezTo>
                    <a:cubicBezTo>
                      <a:pt x="291" y="37"/>
                      <a:pt x="290" y="38"/>
                      <a:pt x="288" y="39"/>
                    </a:cubicBezTo>
                    <a:cubicBezTo>
                      <a:pt x="286" y="40"/>
                      <a:pt x="279" y="40"/>
                      <a:pt x="279" y="37"/>
                    </a:cubicBezTo>
                    <a:cubicBezTo>
                      <a:pt x="277" y="33"/>
                      <a:pt x="276" y="31"/>
                      <a:pt x="272" y="29"/>
                    </a:cubicBezTo>
                    <a:cubicBezTo>
                      <a:pt x="269" y="28"/>
                      <a:pt x="263" y="28"/>
                      <a:pt x="262" y="24"/>
                    </a:cubicBezTo>
                    <a:cubicBezTo>
                      <a:pt x="261" y="18"/>
                      <a:pt x="259" y="11"/>
                      <a:pt x="255" y="6"/>
                    </a:cubicBezTo>
                    <a:cubicBezTo>
                      <a:pt x="252" y="3"/>
                      <a:pt x="248" y="3"/>
                      <a:pt x="244" y="1"/>
                    </a:cubicBezTo>
                    <a:cubicBezTo>
                      <a:pt x="240" y="0"/>
                      <a:pt x="233" y="1"/>
                      <a:pt x="229" y="3"/>
                    </a:cubicBezTo>
                    <a:cubicBezTo>
                      <a:pt x="228" y="4"/>
                      <a:pt x="226" y="5"/>
                      <a:pt x="225" y="6"/>
                    </a:cubicBezTo>
                    <a:cubicBezTo>
                      <a:pt x="225" y="7"/>
                      <a:pt x="228" y="7"/>
                      <a:pt x="228" y="8"/>
                    </a:cubicBezTo>
                    <a:cubicBezTo>
                      <a:pt x="229" y="12"/>
                      <a:pt x="224" y="15"/>
                      <a:pt x="223" y="18"/>
                    </a:cubicBezTo>
                    <a:cubicBezTo>
                      <a:pt x="222" y="19"/>
                      <a:pt x="222" y="20"/>
                      <a:pt x="222" y="21"/>
                    </a:cubicBezTo>
                    <a:cubicBezTo>
                      <a:pt x="222" y="22"/>
                      <a:pt x="222" y="22"/>
                      <a:pt x="222" y="23"/>
                    </a:cubicBezTo>
                    <a:cubicBezTo>
                      <a:pt x="222" y="25"/>
                      <a:pt x="219" y="25"/>
                      <a:pt x="217" y="26"/>
                    </a:cubicBezTo>
                    <a:cubicBezTo>
                      <a:pt x="216" y="26"/>
                      <a:pt x="215" y="27"/>
                      <a:pt x="214" y="27"/>
                    </a:cubicBezTo>
                    <a:cubicBezTo>
                      <a:pt x="213" y="27"/>
                      <a:pt x="208" y="25"/>
                      <a:pt x="208" y="25"/>
                    </a:cubicBezTo>
                    <a:cubicBezTo>
                      <a:pt x="207" y="27"/>
                      <a:pt x="206" y="30"/>
                      <a:pt x="205" y="32"/>
                    </a:cubicBezTo>
                    <a:cubicBezTo>
                      <a:pt x="205" y="33"/>
                      <a:pt x="204" y="34"/>
                      <a:pt x="204" y="35"/>
                    </a:cubicBezTo>
                    <a:cubicBezTo>
                      <a:pt x="204" y="35"/>
                      <a:pt x="202" y="41"/>
                      <a:pt x="205" y="39"/>
                    </a:cubicBezTo>
                    <a:cubicBezTo>
                      <a:pt x="206" y="38"/>
                      <a:pt x="206" y="38"/>
                      <a:pt x="208" y="38"/>
                    </a:cubicBezTo>
                    <a:cubicBezTo>
                      <a:pt x="209" y="38"/>
                      <a:pt x="211" y="40"/>
                      <a:pt x="212" y="39"/>
                    </a:cubicBezTo>
                    <a:cubicBezTo>
                      <a:pt x="216" y="36"/>
                      <a:pt x="219" y="38"/>
                      <a:pt x="222" y="42"/>
                    </a:cubicBezTo>
                    <a:cubicBezTo>
                      <a:pt x="223" y="43"/>
                      <a:pt x="225" y="45"/>
                      <a:pt x="224" y="46"/>
                    </a:cubicBezTo>
                    <a:cubicBezTo>
                      <a:pt x="224" y="46"/>
                      <a:pt x="220" y="45"/>
                      <a:pt x="219" y="45"/>
                    </a:cubicBezTo>
                    <a:cubicBezTo>
                      <a:pt x="216" y="46"/>
                      <a:pt x="212" y="46"/>
                      <a:pt x="209" y="47"/>
                    </a:cubicBezTo>
                    <a:cubicBezTo>
                      <a:pt x="206" y="48"/>
                      <a:pt x="206" y="54"/>
                      <a:pt x="202" y="54"/>
                    </a:cubicBezTo>
                    <a:cubicBezTo>
                      <a:pt x="200" y="54"/>
                      <a:pt x="198" y="53"/>
                      <a:pt x="197" y="55"/>
                    </a:cubicBezTo>
                    <a:cubicBezTo>
                      <a:pt x="196" y="56"/>
                      <a:pt x="194" y="58"/>
                      <a:pt x="192" y="58"/>
                    </a:cubicBezTo>
                    <a:cubicBezTo>
                      <a:pt x="189" y="57"/>
                      <a:pt x="183" y="53"/>
                      <a:pt x="182" y="59"/>
                    </a:cubicBezTo>
                    <a:cubicBezTo>
                      <a:pt x="182" y="61"/>
                      <a:pt x="184" y="62"/>
                      <a:pt x="184" y="63"/>
                    </a:cubicBezTo>
                    <a:cubicBezTo>
                      <a:pt x="184" y="65"/>
                      <a:pt x="181" y="65"/>
                      <a:pt x="180" y="66"/>
                    </a:cubicBezTo>
                    <a:cubicBezTo>
                      <a:pt x="177" y="69"/>
                      <a:pt x="176" y="72"/>
                      <a:pt x="172" y="72"/>
                    </a:cubicBezTo>
                    <a:cubicBezTo>
                      <a:pt x="167" y="72"/>
                      <a:pt x="162" y="72"/>
                      <a:pt x="157" y="73"/>
                    </a:cubicBezTo>
                    <a:cubicBezTo>
                      <a:pt x="155" y="74"/>
                      <a:pt x="151" y="78"/>
                      <a:pt x="150" y="77"/>
                    </a:cubicBezTo>
                    <a:cubicBezTo>
                      <a:pt x="148" y="77"/>
                      <a:pt x="147" y="75"/>
                      <a:pt x="146" y="75"/>
                    </a:cubicBezTo>
                    <a:cubicBezTo>
                      <a:pt x="144" y="75"/>
                      <a:pt x="143" y="75"/>
                      <a:pt x="141" y="75"/>
                    </a:cubicBezTo>
                    <a:cubicBezTo>
                      <a:pt x="139" y="74"/>
                      <a:pt x="137" y="74"/>
                      <a:pt x="135" y="72"/>
                    </a:cubicBezTo>
                    <a:cubicBezTo>
                      <a:pt x="133" y="71"/>
                      <a:pt x="132" y="71"/>
                      <a:pt x="131" y="70"/>
                    </a:cubicBezTo>
                    <a:cubicBezTo>
                      <a:pt x="127" y="70"/>
                      <a:pt x="125" y="70"/>
                      <a:pt x="121" y="70"/>
                    </a:cubicBezTo>
                    <a:cubicBezTo>
                      <a:pt x="118" y="70"/>
                      <a:pt x="113" y="71"/>
                      <a:pt x="109" y="70"/>
                    </a:cubicBezTo>
                    <a:cubicBezTo>
                      <a:pt x="108" y="70"/>
                      <a:pt x="107" y="68"/>
                      <a:pt x="107" y="67"/>
                    </a:cubicBezTo>
                    <a:cubicBezTo>
                      <a:pt x="105" y="65"/>
                      <a:pt x="104" y="63"/>
                      <a:pt x="102" y="61"/>
                    </a:cubicBezTo>
                    <a:cubicBezTo>
                      <a:pt x="99" y="59"/>
                      <a:pt x="97" y="56"/>
                      <a:pt x="94" y="56"/>
                    </a:cubicBezTo>
                    <a:cubicBezTo>
                      <a:pt x="92" y="56"/>
                      <a:pt x="81" y="56"/>
                      <a:pt x="83" y="52"/>
                    </a:cubicBezTo>
                    <a:cubicBezTo>
                      <a:pt x="85" y="48"/>
                      <a:pt x="84" y="41"/>
                      <a:pt x="79" y="38"/>
                    </a:cubicBezTo>
                    <a:cubicBezTo>
                      <a:pt x="75" y="35"/>
                      <a:pt x="70" y="35"/>
                      <a:pt x="69" y="29"/>
                    </a:cubicBezTo>
                    <a:cubicBezTo>
                      <a:pt x="68" y="30"/>
                      <a:pt x="67" y="29"/>
                      <a:pt x="66" y="30"/>
                    </a:cubicBezTo>
                    <a:cubicBezTo>
                      <a:pt x="65" y="31"/>
                      <a:pt x="65" y="31"/>
                      <a:pt x="65" y="32"/>
                    </a:cubicBezTo>
                    <a:cubicBezTo>
                      <a:pt x="63" y="35"/>
                      <a:pt x="60" y="34"/>
                      <a:pt x="59" y="37"/>
                    </a:cubicBezTo>
                    <a:cubicBezTo>
                      <a:pt x="59" y="39"/>
                      <a:pt x="61" y="41"/>
                      <a:pt x="60" y="42"/>
                    </a:cubicBezTo>
                    <a:cubicBezTo>
                      <a:pt x="59" y="43"/>
                      <a:pt x="57" y="44"/>
                      <a:pt x="56" y="44"/>
                    </a:cubicBezTo>
                    <a:cubicBezTo>
                      <a:pt x="55" y="45"/>
                      <a:pt x="54" y="43"/>
                      <a:pt x="53" y="44"/>
                    </a:cubicBezTo>
                    <a:cubicBezTo>
                      <a:pt x="51" y="44"/>
                      <a:pt x="50" y="43"/>
                      <a:pt x="48" y="42"/>
                    </a:cubicBezTo>
                    <a:cubicBezTo>
                      <a:pt x="47" y="41"/>
                      <a:pt x="46" y="46"/>
                      <a:pt x="45" y="47"/>
                    </a:cubicBezTo>
                    <a:cubicBezTo>
                      <a:pt x="45" y="48"/>
                      <a:pt x="44" y="50"/>
                      <a:pt x="44" y="51"/>
                    </a:cubicBezTo>
                    <a:cubicBezTo>
                      <a:pt x="44" y="53"/>
                      <a:pt x="45" y="53"/>
                      <a:pt x="45" y="54"/>
                    </a:cubicBezTo>
                    <a:cubicBezTo>
                      <a:pt x="45" y="56"/>
                      <a:pt x="39" y="54"/>
                      <a:pt x="39" y="54"/>
                    </a:cubicBezTo>
                    <a:cubicBezTo>
                      <a:pt x="37" y="55"/>
                      <a:pt x="33" y="55"/>
                      <a:pt x="32" y="56"/>
                    </a:cubicBezTo>
                    <a:cubicBezTo>
                      <a:pt x="33" y="55"/>
                      <a:pt x="34" y="62"/>
                      <a:pt x="34" y="63"/>
                    </a:cubicBezTo>
                    <a:cubicBezTo>
                      <a:pt x="35" y="64"/>
                      <a:pt x="36" y="65"/>
                      <a:pt x="37" y="66"/>
                    </a:cubicBezTo>
                    <a:cubicBezTo>
                      <a:pt x="37" y="67"/>
                      <a:pt x="34" y="69"/>
                      <a:pt x="33" y="70"/>
                    </a:cubicBezTo>
                    <a:cubicBezTo>
                      <a:pt x="32" y="71"/>
                      <a:pt x="33" y="74"/>
                      <a:pt x="32" y="74"/>
                    </a:cubicBezTo>
                    <a:cubicBezTo>
                      <a:pt x="31" y="75"/>
                      <a:pt x="29" y="75"/>
                      <a:pt x="28" y="76"/>
                    </a:cubicBezTo>
                    <a:cubicBezTo>
                      <a:pt x="26" y="77"/>
                      <a:pt x="25" y="78"/>
                      <a:pt x="24" y="79"/>
                    </a:cubicBezTo>
                    <a:cubicBezTo>
                      <a:pt x="22" y="79"/>
                      <a:pt x="21" y="79"/>
                      <a:pt x="19" y="80"/>
                    </a:cubicBezTo>
                    <a:cubicBezTo>
                      <a:pt x="17" y="80"/>
                      <a:pt x="16" y="81"/>
                      <a:pt x="15" y="83"/>
                    </a:cubicBezTo>
                    <a:cubicBezTo>
                      <a:pt x="15" y="83"/>
                      <a:pt x="11" y="84"/>
                      <a:pt x="11" y="84"/>
                    </a:cubicBezTo>
                    <a:cubicBezTo>
                      <a:pt x="11" y="84"/>
                      <a:pt x="11" y="83"/>
                      <a:pt x="11" y="83"/>
                    </a:cubicBezTo>
                    <a:cubicBezTo>
                      <a:pt x="10" y="83"/>
                      <a:pt x="9" y="83"/>
                      <a:pt x="7" y="83"/>
                    </a:cubicBezTo>
                    <a:cubicBezTo>
                      <a:pt x="6" y="83"/>
                      <a:pt x="3" y="85"/>
                      <a:pt x="3" y="86"/>
                    </a:cubicBezTo>
                    <a:cubicBezTo>
                      <a:pt x="2" y="88"/>
                      <a:pt x="1" y="90"/>
                      <a:pt x="1" y="91"/>
                    </a:cubicBezTo>
                    <a:cubicBezTo>
                      <a:pt x="0" y="93"/>
                      <a:pt x="3" y="95"/>
                      <a:pt x="4" y="95"/>
                    </a:cubicBezTo>
                    <a:cubicBezTo>
                      <a:pt x="7" y="95"/>
                      <a:pt x="6" y="95"/>
                      <a:pt x="7" y="98"/>
                    </a:cubicBezTo>
                    <a:cubicBezTo>
                      <a:pt x="7" y="99"/>
                      <a:pt x="8" y="99"/>
                      <a:pt x="8" y="101"/>
                    </a:cubicBezTo>
                    <a:cubicBezTo>
                      <a:pt x="8" y="101"/>
                      <a:pt x="7" y="103"/>
                      <a:pt x="7" y="103"/>
                    </a:cubicBezTo>
                    <a:cubicBezTo>
                      <a:pt x="9" y="104"/>
                      <a:pt x="10" y="104"/>
                      <a:pt x="11" y="105"/>
                    </a:cubicBezTo>
                    <a:cubicBezTo>
                      <a:pt x="13" y="107"/>
                      <a:pt x="12" y="109"/>
                      <a:pt x="14" y="110"/>
                    </a:cubicBezTo>
                    <a:cubicBezTo>
                      <a:pt x="16" y="111"/>
                      <a:pt x="18" y="112"/>
                      <a:pt x="20" y="113"/>
                    </a:cubicBezTo>
                    <a:cubicBezTo>
                      <a:pt x="21" y="113"/>
                      <a:pt x="22" y="112"/>
                      <a:pt x="23" y="111"/>
                    </a:cubicBezTo>
                    <a:cubicBezTo>
                      <a:pt x="26" y="109"/>
                      <a:pt x="31" y="110"/>
                      <a:pt x="33" y="113"/>
                    </a:cubicBezTo>
                    <a:cubicBezTo>
                      <a:pt x="34" y="115"/>
                      <a:pt x="32" y="116"/>
                      <a:pt x="31" y="117"/>
                    </a:cubicBezTo>
                    <a:cubicBezTo>
                      <a:pt x="30" y="118"/>
                      <a:pt x="30" y="118"/>
                      <a:pt x="30" y="119"/>
                    </a:cubicBezTo>
                    <a:cubicBezTo>
                      <a:pt x="29" y="121"/>
                      <a:pt x="28" y="121"/>
                      <a:pt x="27" y="121"/>
                    </a:cubicBezTo>
                    <a:cubicBezTo>
                      <a:pt x="24" y="123"/>
                      <a:pt x="32" y="126"/>
                      <a:pt x="29" y="128"/>
                    </a:cubicBezTo>
                    <a:cubicBezTo>
                      <a:pt x="28" y="130"/>
                      <a:pt x="27" y="129"/>
                      <a:pt x="25" y="129"/>
                    </a:cubicBezTo>
                    <a:cubicBezTo>
                      <a:pt x="21" y="128"/>
                      <a:pt x="26" y="132"/>
                      <a:pt x="26" y="132"/>
                    </a:cubicBezTo>
                    <a:cubicBezTo>
                      <a:pt x="26" y="134"/>
                      <a:pt x="25" y="135"/>
                      <a:pt x="27" y="135"/>
                    </a:cubicBezTo>
                    <a:cubicBezTo>
                      <a:pt x="29" y="136"/>
                      <a:pt x="29" y="137"/>
                      <a:pt x="31" y="138"/>
                    </a:cubicBezTo>
                    <a:cubicBezTo>
                      <a:pt x="33" y="138"/>
                      <a:pt x="34" y="140"/>
                      <a:pt x="36" y="141"/>
                    </a:cubicBezTo>
                    <a:cubicBezTo>
                      <a:pt x="36" y="141"/>
                      <a:pt x="37" y="142"/>
                      <a:pt x="38" y="142"/>
                    </a:cubicBezTo>
                    <a:cubicBezTo>
                      <a:pt x="39" y="142"/>
                      <a:pt x="38" y="140"/>
                      <a:pt x="40" y="140"/>
                    </a:cubicBezTo>
                    <a:cubicBezTo>
                      <a:pt x="44" y="140"/>
                      <a:pt x="46" y="147"/>
                      <a:pt x="50" y="147"/>
                    </a:cubicBezTo>
                    <a:cubicBezTo>
                      <a:pt x="52" y="147"/>
                      <a:pt x="52" y="150"/>
                      <a:pt x="54" y="150"/>
                    </a:cubicBezTo>
                    <a:cubicBezTo>
                      <a:pt x="56" y="151"/>
                      <a:pt x="57" y="153"/>
                      <a:pt x="58" y="153"/>
                    </a:cubicBezTo>
                    <a:cubicBezTo>
                      <a:pt x="60" y="151"/>
                      <a:pt x="60" y="154"/>
                      <a:pt x="62" y="154"/>
                    </a:cubicBezTo>
                    <a:cubicBezTo>
                      <a:pt x="63" y="154"/>
                      <a:pt x="63" y="153"/>
                      <a:pt x="64" y="153"/>
                    </a:cubicBezTo>
                    <a:cubicBezTo>
                      <a:pt x="65" y="153"/>
                      <a:pt x="65" y="154"/>
                      <a:pt x="66" y="155"/>
                    </a:cubicBezTo>
                    <a:cubicBezTo>
                      <a:pt x="68" y="155"/>
                      <a:pt x="70" y="155"/>
                      <a:pt x="72" y="154"/>
                    </a:cubicBezTo>
                    <a:cubicBezTo>
                      <a:pt x="75" y="153"/>
                      <a:pt x="73" y="155"/>
                      <a:pt x="74" y="156"/>
                    </a:cubicBezTo>
                    <a:cubicBezTo>
                      <a:pt x="74" y="156"/>
                      <a:pt x="76" y="153"/>
                      <a:pt x="77" y="153"/>
                    </a:cubicBezTo>
                    <a:cubicBezTo>
                      <a:pt x="78" y="152"/>
                      <a:pt x="80" y="152"/>
                      <a:pt x="81" y="153"/>
                    </a:cubicBezTo>
                    <a:cubicBezTo>
                      <a:pt x="83" y="155"/>
                      <a:pt x="85" y="153"/>
                      <a:pt x="87" y="154"/>
                    </a:cubicBezTo>
                    <a:cubicBezTo>
                      <a:pt x="89" y="155"/>
                      <a:pt x="91" y="153"/>
                      <a:pt x="92" y="151"/>
                    </a:cubicBezTo>
                    <a:cubicBezTo>
                      <a:pt x="93" y="151"/>
                      <a:pt x="93" y="150"/>
                      <a:pt x="94" y="150"/>
                    </a:cubicBezTo>
                    <a:cubicBezTo>
                      <a:pt x="95" y="149"/>
                      <a:pt x="96" y="150"/>
                      <a:pt x="97" y="149"/>
                    </a:cubicBezTo>
                    <a:cubicBezTo>
                      <a:pt x="98" y="148"/>
                      <a:pt x="99" y="146"/>
                      <a:pt x="101" y="147"/>
                    </a:cubicBezTo>
                    <a:cubicBezTo>
                      <a:pt x="103" y="148"/>
                      <a:pt x="103" y="148"/>
                      <a:pt x="106" y="146"/>
                    </a:cubicBezTo>
                    <a:cubicBezTo>
                      <a:pt x="107" y="145"/>
                      <a:pt x="109" y="148"/>
                      <a:pt x="109" y="149"/>
                    </a:cubicBezTo>
                    <a:cubicBezTo>
                      <a:pt x="108" y="151"/>
                      <a:pt x="106" y="152"/>
                      <a:pt x="108" y="152"/>
                    </a:cubicBezTo>
                    <a:cubicBezTo>
                      <a:pt x="111" y="152"/>
                      <a:pt x="111" y="152"/>
                      <a:pt x="114" y="151"/>
                    </a:cubicBezTo>
                    <a:cubicBezTo>
                      <a:pt x="115" y="151"/>
                      <a:pt x="116" y="154"/>
                      <a:pt x="116" y="155"/>
                    </a:cubicBezTo>
                    <a:cubicBezTo>
                      <a:pt x="116" y="155"/>
                      <a:pt x="116" y="157"/>
                      <a:pt x="117" y="156"/>
                    </a:cubicBezTo>
                    <a:cubicBezTo>
                      <a:pt x="117" y="156"/>
                      <a:pt x="119" y="156"/>
                      <a:pt x="119" y="157"/>
                    </a:cubicBezTo>
                    <a:cubicBezTo>
                      <a:pt x="119" y="158"/>
                      <a:pt x="117" y="159"/>
                      <a:pt x="118" y="160"/>
                    </a:cubicBezTo>
                    <a:cubicBezTo>
                      <a:pt x="119" y="162"/>
                      <a:pt x="118" y="165"/>
                      <a:pt x="117" y="166"/>
                    </a:cubicBezTo>
                    <a:cubicBezTo>
                      <a:pt x="116" y="168"/>
                      <a:pt x="114" y="169"/>
                      <a:pt x="113" y="170"/>
                    </a:cubicBezTo>
                    <a:cubicBezTo>
                      <a:pt x="113" y="171"/>
                      <a:pt x="113" y="176"/>
                      <a:pt x="112" y="175"/>
                    </a:cubicBezTo>
                    <a:cubicBezTo>
                      <a:pt x="113" y="176"/>
                      <a:pt x="119" y="173"/>
                      <a:pt x="120" y="175"/>
                    </a:cubicBezTo>
                    <a:cubicBezTo>
                      <a:pt x="120" y="175"/>
                      <a:pt x="118" y="176"/>
                      <a:pt x="119" y="178"/>
                    </a:cubicBezTo>
                    <a:cubicBezTo>
                      <a:pt x="120" y="180"/>
                      <a:pt x="123" y="180"/>
                      <a:pt x="122" y="181"/>
                    </a:cubicBezTo>
                    <a:cubicBezTo>
                      <a:pt x="122" y="182"/>
                      <a:pt x="121" y="184"/>
                      <a:pt x="121" y="185"/>
                    </a:cubicBezTo>
                    <a:cubicBezTo>
                      <a:pt x="122" y="186"/>
                      <a:pt x="125" y="185"/>
                      <a:pt x="125" y="186"/>
                    </a:cubicBezTo>
                    <a:cubicBezTo>
                      <a:pt x="125" y="186"/>
                      <a:pt x="125" y="187"/>
                      <a:pt x="125" y="187"/>
                    </a:cubicBezTo>
                    <a:cubicBezTo>
                      <a:pt x="125" y="189"/>
                      <a:pt x="126" y="188"/>
                      <a:pt x="127" y="188"/>
                    </a:cubicBezTo>
                    <a:cubicBezTo>
                      <a:pt x="128" y="188"/>
                      <a:pt x="129" y="187"/>
                      <a:pt x="130" y="188"/>
                    </a:cubicBezTo>
                    <a:cubicBezTo>
                      <a:pt x="131" y="188"/>
                      <a:pt x="132" y="189"/>
                      <a:pt x="133" y="190"/>
                    </a:cubicBezTo>
                    <a:cubicBezTo>
                      <a:pt x="135" y="191"/>
                      <a:pt x="134" y="187"/>
                      <a:pt x="134" y="186"/>
                    </a:cubicBezTo>
                    <a:cubicBezTo>
                      <a:pt x="132" y="182"/>
                      <a:pt x="134" y="184"/>
                      <a:pt x="136" y="182"/>
                    </a:cubicBezTo>
                    <a:cubicBezTo>
                      <a:pt x="138" y="181"/>
                      <a:pt x="137" y="182"/>
                      <a:pt x="139" y="183"/>
                    </a:cubicBezTo>
                    <a:cubicBezTo>
                      <a:pt x="139" y="183"/>
                      <a:pt x="141" y="182"/>
                      <a:pt x="141" y="182"/>
                    </a:cubicBezTo>
                    <a:cubicBezTo>
                      <a:pt x="141" y="183"/>
                      <a:pt x="143" y="181"/>
                      <a:pt x="143" y="182"/>
                    </a:cubicBezTo>
                    <a:cubicBezTo>
                      <a:pt x="144" y="183"/>
                      <a:pt x="144" y="184"/>
                      <a:pt x="146" y="182"/>
                    </a:cubicBezTo>
                    <a:cubicBezTo>
                      <a:pt x="147" y="181"/>
                      <a:pt x="147" y="182"/>
                      <a:pt x="148" y="181"/>
                    </a:cubicBezTo>
                    <a:cubicBezTo>
                      <a:pt x="149" y="180"/>
                      <a:pt x="149" y="178"/>
                      <a:pt x="151" y="178"/>
                    </a:cubicBezTo>
                    <a:cubicBezTo>
                      <a:pt x="152" y="178"/>
                      <a:pt x="153" y="180"/>
                      <a:pt x="155" y="180"/>
                    </a:cubicBezTo>
                    <a:cubicBezTo>
                      <a:pt x="155" y="180"/>
                      <a:pt x="159" y="181"/>
                      <a:pt x="159" y="181"/>
                    </a:cubicBezTo>
                    <a:cubicBezTo>
                      <a:pt x="159" y="182"/>
                      <a:pt x="157" y="183"/>
                      <a:pt x="157" y="184"/>
                    </a:cubicBezTo>
                    <a:cubicBezTo>
                      <a:pt x="158" y="185"/>
                      <a:pt x="160" y="186"/>
                      <a:pt x="161" y="187"/>
                    </a:cubicBezTo>
                    <a:cubicBezTo>
                      <a:pt x="163" y="188"/>
                      <a:pt x="167" y="189"/>
                      <a:pt x="168" y="186"/>
                    </a:cubicBezTo>
                    <a:cubicBezTo>
                      <a:pt x="168" y="186"/>
                      <a:pt x="170" y="188"/>
                      <a:pt x="170" y="188"/>
                    </a:cubicBezTo>
                    <a:cubicBezTo>
                      <a:pt x="171" y="189"/>
                      <a:pt x="172" y="187"/>
                      <a:pt x="174" y="188"/>
                    </a:cubicBezTo>
                    <a:cubicBezTo>
                      <a:pt x="175" y="189"/>
                      <a:pt x="173" y="190"/>
                      <a:pt x="173" y="191"/>
                    </a:cubicBezTo>
                    <a:cubicBezTo>
                      <a:pt x="173" y="192"/>
                      <a:pt x="175" y="194"/>
                      <a:pt x="175" y="195"/>
                    </a:cubicBezTo>
                    <a:cubicBezTo>
                      <a:pt x="176" y="195"/>
                      <a:pt x="177" y="194"/>
                      <a:pt x="178" y="194"/>
                    </a:cubicBezTo>
                    <a:cubicBezTo>
                      <a:pt x="178" y="193"/>
                      <a:pt x="175" y="192"/>
                      <a:pt x="176" y="191"/>
                    </a:cubicBezTo>
                    <a:cubicBezTo>
                      <a:pt x="178" y="188"/>
                      <a:pt x="180" y="188"/>
                      <a:pt x="183" y="187"/>
                    </a:cubicBezTo>
                    <a:cubicBezTo>
                      <a:pt x="185" y="186"/>
                      <a:pt x="187" y="186"/>
                      <a:pt x="189" y="186"/>
                    </a:cubicBezTo>
                    <a:cubicBezTo>
                      <a:pt x="190" y="186"/>
                      <a:pt x="190" y="184"/>
                      <a:pt x="191" y="184"/>
                    </a:cubicBezTo>
                    <a:cubicBezTo>
                      <a:pt x="193" y="184"/>
                      <a:pt x="192" y="183"/>
                      <a:pt x="192" y="182"/>
                    </a:cubicBezTo>
                    <a:cubicBezTo>
                      <a:pt x="192" y="183"/>
                      <a:pt x="196" y="182"/>
                      <a:pt x="196" y="182"/>
                    </a:cubicBezTo>
                    <a:cubicBezTo>
                      <a:pt x="198" y="181"/>
                      <a:pt x="200" y="182"/>
                      <a:pt x="202" y="182"/>
                    </a:cubicBezTo>
                    <a:cubicBezTo>
                      <a:pt x="204" y="182"/>
                      <a:pt x="205" y="181"/>
                      <a:pt x="207" y="180"/>
                    </a:cubicBezTo>
                    <a:cubicBezTo>
                      <a:pt x="208" y="180"/>
                      <a:pt x="208" y="177"/>
                      <a:pt x="209" y="177"/>
                    </a:cubicBezTo>
                    <a:cubicBezTo>
                      <a:pt x="211" y="177"/>
                      <a:pt x="212" y="176"/>
                      <a:pt x="213" y="175"/>
                    </a:cubicBezTo>
                    <a:cubicBezTo>
                      <a:pt x="214" y="175"/>
                      <a:pt x="215" y="174"/>
                      <a:pt x="215" y="173"/>
                    </a:cubicBezTo>
                    <a:cubicBezTo>
                      <a:pt x="214" y="173"/>
                      <a:pt x="218" y="172"/>
                      <a:pt x="218" y="172"/>
                    </a:cubicBezTo>
                    <a:cubicBezTo>
                      <a:pt x="219" y="171"/>
                      <a:pt x="220" y="169"/>
                      <a:pt x="221" y="168"/>
                    </a:cubicBezTo>
                    <a:cubicBezTo>
                      <a:pt x="222" y="167"/>
                      <a:pt x="222" y="167"/>
                      <a:pt x="222" y="166"/>
                    </a:cubicBezTo>
                    <a:cubicBezTo>
                      <a:pt x="223" y="164"/>
                      <a:pt x="221" y="165"/>
                      <a:pt x="221" y="164"/>
                    </a:cubicBezTo>
                    <a:cubicBezTo>
                      <a:pt x="221" y="164"/>
                      <a:pt x="226" y="164"/>
                      <a:pt x="223" y="162"/>
                    </a:cubicBezTo>
                    <a:cubicBezTo>
                      <a:pt x="222" y="161"/>
                      <a:pt x="223" y="161"/>
                      <a:pt x="224" y="161"/>
                    </a:cubicBezTo>
                    <a:cubicBezTo>
                      <a:pt x="225" y="161"/>
                      <a:pt x="225" y="160"/>
                      <a:pt x="226" y="159"/>
                    </a:cubicBezTo>
                    <a:cubicBezTo>
                      <a:pt x="227" y="158"/>
                      <a:pt x="227" y="157"/>
                      <a:pt x="228" y="156"/>
                    </a:cubicBezTo>
                    <a:cubicBezTo>
                      <a:pt x="228" y="156"/>
                      <a:pt x="228" y="154"/>
                      <a:pt x="228" y="154"/>
                    </a:cubicBezTo>
                    <a:cubicBezTo>
                      <a:pt x="229" y="153"/>
                      <a:pt x="230" y="153"/>
                      <a:pt x="231" y="152"/>
                    </a:cubicBezTo>
                    <a:cubicBezTo>
                      <a:pt x="232" y="151"/>
                      <a:pt x="231" y="150"/>
                      <a:pt x="231" y="150"/>
                    </a:cubicBezTo>
                    <a:cubicBezTo>
                      <a:pt x="231" y="149"/>
                      <a:pt x="232" y="149"/>
                      <a:pt x="232" y="149"/>
                    </a:cubicBezTo>
                    <a:cubicBezTo>
                      <a:pt x="233" y="149"/>
                      <a:pt x="232" y="147"/>
                      <a:pt x="232" y="147"/>
                    </a:cubicBezTo>
                    <a:cubicBezTo>
                      <a:pt x="232" y="147"/>
                      <a:pt x="234" y="148"/>
                      <a:pt x="234" y="147"/>
                    </a:cubicBezTo>
                    <a:cubicBezTo>
                      <a:pt x="236" y="146"/>
                      <a:pt x="234" y="146"/>
                      <a:pt x="233" y="145"/>
                    </a:cubicBezTo>
                    <a:cubicBezTo>
                      <a:pt x="233" y="145"/>
                      <a:pt x="236" y="143"/>
                      <a:pt x="236" y="143"/>
                    </a:cubicBezTo>
                    <a:cubicBezTo>
                      <a:pt x="235" y="145"/>
                      <a:pt x="232" y="142"/>
                      <a:pt x="231" y="141"/>
                    </a:cubicBezTo>
                    <a:cubicBezTo>
                      <a:pt x="231" y="141"/>
                      <a:pt x="230" y="142"/>
                      <a:pt x="229" y="142"/>
                    </a:cubicBezTo>
                    <a:cubicBezTo>
                      <a:pt x="228" y="143"/>
                      <a:pt x="227" y="141"/>
                      <a:pt x="226" y="142"/>
                    </a:cubicBezTo>
                    <a:cubicBezTo>
                      <a:pt x="228" y="141"/>
                      <a:pt x="230" y="140"/>
                      <a:pt x="231" y="139"/>
                    </a:cubicBezTo>
                    <a:cubicBezTo>
                      <a:pt x="232" y="138"/>
                      <a:pt x="235" y="138"/>
                      <a:pt x="233" y="136"/>
                    </a:cubicBezTo>
                    <a:cubicBezTo>
                      <a:pt x="231" y="135"/>
                      <a:pt x="230" y="134"/>
                      <a:pt x="228" y="132"/>
                    </a:cubicBezTo>
                    <a:cubicBezTo>
                      <a:pt x="228" y="131"/>
                      <a:pt x="223" y="133"/>
                      <a:pt x="223" y="130"/>
                    </a:cubicBezTo>
                    <a:cubicBezTo>
                      <a:pt x="223" y="132"/>
                      <a:pt x="228" y="132"/>
                      <a:pt x="229" y="132"/>
                    </a:cubicBezTo>
                    <a:cubicBezTo>
                      <a:pt x="230" y="132"/>
                      <a:pt x="233" y="135"/>
                      <a:pt x="234" y="133"/>
                    </a:cubicBezTo>
                    <a:cubicBezTo>
                      <a:pt x="235" y="131"/>
                      <a:pt x="229" y="129"/>
                      <a:pt x="229" y="127"/>
                    </a:cubicBezTo>
                    <a:cubicBezTo>
                      <a:pt x="228" y="125"/>
                      <a:pt x="228" y="121"/>
                      <a:pt x="226" y="120"/>
                    </a:cubicBezTo>
                    <a:cubicBezTo>
                      <a:pt x="225" y="118"/>
                      <a:pt x="219" y="118"/>
                      <a:pt x="221" y="115"/>
                    </a:cubicBezTo>
                    <a:cubicBezTo>
                      <a:pt x="222" y="113"/>
                      <a:pt x="223" y="112"/>
                      <a:pt x="224" y="111"/>
                    </a:cubicBezTo>
                    <a:cubicBezTo>
                      <a:pt x="226" y="109"/>
                      <a:pt x="224" y="110"/>
                      <a:pt x="225" y="109"/>
                    </a:cubicBezTo>
                    <a:cubicBezTo>
                      <a:pt x="225" y="108"/>
                      <a:pt x="228" y="109"/>
                      <a:pt x="228" y="109"/>
                    </a:cubicBezTo>
                    <a:cubicBezTo>
                      <a:pt x="229" y="108"/>
                      <a:pt x="227" y="107"/>
                      <a:pt x="229" y="106"/>
                    </a:cubicBezTo>
                    <a:cubicBezTo>
                      <a:pt x="231" y="106"/>
                      <a:pt x="232" y="105"/>
                      <a:pt x="233" y="104"/>
                    </a:cubicBezTo>
                    <a:cubicBezTo>
                      <a:pt x="234" y="104"/>
                      <a:pt x="235" y="104"/>
                      <a:pt x="235" y="104"/>
                    </a:cubicBezTo>
                    <a:cubicBezTo>
                      <a:pt x="236" y="104"/>
                      <a:pt x="235" y="105"/>
                      <a:pt x="236" y="105"/>
                    </a:cubicBezTo>
                    <a:cubicBezTo>
                      <a:pt x="237" y="106"/>
                      <a:pt x="238" y="103"/>
                      <a:pt x="238" y="102"/>
                    </a:cubicBezTo>
                    <a:cubicBezTo>
                      <a:pt x="236" y="100"/>
                      <a:pt x="234" y="101"/>
                      <a:pt x="233" y="101"/>
                    </a:cubicBezTo>
                    <a:cubicBezTo>
                      <a:pt x="231" y="101"/>
                      <a:pt x="230" y="99"/>
                      <a:pt x="228" y="100"/>
                    </a:cubicBezTo>
                    <a:cubicBezTo>
                      <a:pt x="227" y="100"/>
                      <a:pt x="226" y="102"/>
                      <a:pt x="224" y="102"/>
                    </a:cubicBezTo>
                    <a:cubicBezTo>
                      <a:pt x="223" y="103"/>
                      <a:pt x="221" y="103"/>
                      <a:pt x="220" y="102"/>
                    </a:cubicBezTo>
                    <a:cubicBezTo>
                      <a:pt x="219" y="101"/>
                      <a:pt x="221" y="99"/>
                      <a:pt x="220" y="98"/>
                    </a:cubicBezTo>
                    <a:cubicBezTo>
                      <a:pt x="218" y="97"/>
                      <a:pt x="210" y="97"/>
                      <a:pt x="213" y="92"/>
                    </a:cubicBezTo>
                    <a:cubicBezTo>
                      <a:pt x="214" y="91"/>
                      <a:pt x="215" y="92"/>
                      <a:pt x="217" y="92"/>
                    </a:cubicBezTo>
                    <a:cubicBezTo>
                      <a:pt x="218" y="92"/>
                      <a:pt x="220" y="91"/>
                      <a:pt x="221" y="90"/>
                    </a:cubicBezTo>
                    <a:cubicBezTo>
                      <a:pt x="223" y="87"/>
                      <a:pt x="226" y="85"/>
                      <a:pt x="229" y="83"/>
                    </a:cubicBezTo>
                    <a:cubicBezTo>
                      <a:pt x="230" y="81"/>
                      <a:pt x="231" y="81"/>
                      <a:pt x="233" y="81"/>
                    </a:cubicBezTo>
                    <a:cubicBezTo>
                      <a:pt x="233" y="82"/>
                      <a:pt x="236" y="82"/>
                      <a:pt x="236" y="83"/>
                    </a:cubicBezTo>
                    <a:cubicBezTo>
                      <a:pt x="235" y="84"/>
                      <a:pt x="235" y="86"/>
                      <a:pt x="234" y="87"/>
                    </a:cubicBezTo>
                    <a:cubicBezTo>
                      <a:pt x="233" y="87"/>
                      <a:pt x="231" y="88"/>
                      <a:pt x="231" y="89"/>
                    </a:cubicBezTo>
                    <a:cubicBezTo>
                      <a:pt x="231" y="90"/>
                      <a:pt x="234" y="90"/>
                      <a:pt x="234" y="90"/>
                    </a:cubicBezTo>
                    <a:cubicBezTo>
                      <a:pt x="234" y="90"/>
                      <a:pt x="230" y="93"/>
                      <a:pt x="231" y="93"/>
                    </a:cubicBezTo>
                    <a:cubicBezTo>
                      <a:pt x="232" y="94"/>
                      <a:pt x="237" y="89"/>
                      <a:pt x="238" y="89"/>
                    </a:cubicBezTo>
                    <a:cubicBezTo>
                      <a:pt x="240" y="88"/>
                      <a:pt x="242" y="87"/>
                      <a:pt x="244" y="87"/>
                    </a:cubicBezTo>
                    <a:cubicBezTo>
                      <a:pt x="246" y="87"/>
                      <a:pt x="246" y="87"/>
                      <a:pt x="247" y="85"/>
                    </a:cubicBezTo>
                    <a:cubicBezTo>
                      <a:pt x="249" y="84"/>
                      <a:pt x="252" y="83"/>
                      <a:pt x="254" y="81"/>
                    </a:cubicBezTo>
                    <a:cubicBezTo>
                      <a:pt x="255" y="80"/>
                      <a:pt x="257" y="77"/>
                      <a:pt x="259" y="77"/>
                    </a:cubicBezTo>
                    <a:cubicBezTo>
                      <a:pt x="260" y="76"/>
                      <a:pt x="266" y="80"/>
                      <a:pt x="266" y="77"/>
                    </a:cubicBezTo>
                    <a:cubicBezTo>
                      <a:pt x="266" y="76"/>
                      <a:pt x="265" y="75"/>
                      <a:pt x="266" y="74"/>
                    </a:cubicBezTo>
                    <a:cubicBezTo>
                      <a:pt x="267" y="74"/>
                      <a:pt x="268" y="74"/>
                      <a:pt x="269" y="74"/>
                    </a:cubicBezTo>
                    <a:cubicBezTo>
                      <a:pt x="271" y="74"/>
                      <a:pt x="270" y="73"/>
                      <a:pt x="271" y="72"/>
                    </a:cubicBezTo>
                    <a:cubicBezTo>
                      <a:pt x="273" y="71"/>
                      <a:pt x="274" y="72"/>
                      <a:pt x="274" y="70"/>
                    </a:cubicBezTo>
                    <a:cubicBezTo>
                      <a:pt x="274" y="67"/>
                      <a:pt x="277" y="70"/>
                      <a:pt x="278" y="71"/>
                    </a:cubicBezTo>
                    <a:cubicBezTo>
                      <a:pt x="278" y="69"/>
                      <a:pt x="281" y="69"/>
                      <a:pt x="281" y="67"/>
                    </a:cubicBezTo>
                    <a:cubicBezTo>
                      <a:pt x="281" y="65"/>
                      <a:pt x="282" y="62"/>
                      <a:pt x="281" y="60"/>
                    </a:cubicBezTo>
                    <a:cubicBezTo>
                      <a:pt x="279" y="57"/>
                      <a:pt x="280" y="58"/>
                      <a:pt x="282" y="56"/>
                    </a:cubicBezTo>
                    <a:cubicBezTo>
                      <a:pt x="284" y="55"/>
                      <a:pt x="285" y="54"/>
                      <a:pt x="287" y="55"/>
                    </a:cubicBezTo>
                    <a:cubicBezTo>
                      <a:pt x="290" y="56"/>
                      <a:pt x="290" y="56"/>
                      <a:pt x="291" y="53"/>
                    </a:cubicBezTo>
                    <a:cubicBezTo>
                      <a:pt x="292" y="51"/>
                      <a:pt x="294" y="50"/>
                      <a:pt x="295" y="47"/>
                    </a:cubicBezTo>
                    <a:cubicBezTo>
                      <a:pt x="295" y="45"/>
                      <a:pt x="296" y="43"/>
                      <a:pt x="298" y="41"/>
                    </a:cubicBezTo>
                    <a:cubicBezTo>
                      <a:pt x="300" y="39"/>
                      <a:pt x="298" y="39"/>
                      <a:pt x="298" y="37"/>
                    </a:cubicBezTo>
                    <a:close/>
                  </a:path>
                </a:pathLst>
              </a:custGeom>
              <a:grpFill/>
              <a:ln w="9525"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39" name="Freeform 716">
                <a:extLst>
                  <a:ext uri="{FF2B5EF4-FFF2-40B4-BE49-F238E27FC236}">
                    <a16:creationId xmlns:a16="http://schemas.microsoft.com/office/drawing/2014/main" id="{6C12ACEF-7AA0-7B49-A88C-48FE1DD3DBE8}"/>
                  </a:ext>
                </a:extLst>
              </p:cNvPr>
              <p:cNvSpPr>
                <a:spLocks/>
              </p:cNvSpPr>
              <p:nvPr/>
            </p:nvSpPr>
            <p:spPr bwMode="auto">
              <a:xfrm>
                <a:off x="15747967" y="6357215"/>
                <a:ext cx="1464969" cy="637107"/>
              </a:xfrm>
              <a:custGeom>
                <a:avLst/>
                <a:gdLst>
                  <a:gd name="T0" fmla="*/ 0 w 157"/>
                  <a:gd name="T1" fmla="*/ 19 h 68"/>
                  <a:gd name="T2" fmla="*/ 7 w 157"/>
                  <a:gd name="T3" fmla="*/ 26 h 68"/>
                  <a:gd name="T4" fmla="*/ 12 w 157"/>
                  <a:gd name="T5" fmla="*/ 29 h 68"/>
                  <a:gd name="T6" fmla="*/ 15 w 157"/>
                  <a:gd name="T7" fmla="*/ 36 h 68"/>
                  <a:gd name="T8" fmla="*/ 15 w 157"/>
                  <a:gd name="T9" fmla="*/ 38 h 68"/>
                  <a:gd name="T10" fmla="*/ 15 w 157"/>
                  <a:gd name="T11" fmla="*/ 40 h 68"/>
                  <a:gd name="T12" fmla="*/ 16 w 157"/>
                  <a:gd name="T13" fmla="*/ 45 h 68"/>
                  <a:gd name="T14" fmla="*/ 28 w 157"/>
                  <a:gd name="T15" fmla="*/ 47 h 68"/>
                  <a:gd name="T16" fmla="*/ 36 w 157"/>
                  <a:gd name="T17" fmla="*/ 54 h 68"/>
                  <a:gd name="T18" fmla="*/ 39 w 157"/>
                  <a:gd name="T19" fmla="*/ 59 h 68"/>
                  <a:gd name="T20" fmla="*/ 44 w 157"/>
                  <a:gd name="T21" fmla="*/ 60 h 68"/>
                  <a:gd name="T22" fmla="*/ 56 w 157"/>
                  <a:gd name="T23" fmla="*/ 60 h 68"/>
                  <a:gd name="T24" fmla="*/ 64 w 157"/>
                  <a:gd name="T25" fmla="*/ 61 h 68"/>
                  <a:gd name="T26" fmla="*/ 69 w 157"/>
                  <a:gd name="T27" fmla="*/ 64 h 68"/>
                  <a:gd name="T28" fmla="*/ 76 w 157"/>
                  <a:gd name="T29" fmla="*/ 66 h 68"/>
                  <a:gd name="T30" fmla="*/ 81 w 157"/>
                  <a:gd name="T31" fmla="*/ 67 h 68"/>
                  <a:gd name="T32" fmla="*/ 93 w 157"/>
                  <a:gd name="T33" fmla="*/ 62 h 68"/>
                  <a:gd name="T34" fmla="*/ 106 w 157"/>
                  <a:gd name="T35" fmla="*/ 61 h 68"/>
                  <a:gd name="T36" fmla="*/ 113 w 157"/>
                  <a:gd name="T37" fmla="*/ 55 h 68"/>
                  <a:gd name="T38" fmla="*/ 114 w 157"/>
                  <a:gd name="T39" fmla="*/ 51 h 68"/>
                  <a:gd name="T40" fmla="*/ 115 w 157"/>
                  <a:gd name="T41" fmla="*/ 47 h 68"/>
                  <a:gd name="T42" fmla="*/ 126 w 157"/>
                  <a:gd name="T43" fmla="*/ 46 h 68"/>
                  <a:gd name="T44" fmla="*/ 130 w 157"/>
                  <a:gd name="T45" fmla="*/ 44 h 68"/>
                  <a:gd name="T46" fmla="*/ 137 w 157"/>
                  <a:gd name="T47" fmla="*/ 42 h 68"/>
                  <a:gd name="T48" fmla="*/ 139 w 157"/>
                  <a:gd name="T49" fmla="*/ 38 h 68"/>
                  <a:gd name="T50" fmla="*/ 143 w 157"/>
                  <a:gd name="T51" fmla="*/ 37 h 68"/>
                  <a:gd name="T52" fmla="*/ 154 w 157"/>
                  <a:gd name="T53" fmla="*/ 36 h 68"/>
                  <a:gd name="T54" fmla="*/ 150 w 157"/>
                  <a:gd name="T55" fmla="*/ 29 h 68"/>
                  <a:gd name="T56" fmla="*/ 145 w 157"/>
                  <a:gd name="T57" fmla="*/ 28 h 68"/>
                  <a:gd name="T58" fmla="*/ 141 w 157"/>
                  <a:gd name="T59" fmla="*/ 29 h 68"/>
                  <a:gd name="T60" fmla="*/ 136 w 157"/>
                  <a:gd name="T61" fmla="*/ 28 h 68"/>
                  <a:gd name="T62" fmla="*/ 134 w 157"/>
                  <a:gd name="T63" fmla="*/ 27 h 68"/>
                  <a:gd name="T64" fmla="*/ 137 w 157"/>
                  <a:gd name="T65" fmla="*/ 19 h 68"/>
                  <a:gd name="T66" fmla="*/ 137 w 157"/>
                  <a:gd name="T67" fmla="*/ 14 h 68"/>
                  <a:gd name="T68" fmla="*/ 131 w 157"/>
                  <a:gd name="T69" fmla="*/ 14 h 68"/>
                  <a:gd name="T70" fmla="*/ 124 w 157"/>
                  <a:gd name="T71" fmla="*/ 15 h 68"/>
                  <a:gd name="T72" fmla="*/ 114 w 157"/>
                  <a:gd name="T73" fmla="*/ 19 h 68"/>
                  <a:gd name="T74" fmla="*/ 103 w 157"/>
                  <a:gd name="T75" fmla="*/ 19 h 68"/>
                  <a:gd name="T76" fmla="*/ 98 w 157"/>
                  <a:gd name="T77" fmla="*/ 17 h 68"/>
                  <a:gd name="T78" fmla="*/ 94 w 157"/>
                  <a:gd name="T79" fmla="*/ 15 h 68"/>
                  <a:gd name="T80" fmla="*/ 83 w 157"/>
                  <a:gd name="T81" fmla="*/ 11 h 68"/>
                  <a:gd name="T82" fmla="*/ 77 w 157"/>
                  <a:gd name="T83" fmla="*/ 13 h 68"/>
                  <a:gd name="T84" fmla="*/ 71 w 157"/>
                  <a:gd name="T85" fmla="*/ 12 h 68"/>
                  <a:gd name="T86" fmla="*/ 68 w 157"/>
                  <a:gd name="T87" fmla="*/ 8 h 68"/>
                  <a:gd name="T88" fmla="*/ 64 w 157"/>
                  <a:gd name="T89" fmla="*/ 5 h 68"/>
                  <a:gd name="T90" fmla="*/ 58 w 157"/>
                  <a:gd name="T91" fmla="*/ 3 h 68"/>
                  <a:gd name="T92" fmla="*/ 52 w 157"/>
                  <a:gd name="T93" fmla="*/ 1 h 68"/>
                  <a:gd name="T94" fmla="*/ 45 w 157"/>
                  <a:gd name="T95" fmla="*/ 7 h 68"/>
                  <a:gd name="T96" fmla="*/ 47 w 157"/>
                  <a:gd name="T97" fmla="*/ 13 h 68"/>
                  <a:gd name="T98" fmla="*/ 41 w 157"/>
                  <a:gd name="T99" fmla="*/ 15 h 68"/>
                  <a:gd name="T100" fmla="*/ 37 w 157"/>
                  <a:gd name="T101" fmla="*/ 14 h 68"/>
                  <a:gd name="T102" fmla="*/ 34 w 157"/>
                  <a:gd name="T103" fmla="*/ 14 h 68"/>
                  <a:gd name="T104" fmla="*/ 28 w 157"/>
                  <a:gd name="T105" fmla="*/ 10 h 68"/>
                  <a:gd name="T106" fmla="*/ 21 w 157"/>
                  <a:gd name="T107" fmla="*/ 9 h 68"/>
                  <a:gd name="T108" fmla="*/ 13 w 157"/>
                  <a:gd name="T109" fmla="*/ 13 h 68"/>
                  <a:gd name="T110" fmla="*/ 7 w 157"/>
                  <a:gd name="T111" fmla="*/ 17 h 68"/>
                  <a:gd name="T112" fmla="*/ 0 w 157"/>
                  <a:gd name="T113" fmla="*/ 1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7" h="68">
                    <a:moveTo>
                      <a:pt x="0" y="19"/>
                    </a:moveTo>
                    <a:cubicBezTo>
                      <a:pt x="1" y="23"/>
                      <a:pt x="3" y="25"/>
                      <a:pt x="7" y="26"/>
                    </a:cubicBezTo>
                    <a:cubicBezTo>
                      <a:pt x="9" y="27"/>
                      <a:pt x="10" y="28"/>
                      <a:pt x="12" y="29"/>
                    </a:cubicBezTo>
                    <a:cubicBezTo>
                      <a:pt x="13" y="31"/>
                      <a:pt x="14" y="34"/>
                      <a:pt x="15" y="36"/>
                    </a:cubicBezTo>
                    <a:cubicBezTo>
                      <a:pt x="16" y="37"/>
                      <a:pt x="15" y="37"/>
                      <a:pt x="15" y="38"/>
                    </a:cubicBezTo>
                    <a:cubicBezTo>
                      <a:pt x="14" y="38"/>
                      <a:pt x="15" y="39"/>
                      <a:pt x="15" y="40"/>
                    </a:cubicBezTo>
                    <a:cubicBezTo>
                      <a:pt x="14" y="43"/>
                      <a:pt x="13" y="43"/>
                      <a:pt x="16" y="45"/>
                    </a:cubicBezTo>
                    <a:cubicBezTo>
                      <a:pt x="20" y="46"/>
                      <a:pt x="24" y="45"/>
                      <a:pt x="28" y="47"/>
                    </a:cubicBezTo>
                    <a:cubicBezTo>
                      <a:pt x="30" y="49"/>
                      <a:pt x="34" y="52"/>
                      <a:pt x="36" y="54"/>
                    </a:cubicBezTo>
                    <a:cubicBezTo>
                      <a:pt x="37" y="55"/>
                      <a:pt x="38" y="57"/>
                      <a:pt x="39" y="59"/>
                    </a:cubicBezTo>
                    <a:cubicBezTo>
                      <a:pt x="40" y="61"/>
                      <a:pt x="43" y="60"/>
                      <a:pt x="44" y="60"/>
                    </a:cubicBezTo>
                    <a:cubicBezTo>
                      <a:pt x="48" y="60"/>
                      <a:pt x="52" y="60"/>
                      <a:pt x="56" y="60"/>
                    </a:cubicBezTo>
                    <a:cubicBezTo>
                      <a:pt x="58" y="60"/>
                      <a:pt x="62" y="60"/>
                      <a:pt x="64" y="61"/>
                    </a:cubicBezTo>
                    <a:cubicBezTo>
                      <a:pt x="66" y="62"/>
                      <a:pt x="67" y="64"/>
                      <a:pt x="69" y="64"/>
                    </a:cubicBezTo>
                    <a:cubicBezTo>
                      <a:pt x="71" y="65"/>
                      <a:pt x="74" y="66"/>
                      <a:pt x="76" y="66"/>
                    </a:cubicBezTo>
                    <a:cubicBezTo>
                      <a:pt x="78" y="65"/>
                      <a:pt x="80" y="68"/>
                      <a:pt x="81" y="67"/>
                    </a:cubicBezTo>
                    <a:cubicBezTo>
                      <a:pt x="85" y="65"/>
                      <a:pt x="88" y="63"/>
                      <a:pt x="93" y="62"/>
                    </a:cubicBezTo>
                    <a:cubicBezTo>
                      <a:pt x="97" y="62"/>
                      <a:pt x="103" y="63"/>
                      <a:pt x="106" y="61"/>
                    </a:cubicBezTo>
                    <a:cubicBezTo>
                      <a:pt x="109" y="59"/>
                      <a:pt x="110" y="56"/>
                      <a:pt x="113" y="55"/>
                    </a:cubicBezTo>
                    <a:cubicBezTo>
                      <a:pt x="116" y="54"/>
                      <a:pt x="116" y="53"/>
                      <a:pt x="114" y="51"/>
                    </a:cubicBezTo>
                    <a:cubicBezTo>
                      <a:pt x="113" y="50"/>
                      <a:pt x="113" y="48"/>
                      <a:pt x="115" y="47"/>
                    </a:cubicBezTo>
                    <a:cubicBezTo>
                      <a:pt x="118" y="44"/>
                      <a:pt x="122" y="50"/>
                      <a:pt x="126" y="46"/>
                    </a:cubicBezTo>
                    <a:cubicBezTo>
                      <a:pt x="127" y="45"/>
                      <a:pt x="128" y="44"/>
                      <a:pt x="130" y="44"/>
                    </a:cubicBezTo>
                    <a:cubicBezTo>
                      <a:pt x="133" y="43"/>
                      <a:pt x="134" y="44"/>
                      <a:pt x="137" y="42"/>
                    </a:cubicBezTo>
                    <a:cubicBezTo>
                      <a:pt x="138" y="41"/>
                      <a:pt x="138" y="38"/>
                      <a:pt x="139" y="38"/>
                    </a:cubicBezTo>
                    <a:cubicBezTo>
                      <a:pt x="141" y="37"/>
                      <a:pt x="142" y="37"/>
                      <a:pt x="143" y="37"/>
                    </a:cubicBezTo>
                    <a:cubicBezTo>
                      <a:pt x="147" y="36"/>
                      <a:pt x="150" y="35"/>
                      <a:pt x="154" y="36"/>
                    </a:cubicBezTo>
                    <a:cubicBezTo>
                      <a:pt x="157" y="36"/>
                      <a:pt x="151" y="29"/>
                      <a:pt x="150" y="29"/>
                    </a:cubicBezTo>
                    <a:cubicBezTo>
                      <a:pt x="149" y="28"/>
                      <a:pt x="147" y="27"/>
                      <a:pt x="145" y="28"/>
                    </a:cubicBezTo>
                    <a:cubicBezTo>
                      <a:pt x="143" y="28"/>
                      <a:pt x="143" y="30"/>
                      <a:pt x="141" y="29"/>
                    </a:cubicBezTo>
                    <a:cubicBezTo>
                      <a:pt x="140" y="28"/>
                      <a:pt x="137" y="27"/>
                      <a:pt x="136" y="28"/>
                    </a:cubicBezTo>
                    <a:cubicBezTo>
                      <a:pt x="135" y="30"/>
                      <a:pt x="134" y="29"/>
                      <a:pt x="134" y="27"/>
                    </a:cubicBezTo>
                    <a:cubicBezTo>
                      <a:pt x="134" y="25"/>
                      <a:pt x="137" y="21"/>
                      <a:pt x="137" y="19"/>
                    </a:cubicBezTo>
                    <a:cubicBezTo>
                      <a:pt x="138" y="17"/>
                      <a:pt x="141" y="14"/>
                      <a:pt x="137" y="14"/>
                    </a:cubicBezTo>
                    <a:cubicBezTo>
                      <a:pt x="134" y="14"/>
                      <a:pt x="134" y="15"/>
                      <a:pt x="131" y="14"/>
                    </a:cubicBezTo>
                    <a:cubicBezTo>
                      <a:pt x="128" y="13"/>
                      <a:pt x="127" y="13"/>
                      <a:pt x="124" y="15"/>
                    </a:cubicBezTo>
                    <a:cubicBezTo>
                      <a:pt x="121" y="17"/>
                      <a:pt x="117" y="18"/>
                      <a:pt x="114" y="19"/>
                    </a:cubicBezTo>
                    <a:cubicBezTo>
                      <a:pt x="109" y="20"/>
                      <a:pt x="107" y="19"/>
                      <a:pt x="103" y="19"/>
                    </a:cubicBezTo>
                    <a:cubicBezTo>
                      <a:pt x="101" y="18"/>
                      <a:pt x="100" y="18"/>
                      <a:pt x="98" y="17"/>
                    </a:cubicBezTo>
                    <a:cubicBezTo>
                      <a:pt x="97" y="17"/>
                      <a:pt x="96" y="15"/>
                      <a:pt x="94" y="15"/>
                    </a:cubicBezTo>
                    <a:cubicBezTo>
                      <a:pt x="90" y="14"/>
                      <a:pt x="88" y="12"/>
                      <a:pt x="83" y="11"/>
                    </a:cubicBezTo>
                    <a:cubicBezTo>
                      <a:pt x="81" y="11"/>
                      <a:pt x="79" y="12"/>
                      <a:pt x="77" y="13"/>
                    </a:cubicBezTo>
                    <a:cubicBezTo>
                      <a:pt x="75" y="14"/>
                      <a:pt x="73" y="13"/>
                      <a:pt x="71" y="12"/>
                    </a:cubicBezTo>
                    <a:cubicBezTo>
                      <a:pt x="69" y="11"/>
                      <a:pt x="68" y="11"/>
                      <a:pt x="68" y="8"/>
                    </a:cubicBezTo>
                    <a:cubicBezTo>
                      <a:pt x="67" y="6"/>
                      <a:pt x="67" y="6"/>
                      <a:pt x="64" y="5"/>
                    </a:cubicBezTo>
                    <a:cubicBezTo>
                      <a:pt x="62" y="4"/>
                      <a:pt x="60" y="3"/>
                      <a:pt x="58" y="3"/>
                    </a:cubicBezTo>
                    <a:cubicBezTo>
                      <a:pt x="56" y="3"/>
                      <a:pt x="53" y="0"/>
                      <a:pt x="52" y="1"/>
                    </a:cubicBezTo>
                    <a:cubicBezTo>
                      <a:pt x="50" y="1"/>
                      <a:pt x="46" y="5"/>
                      <a:pt x="45" y="7"/>
                    </a:cubicBezTo>
                    <a:cubicBezTo>
                      <a:pt x="45" y="9"/>
                      <a:pt x="48" y="11"/>
                      <a:pt x="47" y="13"/>
                    </a:cubicBezTo>
                    <a:cubicBezTo>
                      <a:pt x="46" y="15"/>
                      <a:pt x="43" y="17"/>
                      <a:pt x="41" y="15"/>
                    </a:cubicBezTo>
                    <a:cubicBezTo>
                      <a:pt x="39" y="15"/>
                      <a:pt x="38" y="14"/>
                      <a:pt x="37" y="14"/>
                    </a:cubicBezTo>
                    <a:cubicBezTo>
                      <a:pt x="36" y="14"/>
                      <a:pt x="35" y="14"/>
                      <a:pt x="34" y="14"/>
                    </a:cubicBezTo>
                    <a:cubicBezTo>
                      <a:pt x="31" y="13"/>
                      <a:pt x="31" y="11"/>
                      <a:pt x="28" y="10"/>
                    </a:cubicBezTo>
                    <a:cubicBezTo>
                      <a:pt x="26" y="9"/>
                      <a:pt x="23" y="8"/>
                      <a:pt x="21" y="9"/>
                    </a:cubicBezTo>
                    <a:cubicBezTo>
                      <a:pt x="18" y="10"/>
                      <a:pt x="16" y="12"/>
                      <a:pt x="13" y="13"/>
                    </a:cubicBezTo>
                    <a:cubicBezTo>
                      <a:pt x="11" y="14"/>
                      <a:pt x="9" y="16"/>
                      <a:pt x="7" y="17"/>
                    </a:cubicBezTo>
                    <a:cubicBezTo>
                      <a:pt x="4" y="17"/>
                      <a:pt x="2" y="19"/>
                      <a:pt x="0" y="1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0" name="Freeform 717">
                <a:extLst>
                  <a:ext uri="{FF2B5EF4-FFF2-40B4-BE49-F238E27FC236}">
                    <a16:creationId xmlns:a16="http://schemas.microsoft.com/office/drawing/2014/main" id="{96F8EE19-F4CD-814A-B7FF-E85961EE755E}"/>
                  </a:ext>
                </a:extLst>
              </p:cNvPr>
              <p:cNvSpPr>
                <a:spLocks/>
              </p:cNvSpPr>
              <p:nvPr/>
            </p:nvSpPr>
            <p:spPr bwMode="auto">
              <a:xfrm>
                <a:off x="12219302" y="5133964"/>
                <a:ext cx="585987" cy="1009821"/>
              </a:xfrm>
              <a:custGeom>
                <a:avLst/>
                <a:gdLst>
                  <a:gd name="T0" fmla="*/ 61 w 63"/>
                  <a:gd name="T1" fmla="*/ 25 h 108"/>
                  <a:gd name="T2" fmla="*/ 61 w 63"/>
                  <a:gd name="T3" fmla="*/ 20 h 108"/>
                  <a:gd name="T4" fmla="*/ 61 w 63"/>
                  <a:gd name="T5" fmla="*/ 16 h 108"/>
                  <a:gd name="T6" fmla="*/ 60 w 63"/>
                  <a:gd name="T7" fmla="*/ 13 h 108"/>
                  <a:gd name="T8" fmla="*/ 60 w 63"/>
                  <a:gd name="T9" fmla="*/ 11 h 108"/>
                  <a:gd name="T10" fmla="*/ 57 w 63"/>
                  <a:gd name="T11" fmla="*/ 7 h 108"/>
                  <a:gd name="T12" fmla="*/ 51 w 63"/>
                  <a:gd name="T13" fmla="*/ 5 h 108"/>
                  <a:gd name="T14" fmla="*/ 44 w 63"/>
                  <a:gd name="T15" fmla="*/ 1 h 108"/>
                  <a:gd name="T16" fmla="*/ 44 w 63"/>
                  <a:gd name="T17" fmla="*/ 5 h 108"/>
                  <a:gd name="T18" fmla="*/ 34 w 63"/>
                  <a:gd name="T19" fmla="*/ 5 h 108"/>
                  <a:gd name="T20" fmla="*/ 34 w 63"/>
                  <a:gd name="T21" fmla="*/ 10 h 108"/>
                  <a:gd name="T22" fmla="*/ 29 w 63"/>
                  <a:gd name="T23" fmla="*/ 10 h 108"/>
                  <a:gd name="T24" fmla="*/ 27 w 63"/>
                  <a:gd name="T25" fmla="*/ 12 h 108"/>
                  <a:gd name="T26" fmla="*/ 25 w 63"/>
                  <a:gd name="T27" fmla="*/ 15 h 108"/>
                  <a:gd name="T28" fmla="*/ 25 w 63"/>
                  <a:gd name="T29" fmla="*/ 18 h 108"/>
                  <a:gd name="T30" fmla="*/ 24 w 63"/>
                  <a:gd name="T31" fmla="*/ 20 h 108"/>
                  <a:gd name="T32" fmla="*/ 20 w 63"/>
                  <a:gd name="T33" fmla="*/ 25 h 108"/>
                  <a:gd name="T34" fmla="*/ 17 w 63"/>
                  <a:gd name="T35" fmla="*/ 27 h 108"/>
                  <a:gd name="T36" fmla="*/ 16 w 63"/>
                  <a:gd name="T37" fmla="*/ 33 h 108"/>
                  <a:gd name="T38" fmla="*/ 13 w 63"/>
                  <a:gd name="T39" fmla="*/ 38 h 108"/>
                  <a:gd name="T40" fmla="*/ 15 w 63"/>
                  <a:gd name="T41" fmla="*/ 42 h 108"/>
                  <a:gd name="T42" fmla="*/ 9 w 63"/>
                  <a:gd name="T43" fmla="*/ 44 h 108"/>
                  <a:gd name="T44" fmla="*/ 5 w 63"/>
                  <a:gd name="T45" fmla="*/ 51 h 108"/>
                  <a:gd name="T46" fmla="*/ 6 w 63"/>
                  <a:gd name="T47" fmla="*/ 57 h 108"/>
                  <a:gd name="T48" fmla="*/ 8 w 63"/>
                  <a:gd name="T49" fmla="*/ 63 h 108"/>
                  <a:gd name="T50" fmla="*/ 7 w 63"/>
                  <a:gd name="T51" fmla="*/ 67 h 108"/>
                  <a:gd name="T52" fmla="*/ 7 w 63"/>
                  <a:gd name="T53" fmla="*/ 74 h 108"/>
                  <a:gd name="T54" fmla="*/ 4 w 63"/>
                  <a:gd name="T55" fmla="*/ 78 h 108"/>
                  <a:gd name="T56" fmla="*/ 3 w 63"/>
                  <a:gd name="T57" fmla="*/ 83 h 108"/>
                  <a:gd name="T58" fmla="*/ 0 w 63"/>
                  <a:gd name="T59" fmla="*/ 82 h 108"/>
                  <a:gd name="T60" fmla="*/ 4 w 63"/>
                  <a:gd name="T61" fmla="*/ 90 h 108"/>
                  <a:gd name="T62" fmla="*/ 7 w 63"/>
                  <a:gd name="T63" fmla="*/ 97 h 108"/>
                  <a:gd name="T64" fmla="*/ 8 w 63"/>
                  <a:gd name="T65" fmla="*/ 102 h 108"/>
                  <a:gd name="T66" fmla="*/ 10 w 63"/>
                  <a:gd name="T67" fmla="*/ 107 h 108"/>
                  <a:gd name="T68" fmla="*/ 14 w 63"/>
                  <a:gd name="T69" fmla="*/ 108 h 108"/>
                  <a:gd name="T70" fmla="*/ 15 w 63"/>
                  <a:gd name="T71" fmla="*/ 105 h 108"/>
                  <a:gd name="T72" fmla="*/ 24 w 63"/>
                  <a:gd name="T73" fmla="*/ 101 h 108"/>
                  <a:gd name="T74" fmla="*/ 27 w 63"/>
                  <a:gd name="T75" fmla="*/ 92 h 108"/>
                  <a:gd name="T76" fmla="*/ 26 w 63"/>
                  <a:gd name="T77" fmla="*/ 87 h 108"/>
                  <a:gd name="T78" fmla="*/ 28 w 63"/>
                  <a:gd name="T79" fmla="*/ 84 h 108"/>
                  <a:gd name="T80" fmla="*/ 32 w 63"/>
                  <a:gd name="T81" fmla="*/ 82 h 108"/>
                  <a:gd name="T82" fmla="*/ 32 w 63"/>
                  <a:gd name="T83" fmla="*/ 81 h 108"/>
                  <a:gd name="T84" fmla="*/ 35 w 63"/>
                  <a:gd name="T85" fmla="*/ 80 h 108"/>
                  <a:gd name="T86" fmla="*/ 34 w 63"/>
                  <a:gd name="T87" fmla="*/ 78 h 108"/>
                  <a:gd name="T88" fmla="*/ 36 w 63"/>
                  <a:gd name="T89" fmla="*/ 77 h 108"/>
                  <a:gd name="T90" fmla="*/ 35 w 63"/>
                  <a:gd name="T91" fmla="*/ 73 h 108"/>
                  <a:gd name="T92" fmla="*/ 29 w 63"/>
                  <a:gd name="T93" fmla="*/ 66 h 108"/>
                  <a:gd name="T94" fmla="*/ 30 w 63"/>
                  <a:gd name="T95" fmla="*/ 60 h 108"/>
                  <a:gd name="T96" fmla="*/ 30 w 63"/>
                  <a:gd name="T97" fmla="*/ 56 h 108"/>
                  <a:gd name="T98" fmla="*/ 33 w 63"/>
                  <a:gd name="T99" fmla="*/ 53 h 108"/>
                  <a:gd name="T100" fmla="*/ 39 w 63"/>
                  <a:gd name="T101" fmla="*/ 48 h 108"/>
                  <a:gd name="T102" fmla="*/ 49 w 63"/>
                  <a:gd name="T103" fmla="*/ 41 h 108"/>
                  <a:gd name="T104" fmla="*/ 50 w 63"/>
                  <a:gd name="T105" fmla="*/ 35 h 108"/>
                  <a:gd name="T106" fmla="*/ 50 w 63"/>
                  <a:gd name="T107" fmla="*/ 32 h 108"/>
                  <a:gd name="T108" fmla="*/ 54 w 63"/>
                  <a:gd name="T109" fmla="*/ 30 h 108"/>
                  <a:gd name="T110" fmla="*/ 58 w 63"/>
                  <a:gd name="T111" fmla="*/ 29 h 108"/>
                  <a:gd name="T112" fmla="*/ 60 w 63"/>
                  <a:gd name="T113" fmla="*/ 28 h 108"/>
                  <a:gd name="T114" fmla="*/ 63 w 63"/>
                  <a:gd name="T115" fmla="*/ 28 h 108"/>
                  <a:gd name="T116" fmla="*/ 61 w 63"/>
                  <a:gd name="T117" fmla="*/ 25 h 108"/>
                  <a:gd name="T118" fmla="*/ 61 w 63"/>
                  <a:gd name="T119" fmla="*/ 2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3" h="108">
                    <a:moveTo>
                      <a:pt x="61" y="25"/>
                    </a:moveTo>
                    <a:cubicBezTo>
                      <a:pt x="60" y="24"/>
                      <a:pt x="62" y="22"/>
                      <a:pt x="61" y="20"/>
                    </a:cubicBezTo>
                    <a:cubicBezTo>
                      <a:pt x="60" y="18"/>
                      <a:pt x="61" y="18"/>
                      <a:pt x="61" y="16"/>
                    </a:cubicBezTo>
                    <a:cubicBezTo>
                      <a:pt x="61" y="15"/>
                      <a:pt x="60" y="14"/>
                      <a:pt x="60" y="13"/>
                    </a:cubicBezTo>
                    <a:cubicBezTo>
                      <a:pt x="59" y="12"/>
                      <a:pt x="60" y="12"/>
                      <a:pt x="60" y="11"/>
                    </a:cubicBezTo>
                    <a:cubicBezTo>
                      <a:pt x="59" y="9"/>
                      <a:pt x="59" y="8"/>
                      <a:pt x="57" y="7"/>
                    </a:cubicBezTo>
                    <a:cubicBezTo>
                      <a:pt x="55" y="6"/>
                      <a:pt x="53" y="6"/>
                      <a:pt x="51" y="5"/>
                    </a:cubicBezTo>
                    <a:cubicBezTo>
                      <a:pt x="49" y="3"/>
                      <a:pt x="47" y="0"/>
                      <a:pt x="44" y="1"/>
                    </a:cubicBezTo>
                    <a:cubicBezTo>
                      <a:pt x="43" y="1"/>
                      <a:pt x="44" y="4"/>
                      <a:pt x="44" y="5"/>
                    </a:cubicBezTo>
                    <a:cubicBezTo>
                      <a:pt x="43" y="8"/>
                      <a:pt x="37" y="6"/>
                      <a:pt x="34" y="5"/>
                    </a:cubicBezTo>
                    <a:cubicBezTo>
                      <a:pt x="34" y="7"/>
                      <a:pt x="34" y="8"/>
                      <a:pt x="34" y="10"/>
                    </a:cubicBezTo>
                    <a:cubicBezTo>
                      <a:pt x="33" y="10"/>
                      <a:pt x="31" y="9"/>
                      <a:pt x="29" y="10"/>
                    </a:cubicBezTo>
                    <a:cubicBezTo>
                      <a:pt x="28" y="10"/>
                      <a:pt x="28" y="11"/>
                      <a:pt x="27" y="12"/>
                    </a:cubicBezTo>
                    <a:cubicBezTo>
                      <a:pt x="27" y="13"/>
                      <a:pt x="25" y="14"/>
                      <a:pt x="25" y="15"/>
                    </a:cubicBezTo>
                    <a:cubicBezTo>
                      <a:pt x="24" y="16"/>
                      <a:pt x="26" y="18"/>
                      <a:pt x="25" y="18"/>
                    </a:cubicBezTo>
                    <a:cubicBezTo>
                      <a:pt x="25" y="19"/>
                      <a:pt x="24" y="19"/>
                      <a:pt x="24" y="20"/>
                    </a:cubicBezTo>
                    <a:cubicBezTo>
                      <a:pt x="22" y="21"/>
                      <a:pt x="20" y="23"/>
                      <a:pt x="20" y="25"/>
                    </a:cubicBezTo>
                    <a:cubicBezTo>
                      <a:pt x="20" y="27"/>
                      <a:pt x="18" y="25"/>
                      <a:pt x="17" y="27"/>
                    </a:cubicBezTo>
                    <a:cubicBezTo>
                      <a:pt x="17" y="29"/>
                      <a:pt x="17" y="31"/>
                      <a:pt x="16" y="33"/>
                    </a:cubicBezTo>
                    <a:cubicBezTo>
                      <a:pt x="16" y="35"/>
                      <a:pt x="13" y="36"/>
                      <a:pt x="13" y="38"/>
                    </a:cubicBezTo>
                    <a:cubicBezTo>
                      <a:pt x="13" y="39"/>
                      <a:pt x="16" y="41"/>
                      <a:pt x="15" y="42"/>
                    </a:cubicBezTo>
                    <a:cubicBezTo>
                      <a:pt x="13" y="44"/>
                      <a:pt x="11" y="43"/>
                      <a:pt x="9" y="44"/>
                    </a:cubicBezTo>
                    <a:cubicBezTo>
                      <a:pt x="6" y="45"/>
                      <a:pt x="5" y="48"/>
                      <a:pt x="5" y="51"/>
                    </a:cubicBezTo>
                    <a:cubicBezTo>
                      <a:pt x="6" y="53"/>
                      <a:pt x="6" y="55"/>
                      <a:pt x="6" y="57"/>
                    </a:cubicBezTo>
                    <a:cubicBezTo>
                      <a:pt x="6" y="60"/>
                      <a:pt x="4" y="61"/>
                      <a:pt x="8" y="63"/>
                    </a:cubicBezTo>
                    <a:cubicBezTo>
                      <a:pt x="10" y="65"/>
                      <a:pt x="9" y="66"/>
                      <a:pt x="7" y="67"/>
                    </a:cubicBezTo>
                    <a:cubicBezTo>
                      <a:pt x="6" y="68"/>
                      <a:pt x="8" y="72"/>
                      <a:pt x="7" y="74"/>
                    </a:cubicBezTo>
                    <a:cubicBezTo>
                      <a:pt x="7" y="76"/>
                      <a:pt x="4" y="76"/>
                      <a:pt x="4" y="78"/>
                    </a:cubicBezTo>
                    <a:cubicBezTo>
                      <a:pt x="4" y="79"/>
                      <a:pt x="4" y="83"/>
                      <a:pt x="3" y="83"/>
                    </a:cubicBezTo>
                    <a:cubicBezTo>
                      <a:pt x="3" y="83"/>
                      <a:pt x="1" y="82"/>
                      <a:pt x="0" y="82"/>
                    </a:cubicBezTo>
                    <a:cubicBezTo>
                      <a:pt x="0" y="86"/>
                      <a:pt x="4" y="87"/>
                      <a:pt x="4" y="90"/>
                    </a:cubicBezTo>
                    <a:cubicBezTo>
                      <a:pt x="3" y="91"/>
                      <a:pt x="6" y="96"/>
                      <a:pt x="7" y="97"/>
                    </a:cubicBezTo>
                    <a:cubicBezTo>
                      <a:pt x="9" y="99"/>
                      <a:pt x="8" y="100"/>
                      <a:pt x="8" y="102"/>
                    </a:cubicBezTo>
                    <a:cubicBezTo>
                      <a:pt x="8" y="103"/>
                      <a:pt x="10" y="105"/>
                      <a:pt x="10" y="107"/>
                    </a:cubicBezTo>
                    <a:cubicBezTo>
                      <a:pt x="9" y="108"/>
                      <a:pt x="13" y="107"/>
                      <a:pt x="14" y="108"/>
                    </a:cubicBezTo>
                    <a:cubicBezTo>
                      <a:pt x="16" y="108"/>
                      <a:pt x="15" y="107"/>
                      <a:pt x="15" y="105"/>
                    </a:cubicBezTo>
                    <a:cubicBezTo>
                      <a:pt x="15" y="100"/>
                      <a:pt x="23" y="104"/>
                      <a:pt x="24" y="101"/>
                    </a:cubicBezTo>
                    <a:cubicBezTo>
                      <a:pt x="25" y="98"/>
                      <a:pt x="26" y="95"/>
                      <a:pt x="27" y="92"/>
                    </a:cubicBezTo>
                    <a:cubicBezTo>
                      <a:pt x="27" y="90"/>
                      <a:pt x="27" y="88"/>
                      <a:pt x="26" y="87"/>
                    </a:cubicBezTo>
                    <a:cubicBezTo>
                      <a:pt x="25" y="85"/>
                      <a:pt x="26" y="85"/>
                      <a:pt x="28" y="84"/>
                    </a:cubicBezTo>
                    <a:cubicBezTo>
                      <a:pt x="29" y="84"/>
                      <a:pt x="32" y="83"/>
                      <a:pt x="32" y="82"/>
                    </a:cubicBezTo>
                    <a:cubicBezTo>
                      <a:pt x="32" y="82"/>
                      <a:pt x="32" y="81"/>
                      <a:pt x="32" y="81"/>
                    </a:cubicBezTo>
                    <a:cubicBezTo>
                      <a:pt x="33" y="81"/>
                      <a:pt x="35" y="81"/>
                      <a:pt x="35" y="80"/>
                    </a:cubicBezTo>
                    <a:cubicBezTo>
                      <a:pt x="35" y="79"/>
                      <a:pt x="34" y="79"/>
                      <a:pt x="34" y="78"/>
                    </a:cubicBezTo>
                    <a:cubicBezTo>
                      <a:pt x="35" y="78"/>
                      <a:pt x="36" y="77"/>
                      <a:pt x="36" y="77"/>
                    </a:cubicBezTo>
                    <a:cubicBezTo>
                      <a:pt x="38" y="75"/>
                      <a:pt x="37" y="74"/>
                      <a:pt x="35" y="73"/>
                    </a:cubicBezTo>
                    <a:cubicBezTo>
                      <a:pt x="33" y="71"/>
                      <a:pt x="29" y="70"/>
                      <a:pt x="29" y="66"/>
                    </a:cubicBezTo>
                    <a:cubicBezTo>
                      <a:pt x="29" y="64"/>
                      <a:pt x="29" y="62"/>
                      <a:pt x="30" y="60"/>
                    </a:cubicBezTo>
                    <a:cubicBezTo>
                      <a:pt x="31" y="58"/>
                      <a:pt x="31" y="58"/>
                      <a:pt x="30" y="56"/>
                    </a:cubicBezTo>
                    <a:cubicBezTo>
                      <a:pt x="29" y="56"/>
                      <a:pt x="33" y="53"/>
                      <a:pt x="33" y="53"/>
                    </a:cubicBezTo>
                    <a:cubicBezTo>
                      <a:pt x="35" y="51"/>
                      <a:pt x="36" y="49"/>
                      <a:pt x="39" y="48"/>
                    </a:cubicBezTo>
                    <a:cubicBezTo>
                      <a:pt x="42" y="47"/>
                      <a:pt x="47" y="44"/>
                      <a:pt x="49" y="41"/>
                    </a:cubicBezTo>
                    <a:cubicBezTo>
                      <a:pt x="51" y="38"/>
                      <a:pt x="46" y="36"/>
                      <a:pt x="50" y="35"/>
                    </a:cubicBezTo>
                    <a:cubicBezTo>
                      <a:pt x="52" y="34"/>
                      <a:pt x="51" y="34"/>
                      <a:pt x="50" y="32"/>
                    </a:cubicBezTo>
                    <a:cubicBezTo>
                      <a:pt x="50" y="31"/>
                      <a:pt x="53" y="30"/>
                      <a:pt x="54" y="30"/>
                    </a:cubicBezTo>
                    <a:cubicBezTo>
                      <a:pt x="56" y="28"/>
                      <a:pt x="57" y="27"/>
                      <a:pt x="58" y="29"/>
                    </a:cubicBezTo>
                    <a:cubicBezTo>
                      <a:pt x="59" y="29"/>
                      <a:pt x="60" y="28"/>
                      <a:pt x="60" y="28"/>
                    </a:cubicBezTo>
                    <a:cubicBezTo>
                      <a:pt x="61" y="28"/>
                      <a:pt x="62" y="28"/>
                      <a:pt x="63" y="28"/>
                    </a:cubicBezTo>
                    <a:cubicBezTo>
                      <a:pt x="63" y="27"/>
                      <a:pt x="62" y="27"/>
                      <a:pt x="61" y="25"/>
                    </a:cubicBezTo>
                    <a:cubicBezTo>
                      <a:pt x="60" y="24"/>
                      <a:pt x="61" y="26"/>
                      <a:pt x="61" y="2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1" name="Freeform 718">
                <a:extLst>
                  <a:ext uri="{FF2B5EF4-FFF2-40B4-BE49-F238E27FC236}">
                    <a16:creationId xmlns:a16="http://schemas.microsoft.com/office/drawing/2014/main" id="{49EABED3-E43D-9F48-B9ED-614B60677A4E}"/>
                  </a:ext>
                </a:extLst>
              </p:cNvPr>
              <p:cNvSpPr>
                <a:spLocks/>
              </p:cNvSpPr>
              <p:nvPr/>
            </p:nvSpPr>
            <p:spPr bwMode="auto">
              <a:xfrm>
                <a:off x="12649240" y="5057512"/>
                <a:ext cx="503186" cy="786831"/>
              </a:xfrm>
              <a:custGeom>
                <a:avLst/>
                <a:gdLst>
                  <a:gd name="T0" fmla="*/ 53 w 54"/>
                  <a:gd name="T1" fmla="*/ 59 h 84"/>
                  <a:gd name="T2" fmla="*/ 47 w 54"/>
                  <a:gd name="T3" fmla="*/ 55 h 84"/>
                  <a:gd name="T4" fmla="*/ 49 w 54"/>
                  <a:gd name="T5" fmla="*/ 51 h 84"/>
                  <a:gd name="T6" fmla="*/ 44 w 54"/>
                  <a:gd name="T7" fmla="*/ 44 h 84"/>
                  <a:gd name="T8" fmla="*/ 46 w 54"/>
                  <a:gd name="T9" fmla="*/ 43 h 84"/>
                  <a:gd name="T10" fmla="*/ 44 w 54"/>
                  <a:gd name="T11" fmla="*/ 38 h 84"/>
                  <a:gd name="T12" fmla="*/ 45 w 54"/>
                  <a:gd name="T13" fmla="*/ 36 h 84"/>
                  <a:gd name="T14" fmla="*/ 44 w 54"/>
                  <a:gd name="T15" fmla="*/ 32 h 84"/>
                  <a:gd name="T16" fmla="*/ 42 w 54"/>
                  <a:gd name="T17" fmla="*/ 26 h 84"/>
                  <a:gd name="T18" fmla="*/ 45 w 54"/>
                  <a:gd name="T19" fmla="*/ 23 h 84"/>
                  <a:gd name="T20" fmla="*/ 44 w 54"/>
                  <a:gd name="T21" fmla="*/ 19 h 84"/>
                  <a:gd name="T22" fmla="*/ 38 w 54"/>
                  <a:gd name="T23" fmla="*/ 13 h 84"/>
                  <a:gd name="T24" fmla="*/ 40 w 54"/>
                  <a:gd name="T25" fmla="*/ 12 h 84"/>
                  <a:gd name="T26" fmla="*/ 39 w 54"/>
                  <a:gd name="T27" fmla="*/ 10 h 84"/>
                  <a:gd name="T28" fmla="*/ 41 w 54"/>
                  <a:gd name="T29" fmla="*/ 3 h 84"/>
                  <a:gd name="T30" fmla="*/ 37 w 54"/>
                  <a:gd name="T31" fmla="*/ 1 h 84"/>
                  <a:gd name="T32" fmla="*/ 34 w 54"/>
                  <a:gd name="T33" fmla="*/ 0 h 84"/>
                  <a:gd name="T34" fmla="*/ 29 w 54"/>
                  <a:gd name="T35" fmla="*/ 1 h 84"/>
                  <a:gd name="T36" fmla="*/ 25 w 54"/>
                  <a:gd name="T37" fmla="*/ 5 h 84"/>
                  <a:gd name="T38" fmla="*/ 24 w 54"/>
                  <a:gd name="T39" fmla="*/ 10 h 84"/>
                  <a:gd name="T40" fmla="*/ 21 w 54"/>
                  <a:gd name="T41" fmla="*/ 13 h 84"/>
                  <a:gd name="T42" fmla="*/ 17 w 54"/>
                  <a:gd name="T43" fmla="*/ 11 h 84"/>
                  <a:gd name="T44" fmla="*/ 14 w 54"/>
                  <a:gd name="T45" fmla="*/ 12 h 84"/>
                  <a:gd name="T46" fmla="*/ 7 w 54"/>
                  <a:gd name="T47" fmla="*/ 10 h 84"/>
                  <a:gd name="T48" fmla="*/ 4 w 54"/>
                  <a:gd name="T49" fmla="*/ 7 h 84"/>
                  <a:gd name="T50" fmla="*/ 0 w 54"/>
                  <a:gd name="T51" fmla="*/ 9 h 84"/>
                  <a:gd name="T52" fmla="*/ 8 w 54"/>
                  <a:gd name="T53" fmla="*/ 14 h 84"/>
                  <a:gd name="T54" fmla="*/ 12 w 54"/>
                  <a:gd name="T55" fmla="*/ 16 h 84"/>
                  <a:gd name="T56" fmla="*/ 14 w 54"/>
                  <a:gd name="T57" fmla="*/ 19 h 84"/>
                  <a:gd name="T58" fmla="*/ 14 w 54"/>
                  <a:gd name="T59" fmla="*/ 21 h 84"/>
                  <a:gd name="T60" fmla="*/ 15 w 54"/>
                  <a:gd name="T61" fmla="*/ 24 h 84"/>
                  <a:gd name="T62" fmla="*/ 15 w 54"/>
                  <a:gd name="T63" fmla="*/ 27 h 84"/>
                  <a:gd name="T64" fmla="*/ 16 w 54"/>
                  <a:gd name="T65" fmla="*/ 29 h 84"/>
                  <a:gd name="T66" fmla="*/ 15 w 54"/>
                  <a:gd name="T67" fmla="*/ 33 h 84"/>
                  <a:gd name="T68" fmla="*/ 17 w 54"/>
                  <a:gd name="T69" fmla="*/ 36 h 84"/>
                  <a:gd name="T70" fmla="*/ 21 w 54"/>
                  <a:gd name="T71" fmla="*/ 38 h 84"/>
                  <a:gd name="T72" fmla="*/ 22 w 54"/>
                  <a:gd name="T73" fmla="*/ 41 h 84"/>
                  <a:gd name="T74" fmla="*/ 23 w 54"/>
                  <a:gd name="T75" fmla="*/ 44 h 84"/>
                  <a:gd name="T76" fmla="*/ 20 w 54"/>
                  <a:gd name="T77" fmla="*/ 44 h 84"/>
                  <a:gd name="T78" fmla="*/ 16 w 54"/>
                  <a:gd name="T79" fmla="*/ 49 h 84"/>
                  <a:gd name="T80" fmla="*/ 13 w 54"/>
                  <a:gd name="T81" fmla="*/ 51 h 84"/>
                  <a:gd name="T82" fmla="*/ 10 w 54"/>
                  <a:gd name="T83" fmla="*/ 54 h 84"/>
                  <a:gd name="T84" fmla="*/ 4 w 54"/>
                  <a:gd name="T85" fmla="*/ 57 h 84"/>
                  <a:gd name="T86" fmla="*/ 2 w 54"/>
                  <a:gd name="T87" fmla="*/ 62 h 84"/>
                  <a:gd name="T88" fmla="*/ 4 w 54"/>
                  <a:gd name="T89" fmla="*/ 67 h 84"/>
                  <a:gd name="T90" fmla="*/ 4 w 54"/>
                  <a:gd name="T91" fmla="*/ 73 h 84"/>
                  <a:gd name="T92" fmla="*/ 4 w 54"/>
                  <a:gd name="T93" fmla="*/ 78 h 84"/>
                  <a:gd name="T94" fmla="*/ 7 w 54"/>
                  <a:gd name="T95" fmla="*/ 80 h 84"/>
                  <a:gd name="T96" fmla="*/ 5 w 54"/>
                  <a:gd name="T97" fmla="*/ 81 h 84"/>
                  <a:gd name="T98" fmla="*/ 8 w 54"/>
                  <a:gd name="T99" fmla="*/ 79 h 84"/>
                  <a:gd name="T100" fmla="*/ 8 w 54"/>
                  <a:gd name="T101" fmla="*/ 83 h 84"/>
                  <a:gd name="T102" fmla="*/ 11 w 54"/>
                  <a:gd name="T103" fmla="*/ 80 h 84"/>
                  <a:gd name="T104" fmla="*/ 11 w 54"/>
                  <a:gd name="T105" fmla="*/ 83 h 84"/>
                  <a:gd name="T106" fmla="*/ 23 w 54"/>
                  <a:gd name="T107" fmla="*/ 80 h 84"/>
                  <a:gd name="T108" fmla="*/ 36 w 54"/>
                  <a:gd name="T109" fmla="*/ 78 h 84"/>
                  <a:gd name="T110" fmla="*/ 46 w 54"/>
                  <a:gd name="T111" fmla="*/ 68 h 84"/>
                  <a:gd name="T112" fmla="*/ 53 w 54"/>
                  <a:gd name="T113" fmla="*/ 59 h 84"/>
                  <a:gd name="T114" fmla="*/ 53 w 54"/>
                  <a:gd name="T11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84">
                    <a:moveTo>
                      <a:pt x="53" y="59"/>
                    </a:moveTo>
                    <a:cubicBezTo>
                      <a:pt x="52" y="57"/>
                      <a:pt x="49" y="56"/>
                      <a:pt x="47" y="55"/>
                    </a:cubicBezTo>
                    <a:cubicBezTo>
                      <a:pt x="44" y="53"/>
                      <a:pt x="48" y="53"/>
                      <a:pt x="49" y="51"/>
                    </a:cubicBezTo>
                    <a:cubicBezTo>
                      <a:pt x="49" y="51"/>
                      <a:pt x="45" y="45"/>
                      <a:pt x="44" y="44"/>
                    </a:cubicBezTo>
                    <a:cubicBezTo>
                      <a:pt x="44" y="44"/>
                      <a:pt x="46" y="43"/>
                      <a:pt x="46" y="43"/>
                    </a:cubicBezTo>
                    <a:cubicBezTo>
                      <a:pt x="46" y="42"/>
                      <a:pt x="44" y="39"/>
                      <a:pt x="44" y="38"/>
                    </a:cubicBezTo>
                    <a:cubicBezTo>
                      <a:pt x="44" y="37"/>
                      <a:pt x="45" y="37"/>
                      <a:pt x="45" y="36"/>
                    </a:cubicBezTo>
                    <a:cubicBezTo>
                      <a:pt x="46" y="35"/>
                      <a:pt x="44" y="33"/>
                      <a:pt x="44" y="32"/>
                    </a:cubicBezTo>
                    <a:cubicBezTo>
                      <a:pt x="42" y="30"/>
                      <a:pt x="40" y="28"/>
                      <a:pt x="42" y="26"/>
                    </a:cubicBezTo>
                    <a:cubicBezTo>
                      <a:pt x="43" y="25"/>
                      <a:pt x="45" y="24"/>
                      <a:pt x="45" y="23"/>
                    </a:cubicBezTo>
                    <a:cubicBezTo>
                      <a:pt x="46" y="21"/>
                      <a:pt x="44" y="20"/>
                      <a:pt x="44" y="19"/>
                    </a:cubicBezTo>
                    <a:cubicBezTo>
                      <a:pt x="43" y="18"/>
                      <a:pt x="36" y="15"/>
                      <a:pt x="38" y="13"/>
                    </a:cubicBezTo>
                    <a:cubicBezTo>
                      <a:pt x="38" y="13"/>
                      <a:pt x="40" y="12"/>
                      <a:pt x="40" y="12"/>
                    </a:cubicBezTo>
                    <a:cubicBezTo>
                      <a:pt x="40" y="12"/>
                      <a:pt x="37" y="10"/>
                      <a:pt x="39" y="10"/>
                    </a:cubicBezTo>
                    <a:cubicBezTo>
                      <a:pt x="42" y="10"/>
                      <a:pt x="44" y="5"/>
                      <a:pt x="41" y="3"/>
                    </a:cubicBezTo>
                    <a:cubicBezTo>
                      <a:pt x="40" y="2"/>
                      <a:pt x="38" y="2"/>
                      <a:pt x="37" y="1"/>
                    </a:cubicBezTo>
                    <a:cubicBezTo>
                      <a:pt x="36" y="0"/>
                      <a:pt x="35" y="0"/>
                      <a:pt x="34" y="0"/>
                    </a:cubicBezTo>
                    <a:cubicBezTo>
                      <a:pt x="32" y="1"/>
                      <a:pt x="31" y="0"/>
                      <a:pt x="29" y="1"/>
                    </a:cubicBezTo>
                    <a:cubicBezTo>
                      <a:pt x="28" y="2"/>
                      <a:pt x="26" y="4"/>
                      <a:pt x="25" y="5"/>
                    </a:cubicBezTo>
                    <a:cubicBezTo>
                      <a:pt x="25" y="6"/>
                      <a:pt x="25" y="10"/>
                      <a:pt x="24" y="10"/>
                    </a:cubicBezTo>
                    <a:cubicBezTo>
                      <a:pt x="23" y="11"/>
                      <a:pt x="22" y="12"/>
                      <a:pt x="21" y="13"/>
                    </a:cubicBezTo>
                    <a:cubicBezTo>
                      <a:pt x="20" y="13"/>
                      <a:pt x="18" y="11"/>
                      <a:pt x="17" y="11"/>
                    </a:cubicBezTo>
                    <a:cubicBezTo>
                      <a:pt x="16" y="11"/>
                      <a:pt x="15" y="12"/>
                      <a:pt x="14" y="12"/>
                    </a:cubicBezTo>
                    <a:cubicBezTo>
                      <a:pt x="11" y="13"/>
                      <a:pt x="9" y="12"/>
                      <a:pt x="7" y="10"/>
                    </a:cubicBezTo>
                    <a:cubicBezTo>
                      <a:pt x="7" y="9"/>
                      <a:pt x="5" y="7"/>
                      <a:pt x="4" y="7"/>
                    </a:cubicBezTo>
                    <a:cubicBezTo>
                      <a:pt x="3" y="7"/>
                      <a:pt x="1" y="9"/>
                      <a:pt x="0" y="9"/>
                    </a:cubicBezTo>
                    <a:cubicBezTo>
                      <a:pt x="2" y="11"/>
                      <a:pt x="5" y="13"/>
                      <a:pt x="8" y="14"/>
                    </a:cubicBezTo>
                    <a:cubicBezTo>
                      <a:pt x="9" y="14"/>
                      <a:pt x="11" y="15"/>
                      <a:pt x="12" y="16"/>
                    </a:cubicBezTo>
                    <a:cubicBezTo>
                      <a:pt x="13" y="17"/>
                      <a:pt x="13" y="18"/>
                      <a:pt x="14" y="19"/>
                    </a:cubicBezTo>
                    <a:cubicBezTo>
                      <a:pt x="14" y="20"/>
                      <a:pt x="13" y="20"/>
                      <a:pt x="14" y="21"/>
                    </a:cubicBezTo>
                    <a:cubicBezTo>
                      <a:pt x="14" y="22"/>
                      <a:pt x="16" y="23"/>
                      <a:pt x="15" y="24"/>
                    </a:cubicBezTo>
                    <a:cubicBezTo>
                      <a:pt x="15" y="25"/>
                      <a:pt x="14" y="26"/>
                      <a:pt x="15" y="27"/>
                    </a:cubicBezTo>
                    <a:cubicBezTo>
                      <a:pt x="15" y="27"/>
                      <a:pt x="16" y="29"/>
                      <a:pt x="16" y="29"/>
                    </a:cubicBezTo>
                    <a:cubicBezTo>
                      <a:pt x="15" y="30"/>
                      <a:pt x="15" y="32"/>
                      <a:pt x="15" y="33"/>
                    </a:cubicBezTo>
                    <a:cubicBezTo>
                      <a:pt x="15" y="33"/>
                      <a:pt x="17" y="36"/>
                      <a:pt x="17" y="36"/>
                    </a:cubicBezTo>
                    <a:cubicBezTo>
                      <a:pt x="18" y="37"/>
                      <a:pt x="20" y="38"/>
                      <a:pt x="21" y="38"/>
                    </a:cubicBezTo>
                    <a:cubicBezTo>
                      <a:pt x="22" y="39"/>
                      <a:pt x="22" y="40"/>
                      <a:pt x="22" y="41"/>
                    </a:cubicBezTo>
                    <a:cubicBezTo>
                      <a:pt x="22" y="42"/>
                      <a:pt x="23" y="43"/>
                      <a:pt x="23" y="44"/>
                    </a:cubicBezTo>
                    <a:cubicBezTo>
                      <a:pt x="23" y="45"/>
                      <a:pt x="21" y="44"/>
                      <a:pt x="20" y="44"/>
                    </a:cubicBezTo>
                    <a:cubicBezTo>
                      <a:pt x="19" y="44"/>
                      <a:pt x="16" y="48"/>
                      <a:pt x="16" y="49"/>
                    </a:cubicBezTo>
                    <a:cubicBezTo>
                      <a:pt x="15" y="50"/>
                      <a:pt x="14" y="50"/>
                      <a:pt x="13" y="51"/>
                    </a:cubicBezTo>
                    <a:cubicBezTo>
                      <a:pt x="12" y="52"/>
                      <a:pt x="11" y="53"/>
                      <a:pt x="10" y="54"/>
                    </a:cubicBezTo>
                    <a:cubicBezTo>
                      <a:pt x="9" y="54"/>
                      <a:pt x="4" y="58"/>
                      <a:pt x="4" y="57"/>
                    </a:cubicBezTo>
                    <a:cubicBezTo>
                      <a:pt x="4" y="59"/>
                      <a:pt x="2" y="60"/>
                      <a:pt x="2" y="62"/>
                    </a:cubicBezTo>
                    <a:cubicBezTo>
                      <a:pt x="3" y="64"/>
                      <a:pt x="2" y="67"/>
                      <a:pt x="4" y="67"/>
                    </a:cubicBezTo>
                    <a:cubicBezTo>
                      <a:pt x="5" y="67"/>
                      <a:pt x="4" y="72"/>
                      <a:pt x="4" y="73"/>
                    </a:cubicBezTo>
                    <a:cubicBezTo>
                      <a:pt x="4" y="75"/>
                      <a:pt x="2" y="77"/>
                      <a:pt x="4" y="78"/>
                    </a:cubicBezTo>
                    <a:cubicBezTo>
                      <a:pt x="4" y="78"/>
                      <a:pt x="8" y="79"/>
                      <a:pt x="7" y="80"/>
                    </a:cubicBezTo>
                    <a:cubicBezTo>
                      <a:pt x="7" y="80"/>
                      <a:pt x="5" y="81"/>
                      <a:pt x="5" y="81"/>
                    </a:cubicBezTo>
                    <a:cubicBezTo>
                      <a:pt x="7" y="81"/>
                      <a:pt x="7" y="79"/>
                      <a:pt x="8" y="79"/>
                    </a:cubicBezTo>
                    <a:cubicBezTo>
                      <a:pt x="10" y="78"/>
                      <a:pt x="8" y="83"/>
                      <a:pt x="8" y="83"/>
                    </a:cubicBezTo>
                    <a:cubicBezTo>
                      <a:pt x="8" y="83"/>
                      <a:pt x="11" y="80"/>
                      <a:pt x="11" y="80"/>
                    </a:cubicBezTo>
                    <a:cubicBezTo>
                      <a:pt x="12" y="79"/>
                      <a:pt x="11" y="83"/>
                      <a:pt x="11" y="83"/>
                    </a:cubicBezTo>
                    <a:cubicBezTo>
                      <a:pt x="14" y="84"/>
                      <a:pt x="20" y="81"/>
                      <a:pt x="23" y="80"/>
                    </a:cubicBezTo>
                    <a:cubicBezTo>
                      <a:pt x="27" y="79"/>
                      <a:pt x="31" y="79"/>
                      <a:pt x="36" y="78"/>
                    </a:cubicBezTo>
                    <a:cubicBezTo>
                      <a:pt x="39" y="74"/>
                      <a:pt x="43" y="71"/>
                      <a:pt x="46" y="68"/>
                    </a:cubicBezTo>
                    <a:cubicBezTo>
                      <a:pt x="48" y="66"/>
                      <a:pt x="54" y="62"/>
                      <a:pt x="53" y="59"/>
                    </a:cubicBezTo>
                    <a:cubicBezTo>
                      <a:pt x="52" y="57"/>
                      <a:pt x="54" y="62"/>
                      <a:pt x="53" y="5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2" name="Freeform 719">
                <a:extLst>
                  <a:ext uri="{FF2B5EF4-FFF2-40B4-BE49-F238E27FC236}">
                    <a16:creationId xmlns:a16="http://schemas.microsoft.com/office/drawing/2014/main" id="{D7523C75-68A9-B54F-A349-D56A8692C5A6}"/>
                  </a:ext>
                </a:extLst>
              </p:cNvPr>
              <p:cNvSpPr>
                <a:spLocks/>
              </p:cNvSpPr>
              <p:nvPr/>
            </p:nvSpPr>
            <p:spPr bwMode="auto">
              <a:xfrm>
                <a:off x="11929493" y="4965129"/>
                <a:ext cx="1194269" cy="1000263"/>
              </a:xfrm>
              <a:custGeom>
                <a:avLst/>
                <a:gdLst>
                  <a:gd name="T0" fmla="*/ 38 w 128"/>
                  <a:gd name="T1" fmla="*/ 87 h 107"/>
                  <a:gd name="T2" fmla="*/ 38 w 128"/>
                  <a:gd name="T3" fmla="*/ 63 h 107"/>
                  <a:gd name="T4" fmla="*/ 47 w 128"/>
                  <a:gd name="T5" fmla="*/ 52 h 107"/>
                  <a:gd name="T6" fmla="*/ 56 w 128"/>
                  <a:gd name="T7" fmla="*/ 34 h 107"/>
                  <a:gd name="T8" fmla="*/ 72 w 128"/>
                  <a:gd name="T9" fmla="*/ 25 h 107"/>
                  <a:gd name="T10" fmla="*/ 86 w 128"/>
                  <a:gd name="T11" fmla="*/ 22 h 107"/>
                  <a:gd name="T12" fmla="*/ 102 w 128"/>
                  <a:gd name="T13" fmla="*/ 20 h 107"/>
                  <a:gd name="T14" fmla="*/ 112 w 128"/>
                  <a:gd name="T15" fmla="*/ 10 h 107"/>
                  <a:gd name="T16" fmla="*/ 120 w 128"/>
                  <a:gd name="T17" fmla="*/ 13 h 107"/>
                  <a:gd name="T18" fmla="*/ 127 w 128"/>
                  <a:gd name="T19" fmla="*/ 6 h 107"/>
                  <a:gd name="T20" fmla="*/ 114 w 128"/>
                  <a:gd name="T21" fmla="*/ 5 h 107"/>
                  <a:gd name="T22" fmla="*/ 116 w 128"/>
                  <a:gd name="T23" fmla="*/ 2 h 107"/>
                  <a:gd name="T24" fmla="*/ 106 w 128"/>
                  <a:gd name="T25" fmla="*/ 3 h 107"/>
                  <a:gd name="T26" fmla="*/ 100 w 128"/>
                  <a:gd name="T27" fmla="*/ 1 h 107"/>
                  <a:gd name="T28" fmla="*/ 95 w 128"/>
                  <a:gd name="T29" fmla="*/ 3 h 107"/>
                  <a:gd name="T30" fmla="*/ 91 w 128"/>
                  <a:gd name="T31" fmla="*/ 6 h 107"/>
                  <a:gd name="T32" fmla="*/ 90 w 128"/>
                  <a:gd name="T33" fmla="*/ 11 h 107"/>
                  <a:gd name="T34" fmla="*/ 84 w 128"/>
                  <a:gd name="T35" fmla="*/ 10 h 107"/>
                  <a:gd name="T36" fmla="*/ 80 w 128"/>
                  <a:gd name="T37" fmla="*/ 13 h 107"/>
                  <a:gd name="T38" fmla="*/ 76 w 128"/>
                  <a:gd name="T39" fmla="*/ 15 h 107"/>
                  <a:gd name="T40" fmla="*/ 72 w 128"/>
                  <a:gd name="T41" fmla="*/ 16 h 107"/>
                  <a:gd name="T42" fmla="*/ 68 w 128"/>
                  <a:gd name="T43" fmla="*/ 10 h 107"/>
                  <a:gd name="T44" fmla="*/ 67 w 128"/>
                  <a:gd name="T45" fmla="*/ 14 h 107"/>
                  <a:gd name="T46" fmla="*/ 65 w 128"/>
                  <a:gd name="T47" fmla="*/ 14 h 107"/>
                  <a:gd name="T48" fmla="*/ 62 w 128"/>
                  <a:gd name="T49" fmla="*/ 18 h 107"/>
                  <a:gd name="T50" fmla="*/ 61 w 128"/>
                  <a:gd name="T51" fmla="*/ 21 h 107"/>
                  <a:gd name="T52" fmla="*/ 57 w 128"/>
                  <a:gd name="T53" fmla="*/ 20 h 107"/>
                  <a:gd name="T54" fmla="*/ 54 w 128"/>
                  <a:gd name="T55" fmla="*/ 20 h 107"/>
                  <a:gd name="T56" fmla="*/ 51 w 128"/>
                  <a:gd name="T57" fmla="*/ 22 h 107"/>
                  <a:gd name="T58" fmla="*/ 49 w 128"/>
                  <a:gd name="T59" fmla="*/ 23 h 107"/>
                  <a:gd name="T60" fmla="*/ 54 w 128"/>
                  <a:gd name="T61" fmla="*/ 25 h 107"/>
                  <a:gd name="T62" fmla="*/ 56 w 128"/>
                  <a:gd name="T63" fmla="*/ 25 h 107"/>
                  <a:gd name="T64" fmla="*/ 57 w 128"/>
                  <a:gd name="T65" fmla="*/ 28 h 107"/>
                  <a:gd name="T66" fmla="*/ 49 w 128"/>
                  <a:gd name="T67" fmla="*/ 31 h 107"/>
                  <a:gd name="T68" fmla="*/ 53 w 128"/>
                  <a:gd name="T69" fmla="*/ 33 h 107"/>
                  <a:gd name="T70" fmla="*/ 49 w 128"/>
                  <a:gd name="T71" fmla="*/ 35 h 107"/>
                  <a:gd name="T72" fmla="*/ 43 w 128"/>
                  <a:gd name="T73" fmla="*/ 40 h 107"/>
                  <a:gd name="T74" fmla="*/ 42 w 128"/>
                  <a:gd name="T75" fmla="*/ 43 h 107"/>
                  <a:gd name="T76" fmla="*/ 39 w 128"/>
                  <a:gd name="T77" fmla="*/ 45 h 107"/>
                  <a:gd name="T78" fmla="*/ 39 w 128"/>
                  <a:gd name="T79" fmla="*/ 49 h 107"/>
                  <a:gd name="T80" fmla="*/ 39 w 128"/>
                  <a:gd name="T81" fmla="*/ 52 h 107"/>
                  <a:gd name="T82" fmla="*/ 35 w 128"/>
                  <a:gd name="T83" fmla="*/ 56 h 107"/>
                  <a:gd name="T84" fmla="*/ 27 w 128"/>
                  <a:gd name="T85" fmla="*/ 62 h 107"/>
                  <a:gd name="T86" fmla="*/ 31 w 128"/>
                  <a:gd name="T87" fmla="*/ 64 h 107"/>
                  <a:gd name="T88" fmla="*/ 28 w 128"/>
                  <a:gd name="T89" fmla="*/ 66 h 107"/>
                  <a:gd name="T90" fmla="*/ 19 w 128"/>
                  <a:gd name="T91" fmla="*/ 68 h 107"/>
                  <a:gd name="T92" fmla="*/ 16 w 128"/>
                  <a:gd name="T93" fmla="*/ 72 h 107"/>
                  <a:gd name="T94" fmla="*/ 10 w 128"/>
                  <a:gd name="T95" fmla="*/ 73 h 107"/>
                  <a:gd name="T96" fmla="*/ 10 w 128"/>
                  <a:gd name="T97" fmla="*/ 74 h 107"/>
                  <a:gd name="T98" fmla="*/ 5 w 128"/>
                  <a:gd name="T99" fmla="*/ 75 h 107"/>
                  <a:gd name="T100" fmla="*/ 4 w 128"/>
                  <a:gd name="T101" fmla="*/ 81 h 107"/>
                  <a:gd name="T102" fmla="*/ 1 w 128"/>
                  <a:gd name="T103" fmla="*/ 86 h 107"/>
                  <a:gd name="T104" fmla="*/ 6 w 128"/>
                  <a:gd name="T105" fmla="*/ 92 h 107"/>
                  <a:gd name="T106" fmla="*/ 7 w 128"/>
                  <a:gd name="T107" fmla="*/ 94 h 107"/>
                  <a:gd name="T108" fmla="*/ 3 w 128"/>
                  <a:gd name="T109" fmla="*/ 93 h 107"/>
                  <a:gd name="T110" fmla="*/ 5 w 128"/>
                  <a:gd name="T111" fmla="*/ 97 h 107"/>
                  <a:gd name="T112" fmla="*/ 5 w 128"/>
                  <a:gd name="T113" fmla="*/ 103 h 107"/>
                  <a:gd name="T114" fmla="*/ 27 w 128"/>
                  <a:gd name="T115" fmla="*/ 99 h 107"/>
                  <a:gd name="T116" fmla="*/ 34 w 128"/>
                  <a:gd name="T117" fmla="*/ 10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8" h="107">
                    <a:moveTo>
                      <a:pt x="34" y="101"/>
                    </a:moveTo>
                    <a:cubicBezTo>
                      <a:pt x="34" y="101"/>
                      <a:pt x="35" y="98"/>
                      <a:pt x="35" y="97"/>
                    </a:cubicBezTo>
                    <a:cubicBezTo>
                      <a:pt x="35" y="95"/>
                      <a:pt x="36" y="94"/>
                      <a:pt x="38" y="93"/>
                    </a:cubicBezTo>
                    <a:cubicBezTo>
                      <a:pt x="40" y="91"/>
                      <a:pt x="38" y="88"/>
                      <a:pt x="38" y="87"/>
                    </a:cubicBezTo>
                    <a:cubicBezTo>
                      <a:pt x="38" y="84"/>
                      <a:pt x="42" y="84"/>
                      <a:pt x="39" y="82"/>
                    </a:cubicBezTo>
                    <a:cubicBezTo>
                      <a:pt x="37" y="80"/>
                      <a:pt x="36" y="80"/>
                      <a:pt x="37" y="77"/>
                    </a:cubicBezTo>
                    <a:cubicBezTo>
                      <a:pt x="38" y="75"/>
                      <a:pt x="37" y="73"/>
                      <a:pt x="37" y="71"/>
                    </a:cubicBezTo>
                    <a:cubicBezTo>
                      <a:pt x="36" y="68"/>
                      <a:pt x="35" y="65"/>
                      <a:pt x="38" y="63"/>
                    </a:cubicBezTo>
                    <a:cubicBezTo>
                      <a:pt x="39" y="62"/>
                      <a:pt x="41" y="62"/>
                      <a:pt x="42" y="61"/>
                    </a:cubicBezTo>
                    <a:cubicBezTo>
                      <a:pt x="43" y="61"/>
                      <a:pt x="44" y="62"/>
                      <a:pt x="45" y="61"/>
                    </a:cubicBezTo>
                    <a:cubicBezTo>
                      <a:pt x="46" y="59"/>
                      <a:pt x="45" y="58"/>
                      <a:pt x="44" y="57"/>
                    </a:cubicBezTo>
                    <a:cubicBezTo>
                      <a:pt x="44" y="55"/>
                      <a:pt x="46" y="54"/>
                      <a:pt x="47" y="52"/>
                    </a:cubicBezTo>
                    <a:cubicBezTo>
                      <a:pt x="47" y="51"/>
                      <a:pt x="48" y="48"/>
                      <a:pt x="48" y="46"/>
                    </a:cubicBezTo>
                    <a:cubicBezTo>
                      <a:pt x="48" y="44"/>
                      <a:pt x="52" y="44"/>
                      <a:pt x="51" y="43"/>
                    </a:cubicBezTo>
                    <a:cubicBezTo>
                      <a:pt x="51" y="41"/>
                      <a:pt x="53" y="40"/>
                      <a:pt x="54" y="38"/>
                    </a:cubicBezTo>
                    <a:cubicBezTo>
                      <a:pt x="56" y="36"/>
                      <a:pt x="56" y="37"/>
                      <a:pt x="56" y="34"/>
                    </a:cubicBezTo>
                    <a:cubicBezTo>
                      <a:pt x="55" y="33"/>
                      <a:pt x="59" y="28"/>
                      <a:pt x="60" y="28"/>
                    </a:cubicBezTo>
                    <a:cubicBezTo>
                      <a:pt x="61" y="27"/>
                      <a:pt x="64" y="28"/>
                      <a:pt x="65" y="28"/>
                    </a:cubicBezTo>
                    <a:cubicBezTo>
                      <a:pt x="65" y="26"/>
                      <a:pt x="65" y="25"/>
                      <a:pt x="65" y="23"/>
                    </a:cubicBezTo>
                    <a:cubicBezTo>
                      <a:pt x="68" y="24"/>
                      <a:pt x="70" y="24"/>
                      <a:pt x="72" y="25"/>
                    </a:cubicBezTo>
                    <a:cubicBezTo>
                      <a:pt x="76" y="25"/>
                      <a:pt x="74" y="21"/>
                      <a:pt x="75" y="19"/>
                    </a:cubicBezTo>
                    <a:cubicBezTo>
                      <a:pt x="75" y="19"/>
                      <a:pt x="77" y="19"/>
                      <a:pt x="78" y="19"/>
                    </a:cubicBezTo>
                    <a:cubicBezTo>
                      <a:pt x="79" y="18"/>
                      <a:pt x="81" y="16"/>
                      <a:pt x="82" y="18"/>
                    </a:cubicBezTo>
                    <a:cubicBezTo>
                      <a:pt x="84" y="19"/>
                      <a:pt x="84" y="21"/>
                      <a:pt x="86" y="22"/>
                    </a:cubicBezTo>
                    <a:cubicBezTo>
                      <a:pt x="87" y="22"/>
                      <a:pt x="89" y="22"/>
                      <a:pt x="90" y="22"/>
                    </a:cubicBezTo>
                    <a:cubicBezTo>
                      <a:pt x="91" y="22"/>
                      <a:pt x="92" y="21"/>
                      <a:pt x="94" y="21"/>
                    </a:cubicBezTo>
                    <a:cubicBezTo>
                      <a:pt x="95" y="21"/>
                      <a:pt x="96" y="23"/>
                      <a:pt x="98" y="23"/>
                    </a:cubicBezTo>
                    <a:cubicBezTo>
                      <a:pt x="98" y="22"/>
                      <a:pt x="102" y="20"/>
                      <a:pt x="102" y="20"/>
                    </a:cubicBezTo>
                    <a:cubicBezTo>
                      <a:pt x="102" y="17"/>
                      <a:pt x="102" y="16"/>
                      <a:pt x="103" y="14"/>
                    </a:cubicBezTo>
                    <a:cubicBezTo>
                      <a:pt x="104" y="13"/>
                      <a:pt x="106" y="11"/>
                      <a:pt x="107" y="11"/>
                    </a:cubicBezTo>
                    <a:cubicBezTo>
                      <a:pt x="108" y="11"/>
                      <a:pt x="109" y="11"/>
                      <a:pt x="110" y="11"/>
                    </a:cubicBezTo>
                    <a:cubicBezTo>
                      <a:pt x="111" y="11"/>
                      <a:pt x="111" y="10"/>
                      <a:pt x="112" y="10"/>
                    </a:cubicBezTo>
                    <a:cubicBezTo>
                      <a:pt x="113" y="10"/>
                      <a:pt x="115" y="12"/>
                      <a:pt x="116" y="12"/>
                    </a:cubicBezTo>
                    <a:cubicBezTo>
                      <a:pt x="118" y="13"/>
                      <a:pt x="119" y="14"/>
                      <a:pt x="119" y="17"/>
                    </a:cubicBezTo>
                    <a:cubicBezTo>
                      <a:pt x="121" y="17"/>
                      <a:pt x="126" y="14"/>
                      <a:pt x="124" y="12"/>
                    </a:cubicBezTo>
                    <a:cubicBezTo>
                      <a:pt x="126" y="13"/>
                      <a:pt x="121" y="13"/>
                      <a:pt x="120" y="13"/>
                    </a:cubicBezTo>
                    <a:cubicBezTo>
                      <a:pt x="125" y="12"/>
                      <a:pt x="118" y="9"/>
                      <a:pt x="117" y="10"/>
                    </a:cubicBezTo>
                    <a:cubicBezTo>
                      <a:pt x="118" y="9"/>
                      <a:pt x="119" y="10"/>
                      <a:pt x="119" y="10"/>
                    </a:cubicBezTo>
                    <a:cubicBezTo>
                      <a:pt x="121" y="10"/>
                      <a:pt x="123" y="10"/>
                      <a:pt x="124" y="9"/>
                    </a:cubicBezTo>
                    <a:cubicBezTo>
                      <a:pt x="125" y="9"/>
                      <a:pt x="128" y="7"/>
                      <a:pt x="127" y="6"/>
                    </a:cubicBezTo>
                    <a:cubicBezTo>
                      <a:pt x="125" y="5"/>
                      <a:pt x="122" y="4"/>
                      <a:pt x="119" y="3"/>
                    </a:cubicBezTo>
                    <a:cubicBezTo>
                      <a:pt x="118" y="2"/>
                      <a:pt x="117" y="4"/>
                      <a:pt x="116" y="5"/>
                    </a:cubicBezTo>
                    <a:cubicBezTo>
                      <a:pt x="116" y="5"/>
                      <a:pt x="114" y="8"/>
                      <a:pt x="114" y="7"/>
                    </a:cubicBezTo>
                    <a:cubicBezTo>
                      <a:pt x="114" y="7"/>
                      <a:pt x="114" y="6"/>
                      <a:pt x="114" y="5"/>
                    </a:cubicBezTo>
                    <a:cubicBezTo>
                      <a:pt x="114" y="5"/>
                      <a:pt x="112" y="5"/>
                      <a:pt x="112" y="5"/>
                    </a:cubicBezTo>
                    <a:cubicBezTo>
                      <a:pt x="113" y="4"/>
                      <a:pt x="115" y="5"/>
                      <a:pt x="115" y="4"/>
                    </a:cubicBezTo>
                    <a:cubicBezTo>
                      <a:pt x="115" y="4"/>
                      <a:pt x="112" y="4"/>
                      <a:pt x="112" y="4"/>
                    </a:cubicBezTo>
                    <a:cubicBezTo>
                      <a:pt x="112" y="3"/>
                      <a:pt x="116" y="3"/>
                      <a:pt x="116" y="2"/>
                    </a:cubicBezTo>
                    <a:cubicBezTo>
                      <a:pt x="115" y="1"/>
                      <a:pt x="109" y="0"/>
                      <a:pt x="110" y="2"/>
                    </a:cubicBezTo>
                    <a:cubicBezTo>
                      <a:pt x="111" y="3"/>
                      <a:pt x="111" y="3"/>
                      <a:pt x="110" y="4"/>
                    </a:cubicBezTo>
                    <a:cubicBezTo>
                      <a:pt x="109" y="5"/>
                      <a:pt x="107" y="7"/>
                      <a:pt x="106" y="7"/>
                    </a:cubicBezTo>
                    <a:cubicBezTo>
                      <a:pt x="105" y="7"/>
                      <a:pt x="106" y="3"/>
                      <a:pt x="106" y="3"/>
                    </a:cubicBezTo>
                    <a:cubicBezTo>
                      <a:pt x="106" y="2"/>
                      <a:pt x="101" y="9"/>
                      <a:pt x="100" y="9"/>
                    </a:cubicBezTo>
                    <a:cubicBezTo>
                      <a:pt x="97" y="9"/>
                      <a:pt x="100" y="5"/>
                      <a:pt x="101" y="4"/>
                    </a:cubicBezTo>
                    <a:cubicBezTo>
                      <a:pt x="102" y="4"/>
                      <a:pt x="103" y="2"/>
                      <a:pt x="103" y="2"/>
                    </a:cubicBezTo>
                    <a:cubicBezTo>
                      <a:pt x="102" y="1"/>
                      <a:pt x="100" y="0"/>
                      <a:pt x="100" y="1"/>
                    </a:cubicBezTo>
                    <a:cubicBezTo>
                      <a:pt x="100" y="1"/>
                      <a:pt x="101" y="2"/>
                      <a:pt x="101" y="2"/>
                    </a:cubicBezTo>
                    <a:cubicBezTo>
                      <a:pt x="101" y="2"/>
                      <a:pt x="99" y="2"/>
                      <a:pt x="98" y="2"/>
                    </a:cubicBezTo>
                    <a:cubicBezTo>
                      <a:pt x="97" y="3"/>
                      <a:pt x="98" y="2"/>
                      <a:pt x="97" y="1"/>
                    </a:cubicBezTo>
                    <a:cubicBezTo>
                      <a:pt x="97" y="1"/>
                      <a:pt x="95" y="3"/>
                      <a:pt x="95" y="3"/>
                    </a:cubicBezTo>
                    <a:cubicBezTo>
                      <a:pt x="95" y="4"/>
                      <a:pt x="97" y="5"/>
                      <a:pt x="96" y="5"/>
                    </a:cubicBezTo>
                    <a:cubicBezTo>
                      <a:pt x="95" y="5"/>
                      <a:pt x="95" y="5"/>
                      <a:pt x="95" y="5"/>
                    </a:cubicBezTo>
                    <a:cubicBezTo>
                      <a:pt x="94" y="5"/>
                      <a:pt x="94" y="6"/>
                      <a:pt x="94" y="7"/>
                    </a:cubicBezTo>
                    <a:cubicBezTo>
                      <a:pt x="95" y="5"/>
                      <a:pt x="91" y="6"/>
                      <a:pt x="91" y="6"/>
                    </a:cubicBezTo>
                    <a:cubicBezTo>
                      <a:pt x="91" y="6"/>
                      <a:pt x="93" y="5"/>
                      <a:pt x="93" y="4"/>
                    </a:cubicBezTo>
                    <a:cubicBezTo>
                      <a:pt x="93" y="5"/>
                      <a:pt x="89" y="6"/>
                      <a:pt x="88" y="6"/>
                    </a:cubicBezTo>
                    <a:cubicBezTo>
                      <a:pt x="87" y="6"/>
                      <a:pt x="91" y="9"/>
                      <a:pt x="91" y="9"/>
                    </a:cubicBezTo>
                    <a:cubicBezTo>
                      <a:pt x="91" y="9"/>
                      <a:pt x="90" y="11"/>
                      <a:pt x="90" y="11"/>
                    </a:cubicBezTo>
                    <a:cubicBezTo>
                      <a:pt x="90" y="11"/>
                      <a:pt x="87" y="8"/>
                      <a:pt x="87" y="8"/>
                    </a:cubicBezTo>
                    <a:cubicBezTo>
                      <a:pt x="87" y="8"/>
                      <a:pt x="85" y="11"/>
                      <a:pt x="85" y="8"/>
                    </a:cubicBezTo>
                    <a:cubicBezTo>
                      <a:pt x="84" y="7"/>
                      <a:pt x="81" y="9"/>
                      <a:pt x="80" y="8"/>
                    </a:cubicBezTo>
                    <a:cubicBezTo>
                      <a:pt x="81" y="9"/>
                      <a:pt x="84" y="9"/>
                      <a:pt x="84" y="10"/>
                    </a:cubicBezTo>
                    <a:cubicBezTo>
                      <a:pt x="84" y="10"/>
                      <a:pt x="83" y="10"/>
                      <a:pt x="83" y="11"/>
                    </a:cubicBezTo>
                    <a:cubicBezTo>
                      <a:pt x="83" y="12"/>
                      <a:pt x="84" y="12"/>
                      <a:pt x="84" y="13"/>
                    </a:cubicBezTo>
                    <a:cubicBezTo>
                      <a:pt x="84" y="13"/>
                      <a:pt x="81" y="12"/>
                      <a:pt x="81" y="11"/>
                    </a:cubicBezTo>
                    <a:cubicBezTo>
                      <a:pt x="80" y="11"/>
                      <a:pt x="80" y="12"/>
                      <a:pt x="80" y="13"/>
                    </a:cubicBezTo>
                    <a:cubicBezTo>
                      <a:pt x="79" y="13"/>
                      <a:pt x="79" y="12"/>
                      <a:pt x="79" y="11"/>
                    </a:cubicBezTo>
                    <a:cubicBezTo>
                      <a:pt x="79" y="11"/>
                      <a:pt x="77" y="13"/>
                      <a:pt x="77" y="13"/>
                    </a:cubicBezTo>
                    <a:cubicBezTo>
                      <a:pt x="76" y="14"/>
                      <a:pt x="78" y="14"/>
                      <a:pt x="78" y="15"/>
                    </a:cubicBezTo>
                    <a:cubicBezTo>
                      <a:pt x="78" y="15"/>
                      <a:pt x="76" y="15"/>
                      <a:pt x="76" y="15"/>
                    </a:cubicBezTo>
                    <a:cubicBezTo>
                      <a:pt x="75" y="14"/>
                      <a:pt x="76" y="13"/>
                      <a:pt x="76" y="12"/>
                    </a:cubicBezTo>
                    <a:cubicBezTo>
                      <a:pt x="76" y="12"/>
                      <a:pt x="73" y="14"/>
                      <a:pt x="73" y="14"/>
                    </a:cubicBezTo>
                    <a:cubicBezTo>
                      <a:pt x="73" y="14"/>
                      <a:pt x="73" y="14"/>
                      <a:pt x="74" y="14"/>
                    </a:cubicBezTo>
                    <a:cubicBezTo>
                      <a:pt x="73" y="14"/>
                      <a:pt x="72" y="16"/>
                      <a:pt x="72" y="16"/>
                    </a:cubicBezTo>
                    <a:cubicBezTo>
                      <a:pt x="71" y="15"/>
                      <a:pt x="73" y="14"/>
                      <a:pt x="72" y="14"/>
                    </a:cubicBezTo>
                    <a:cubicBezTo>
                      <a:pt x="71" y="13"/>
                      <a:pt x="70" y="13"/>
                      <a:pt x="70" y="12"/>
                    </a:cubicBezTo>
                    <a:cubicBezTo>
                      <a:pt x="70" y="12"/>
                      <a:pt x="72" y="12"/>
                      <a:pt x="72" y="12"/>
                    </a:cubicBezTo>
                    <a:cubicBezTo>
                      <a:pt x="72" y="11"/>
                      <a:pt x="69" y="10"/>
                      <a:pt x="68" y="10"/>
                    </a:cubicBezTo>
                    <a:cubicBezTo>
                      <a:pt x="68" y="11"/>
                      <a:pt x="69" y="13"/>
                      <a:pt x="69" y="13"/>
                    </a:cubicBezTo>
                    <a:cubicBezTo>
                      <a:pt x="69" y="13"/>
                      <a:pt x="65" y="14"/>
                      <a:pt x="66" y="14"/>
                    </a:cubicBezTo>
                    <a:cubicBezTo>
                      <a:pt x="66" y="14"/>
                      <a:pt x="68" y="14"/>
                      <a:pt x="68" y="14"/>
                    </a:cubicBezTo>
                    <a:cubicBezTo>
                      <a:pt x="68" y="14"/>
                      <a:pt x="67" y="14"/>
                      <a:pt x="67" y="14"/>
                    </a:cubicBezTo>
                    <a:cubicBezTo>
                      <a:pt x="68" y="16"/>
                      <a:pt x="70" y="14"/>
                      <a:pt x="69" y="14"/>
                    </a:cubicBezTo>
                    <a:cubicBezTo>
                      <a:pt x="70" y="15"/>
                      <a:pt x="69" y="16"/>
                      <a:pt x="69" y="16"/>
                    </a:cubicBezTo>
                    <a:cubicBezTo>
                      <a:pt x="69" y="17"/>
                      <a:pt x="67" y="15"/>
                      <a:pt x="67" y="15"/>
                    </a:cubicBezTo>
                    <a:cubicBezTo>
                      <a:pt x="66" y="15"/>
                      <a:pt x="66" y="14"/>
                      <a:pt x="65" y="14"/>
                    </a:cubicBezTo>
                    <a:cubicBezTo>
                      <a:pt x="65" y="14"/>
                      <a:pt x="64" y="16"/>
                      <a:pt x="63" y="15"/>
                    </a:cubicBezTo>
                    <a:cubicBezTo>
                      <a:pt x="63" y="14"/>
                      <a:pt x="60" y="16"/>
                      <a:pt x="60" y="16"/>
                    </a:cubicBezTo>
                    <a:cubicBezTo>
                      <a:pt x="60" y="16"/>
                      <a:pt x="60" y="19"/>
                      <a:pt x="60" y="19"/>
                    </a:cubicBezTo>
                    <a:cubicBezTo>
                      <a:pt x="60" y="20"/>
                      <a:pt x="61" y="17"/>
                      <a:pt x="62" y="18"/>
                    </a:cubicBezTo>
                    <a:cubicBezTo>
                      <a:pt x="62" y="18"/>
                      <a:pt x="64" y="19"/>
                      <a:pt x="64" y="18"/>
                    </a:cubicBezTo>
                    <a:cubicBezTo>
                      <a:pt x="64" y="19"/>
                      <a:pt x="63" y="19"/>
                      <a:pt x="63" y="20"/>
                    </a:cubicBezTo>
                    <a:cubicBezTo>
                      <a:pt x="62" y="20"/>
                      <a:pt x="63" y="22"/>
                      <a:pt x="62" y="22"/>
                    </a:cubicBezTo>
                    <a:cubicBezTo>
                      <a:pt x="62" y="23"/>
                      <a:pt x="61" y="21"/>
                      <a:pt x="61" y="21"/>
                    </a:cubicBezTo>
                    <a:cubicBezTo>
                      <a:pt x="60" y="21"/>
                      <a:pt x="60" y="23"/>
                      <a:pt x="59" y="23"/>
                    </a:cubicBezTo>
                    <a:cubicBezTo>
                      <a:pt x="59" y="23"/>
                      <a:pt x="59" y="21"/>
                      <a:pt x="59" y="21"/>
                    </a:cubicBezTo>
                    <a:cubicBezTo>
                      <a:pt x="58" y="21"/>
                      <a:pt x="58" y="22"/>
                      <a:pt x="57" y="22"/>
                    </a:cubicBezTo>
                    <a:cubicBezTo>
                      <a:pt x="57" y="22"/>
                      <a:pt x="57" y="20"/>
                      <a:pt x="57" y="20"/>
                    </a:cubicBezTo>
                    <a:cubicBezTo>
                      <a:pt x="57" y="19"/>
                      <a:pt x="56" y="22"/>
                      <a:pt x="55" y="22"/>
                    </a:cubicBezTo>
                    <a:cubicBezTo>
                      <a:pt x="53" y="23"/>
                      <a:pt x="56" y="17"/>
                      <a:pt x="56" y="17"/>
                    </a:cubicBezTo>
                    <a:cubicBezTo>
                      <a:pt x="55" y="17"/>
                      <a:pt x="53" y="18"/>
                      <a:pt x="53" y="18"/>
                    </a:cubicBezTo>
                    <a:cubicBezTo>
                      <a:pt x="52" y="19"/>
                      <a:pt x="54" y="20"/>
                      <a:pt x="54" y="20"/>
                    </a:cubicBezTo>
                    <a:cubicBezTo>
                      <a:pt x="53" y="20"/>
                      <a:pt x="53" y="20"/>
                      <a:pt x="52" y="20"/>
                    </a:cubicBezTo>
                    <a:cubicBezTo>
                      <a:pt x="52" y="20"/>
                      <a:pt x="52" y="21"/>
                      <a:pt x="51" y="22"/>
                    </a:cubicBezTo>
                    <a:cubicBezTo>
                      <a:pt x="52" y="21"/>
                      <a:pt x="47" y="21"/>
                      <a:pt x="49" y="22"/>
                    </a:cubicBezTo>
                    <a:cubicBezTo>
                      <a:pt x="49" y="23"/>
                      <a:pt x="51" y="22"/>
                      <a:pt x="51" y="22"/>
                    </a:cubicBezTo>
                    <a:cubicBezTo>
                      <a:pt x="51" y="22"/>
                      <a:pt x="50" y="23"/>
                      <a:pt x="51" y="23"/>
                    </a:cubicBezTo>
                    <a:cubicBezTo>
                      <a:pt x="51" y="23"/>
                      <a:pt x="52" y="23"/>
                      <a:pt x="52" y="22"/>
                    </a:cubicBezTo>
                    <a:cubicBezTo>
                      <a:pt x="52" y="22"/>
                      <a:pt x="52" y="24"/>
                      <a:pt x="51" y="24"/>
                    </a:cubicBezTo>
                    <a:cubicBezTo>
                      <a:pt x="50" y="24"/>
                      <a:pt x="50" y="23"/>
                      <a:pt x="49" y="23"/>
                    </a:cubicBezTo>
                    <a:cubicBezTo>
                      <a:pt x="48" y="24"/>
                      <a:pt x="48" y="26"/>
                      <a:pt x="47" y="26"/>
                    </a:cubicBezTo>
                    <a:cubicBezTo>
                      <a:pt x="47" y="26"/>
                      <a:pt x="44" y="26"/>
                      <a:pt x="44" y="26"/>
                    </a:cubicBezTo>
                    <a:cubicBezTo>
                      <a:pt x="44" y="29"/>
                      <a:pt x="51" y="25"/>
                      <a:pt x="51" y="25"/>
                    </a:cubicBezTo>
                    <a:cubicBezTo>
                      <a:pt x="52" y="25"/>
                      <a:pt x="53" y="24"/>
                      <a:pt x="54" y="25"/>
                    </a:cubicBezTo>
                    <a:cubicBezTo>
                      <a:pt x="56" y="25"/>
                      <a:pt x="55" y="23"/>
                      <a:pt x="54" y="23"/>
                    </a:cubicBezTo>
                    <a:cubicBezTo>
                      <a:pt x="55" y="23"/>
                      <a:pt x="55" y="23"/>
                      <a:pt x="55" y="23"/>
                    </a:cubicBezTo>
                    <a:cubicBezTo>
                      <a:pt x="56" y="25"/>
                      <a:pt x="57" y="23"/>
                      <a:pt x="58" y="23"/>
                    </a:cubicBezTo>
                    <a:cubicBezTo>
                      <a:pt x="57" y="23"/>
                      <a:pt x="57" y="25"/>
                      <a:pt x="56" y="25"/>
                    </a:cubicBezTo>
                    <a:cubicBezTo>
                      <a:pt x="57" y="25"/>
                      <a:pt x="58" y="25"/>
                      <a:pt x="58" y="25"/>
                    </a:cubicBezTo>
                    <a:cubicBezTo>
                      <a:pt x="58" y="25"/>
                      <a:pt x="56" y="26"/>
                      <a:pt x="56" y="27"/>
                    </a:cubicBezTo>
                    <a:cubicBezTo>
                      <a:pt x="56" y="27"/>
                      <a:pt x="61" y="25"/>
                      <a:pt x="61" y="26"/>
                    </a:cubicBezTo>
                    <a:cubicBezTo>
                      <a:pt x="60" y="27"/>
                      <a:pt x="57" y="26"/>
                      <a:pt x="57" y="28"/>
                    </a:cubicBezTo>
                    <a:cubicBezTo>
                      <a:pt x="56" y="31"/>
                      <a:pt x="54" y="27"/>
                      <a:pt x="54" y="27"/>
                    </a:cubicBezTo>
                    <a:cubicBezTo>
                      <a:pt x="54" y="26"/>
                      <a:pt x="54" y="29"/>
                      <a:pt x="54" y="29"/>
                    </a:cubicBezTo>
                    <a:cubicBezTo>
                      <a:pt x="54" y="29"/>
                      <a:pt x="53" y="27"/>
                      <a:pt x="52" y="27"/>
                    </a:cubicBezTo>
                    <a:cubicBezTo>
                      <a:pt x="51" y="28"/>
                      <a:pt x="49" y="30"/>
                      <a:pt x="49" y="31"/>
                    </a:cubicBezTo>
                    <a:cubicBezTo>
                      <a:pt x="49" y="31"/>
                      <a:pt x="51" y="30"/>
                      <a:pt x="51" y="30"/>
                    </a:cubicBezTo>
                    <a:cubicBezTo>
                      <a:pt x="51" y="31"/>
                      <a:pt x="53" y="30"/>
                      <a:pt x="53" y="31"/>
                    </a:cubicBezTo>
                    <a:cubicBezTo>
                      <a:pt x="53" y="30"/>
                      <a:pt x="50" y="31"/>
                      <a:pt x="50" y="32"/>
                    </a:cubicBezTo>
                    <a:cubicBezTo>
                      <a:pt x="51" y="33"/>
                      <a:pt x="54" y="31"/>
                      <a:pt x="53" y="33"/>
                    </a:cubicBezTo>
                    <a:cubicBezTo>
                      <a:pt x="54" y="31"/>
                      <a:pt x="47" y="34"/>
                      <a:pt x="47" y="34"/>
                    </a:cubicBezTo>
                    <a:cubicBezTo>
                      <a:pt x="47" y="33"/>
                      <a:pt x="53" y="35"/>
                      <a:pt x="52" y="35"/>
                    </a:cubicBezTo>
                    <a:cubicBezTo>
                      <a:pt x="51" y="36"/>
                      <a:pt x="50" y="34"/>
                      <a:pt x="49" y="35"/>
                    </a:cubicBezTo>
                    <a:cubicBezTo>
                      <a:pt x="49" y="35"/>
                      <a:pt x="49" y="35"/>
                      <a:pt x="49" y="35"/>
                    </a:cubicBezTo>
                    <a:cubicBezTo>
                      <a:pt x="49" y="36"/>
                      <a:pt x="46" y="34"/>
                      <a:pt x="45" y="36"/>
                    </a:cubicBezTo>
                    <a:cubicBezTo>
                      <a:pt x="45" y="36"/>
                      <a:pt x="48" y="36"/>
                      <a:pt x="48" y="36"/>
                    </a:cubicBezTo>
                    <a:cubicBezTo>
                      <a:pt x="46" y="38"/>
                      <a:pt x="44" y="36"/>
                      <a:pt x="45" y="39"/>
                    </a:cubicBezTo>
                    <a:cubicBezTo>
                      <a:pt x="45" y="39"/>
                      <a:pt x="43" y="40"/>
                      <a:pt x="43" y="40"/>
                    </a:cubicBezTo>
                    <a:cubicBezTo>
                      <a:pt x="42" y="41"/>
                      <a:pt x="42" y="41"/>
                      <a:pt x="42" y="41"/>
                    </a:cubicBezTo>
                    <a:cubicBezTo>
                      <a:pt x="42" y="42"/>
                      <a:pt x="41" y="42"/>
                      <a:pt x="41" y="42"/>
                    </a:cubicBezTo>
                    <a:cubicBezTo>
                      <a:pt x="41" y="43"/>
                      <a:pt x="42" y="42"/>
                      <a:pt x="42" y="42"/>
                    </a:cubicBezTo>
                    <a:cubicBezTo>
                      <a:pt x="43" y="42"/>
                      <a:pt x="42" y="43"/>
                      <a:pt x="42" y="43"/>
                    </a:cubicBezTo>
                    <a:cubicBezTo>
                      <a:pt x="43" y="43"/>
                      <a:pt x="45" y="44"/>
                      <a:pt x="46" y="43"/>
                    </a:cubicBezTo>
                    <a:cubicBezTo>
                      <a:pt x="44" y="44"/>
                      <a:pt x="44" y="44"/>
                      <a:pt x="42" y="44"/>
                    </a:cubicBezTo>
                    <a:cubicBezTo>
                      <a:pt x="41" y="44"/>
                      <a:pt x="38" y="44"/>
                      <a:pt x="38" y="45"/>
                    </a:cubicBezTo>
                    <a:cubicBezTo>
                      <a:pt x="38" y="45"/>
                      <a:pt x="39" y="45"/>
                      <a:pt x="39" y="45"/>
                    </a:cubicBezTo>
                    <a:cubicBezTo>
                      <a:pt x="39" y="45"/>
                      <a:pt x="38" y="46"/>
                      <a:pt x="38" y="46"/>
                    </a:cubicBezTo>
                    <a:cubicBezTo>
                      <a:pt x="38" y="46"/>
                      <a:pt x="40" y="45"/>
                      <a:pt x="40" y="46"/>
                    </a:cubicBezTo>
                    <a:cubicBezTo>
                      <a:pt x="40" y="46"/>
                      <a:pt x="38" y="48"/>
                      <a:pt x="38" y="48"/>
                    </a:cubicBezTo>
                    <a:cubicBezTo>
                      <a:pt x="38" y="48"/>
                      <a:pt x="39" y="48"/>
                      <a:pt x="39" y="49"/>
                    </a:cubicBezTo>
                    <a:cubicBezTo>
                      <a:pt x="39" y="49"/>
                      <a:pt x="37" y="49"/>
                      <a:pt x="37" y="49"/>
                    </a:cubicBezTo>
                    <a:cubicBezTo>
                      <a:pt x="37" y="49"/>
                      <a:pt x="39" y="50"/>
                      <a:pt x="39" y="50"/>
                    </a:cubicBezTo>
                    <a:cubicBezTo>
                      <a:pt x="38" y="50"/>
                      <a:pt x="37" y="50"/>
                      <a:pt x="37" y="50"/>
                    </a:cubicBezTo>
                    <a:cubicBezTo>
                      <a:pt x="37" y="51"/>
                      <a:pt x="38" y="52"/>
                      <a:pt x="39" y="52"/>
                    </a:cubicBezTo>
                    <a:cubicBezTo>
                      <a:pt x="37" y="52"/>
                      <a:pt x="35" y="52"/>
                      <a:pt x="34" y="54"/>
                    </a:cubicBezTo>
                    <a:cubicBezTo>
                      <a:pt x="34" y="55"/>
                      <a:pt x="30" y="54"/>
                      <a:pt x="30" y="54"/>
                    </a:cubicBezTo>
                    <a:cubicBezTo>
                      <a:pt x="30" y="57"/>
                      <a:pt x="36" y="54"/>
                      <a:pt x="37" y="54"/>
                    </a:cubicBezTo>
                    <a:cubicBezTo>
                      <a:pt x="36" y="54"/>
                      <a:pt x="35" y="56"/>
                      <a:pt x="35" y="56"/>
                    </a:cubicBezTo>
                    <a:cubicBezTo>
                      <a:pt x="32" y="56"/>
                      <a:pt x="34" y="57"/>
                      <a:pt x="33" y="58"/>
                    </a:cubicBezTo>
                    <a:cubicBezTo>
                      <a:pt x="32" y="59"/>
                      <a:pt x="30" y="57"/>
                      <a:pt x="29" y="58"/>
                    </a:cubicBezTo>
                    <a:cubicBezTo>
                      <a:pt x="29" y="59"/>
                      <a:pt x="26" y="61"/>
                      <a:pt x="26" y="61"/>
                    </a:cubicBezTo>
                    <a:cubicBezTo>
                      <a:pt x="26" y="62"/>
                      <a:pt x="27" y="62"/>
                      <a:pt x="27" y="62"/>
                    </a:cubicBezTo>
                    <a:cubicBezTo>
                      <a:pt x="27" y="63"/>
                      <a:pt x="24" y="63"/>
                      <a:pt x="24" y="63"/>
                    </a:cubicBezTo>
                    <a:cubicBezTo>
                      <a:pt x="24" y="63"/>
                      <a:pt x="25" y="64"/>
                      <a:pt x="25" y="65"/>
                    </a:cubicBezTo>
                    <a:cubicBezTo>
                      <a:pt x="25" y="66"/>
                      <a:pt x="27" y="65"/>
                      <a:pt x="28" y="65"/>
                    </a:cubicBezTo>
                    <a:cubicBezTo>
                      <a:pt x="29" y="64"/>
                      <a:pt x="30" y="65"/>
                      <a:pt x="31" y="64"/>
                    </a:cubicBezTo>
                    <a:cubicBezTo>
                      <a:pt x="31" y="64"/>
                      <a:pt x="30" y="63"/>
                      <a:pt x="30" y="62"/>
                    </a:cubicBezTo>
                    <a:cubicBezTo>
                      <a:pt x="30" y="62"/>
                      <a:pt x="32" y="63"/>
                      <a:pt x="33" y="64"/>
                    </a:cubicBezTo>
                    <a:cubicBezTo>
                      <a:pt x="33" y="64"/>
                      <a:pt x="30" y="66"/>
                      <a:pt x="30" y="66"/>
                    </a:cubicBezTo>
                    <a:cubicBezTo>
                      <a:pt x="29" y="66"/>
                      <a:pt x="28" y="67"/>
                      <a:pt x="28" y="66"/>
                    </a:cubicBezTo>
                    <a:cubicBezTo>
                      <a:pt x="27" y="65"/>
                      <a:pt x="26" y="67"/>
                      <a:pt x="25" y="67"/>
                    </a:cubicBezTo>
                    <a:cubicBezTo>
                      <a:pt x="24" y="66"/>
                      <a:pt x="24" y="63"/>
                      <a:pt x="23" y="66"/>
                    </a:cubicBezTo>
                    <a:cubicBezTo>
                      <a:pt x="21" y="70"/>
                      <a:pt x="20" y="65"/>
                      <a:pt x="21" y="65"/>
                    </a:cubicBezTo>
                    <a:cubicBezTo>
                      <a:pt x="19" y="65"/>
                      <a:pt x="21" y="69"/>
                      <a:pt x="19" y="68"/>
                    </a:cubicBezTo>
                    <a:cubicBezTo>
                      <a:pt x="15" y="68"/>
                      <a:pt x="18" y="70"/>
                      <a:pt x="17" y="71"/>
                    </a:cubicBezTo>
                    <a:cubicBezTo>
                      <a:pt x="16" y="71"/>
                      <a:pt x="16" y="69"/>
                      <a:pt x="16" y="69"/>
                    </a:cubicBezTo>
                    <a:cubicBezTo>
                      <a:pt x="14" y="69"/>
                      <a:pt x="12" y="70"/>
                      <a:pt x="11" y="71"/>
                    </a:cubicBezTo>
                    <a:cubicBezTo>
                      <a:pt x="11" y="72"/>
                      <a:pt x="15" y="72"/>
                      <a:pt x="16" y="72"/>
                    </a:cubicBezTo>
                    <a:cubicBezTo>
                      <a:pt x="16" y="72"/>
                      <a:pt x="19" y="71"/>
                      <a:pt x="19" y="71"/>
                    </a:cubicBezTo>
                    <a:cubicBezTo>
                      <a:pt x="20" y="72"/>
                      <a:pt x="15" y="72"/>
                      <a:pt x="15" y="72"/>
                    </a:cubicBezTo>
                    <a:cubicBezTo>
                      <a:pt x="14" y="72"/>
                      <a:pt x="14" y="73"/>
                      <a:pt x="13" y="73"/>
                    </a:cubicBezTo>
                    <a:cubicBezTo>
                      <a:pt x="12" y="73"/>
                      <a:pt x="11" y="73"/>
                      <a:pt x="10" y="73"/>
                    </a:cubicBezTo>
                    <a:cubicBezTo>
                      <a:pt x="8" y="72"/>
                      <a:pt x="7" y="73"/>
                      <a:pt x="9" y="74"/>
                    </a:cubicBezTo>
                    <a:cubicBezTo>
                      <a:pt x="10" y="74"/>
                      <a:pt x="12" y="74"/>
                      <a:pt x="12" y="76"/>
                    </a:cubicBezTo>
                    <a:cubicBezTo>
                      <a:pt x="12" y="76"/>
                      <a:pt x="11" y="78"/>
                      <a:pt x="11" y="77"/>
                    </a:cubicBezTo>
                    <a:cubicBezTo>
                      <a:pt x="10" y="77"/>
                      <a:pt x="12" y="75"/>
                      <a:pt x="10" y="74"/>
                    </a:cubicBezTo>
                    <a:cubicBezTo>
                      <a:pt x="7" y="74"/>
                      <a:pt x="9" y="75"/>
                      <a:pt x="8" y="76"/>
                    </a:cubicBezTo>
                    <a:cubicBezTo>
                      <a:pt x="8" y="76"/>
                      <a:pt x="8" y="73"/>
                      <a:pt x="7" y="73"/>
                    </a:cubicBezTo>
                    <a:cubicBezTo>
                      <a:pt x="7" y="72"/>
                      <a:pt x="5" y="78"/>
                      <a:pt x="6" y="77"/>
                    </a:cubicBezTo>
                    <a:cubicBezTo>
                      <a:pt x="5" y="77"/>
                      <a:pt x="5" y="75"/>
                      <a:pt x="5" y="75"/>
                    </a:cubicBezTo>
                    <a:cubicBezTo>
                      <a:pt x="4" y="75"/>
                      <a:pt x="4" y="77"/>
                      <a:pt x="4" y="77"/>
                    </a:cubicBezTo>
                    <a:cubicBezTo>
                      <a:pt x="3" y="78"/>
                      <a:pt x="1" y="77"/>
                      <a:pt x="1" y="78"/>
                    </a:cubicBezTo>
                    <a:cubicBezTo>
                      <a:pt x="1" y="79"/>
                      <a:pt x="0" y="80"/>
                      <a:pt x="1" y="80"/>
                    </a:cubicBezTo>
                    <a:cubicBezTo>
                      <a:pt x="2" y="80"/>
                      <a:pt x="3" y="80"/>
                      <a:pt x="4" y="81"/>
                    </a:cubicBezTo>
                    <a:cubicBezTo>
                      <a:pt x="4" y="81"/>
                      <a:pt x="0" y="82"/>
                      <a:pt x="1" y="83"/>
                    </a:cubicBezTo>
                    <a:cubicBezTo>
                      <a:pt x="1" y="84"/>
                      <a:pt x="3" y="84"/>
                      <a:pt x="3" y="84"/>
                    </a:cubicBezTo>
                    <a:cubicBezTo>
                      <a:pt x="3" y="84"/>
                      <a:pt x="6" y="83"/>
                      <a:pt x="6" y="84"/>
                    </a:cubicBezTo>
                    <a:cubicBezTo>
                      <a:pt x="5" y="85"/>
                      <a:pt x="2" y="84"/>
                      <a:pt x="1" y="86"/>
                    </a:cubicBezTo>
                    <a:cubicBezTo>
                      <a:pt x="0" y="87"/>
                      <a:pt x="6" y="87"/>
                      <a:pt x="4" y="89"/>
                    </a:cubicBezTo>
                    <a:cubicBezTo>
                      <a:pt x="4" y="89"/>
                      <a:pt x="3" y="87"/>
                      <a:pt x="2" y="88"/>
                    </a:cubicBezTo>
                    <a:cubicBezTo>
                      <a:pt x="1" y="89"/>
                      <a:pt x="1" y="90"/>
                      <a:pt x="2" y="91"/>
                    </a:cubicBezTo>
                    <a:cubicBezTo>
                      <a:pt x="3" y="91"/>
                      <a:pt x="5" y="92"/>
                      <a:pt x="6" y="92"/>
                    </a:cubicBezTo>
                    <a:cubicBezTo>
                      <a:pt x="7" y="91"/>
                      <a:pt x="8" y="89"/>
                      <a:pt x="9" y="90"/>
                    </a:cubicBezTo>
                    <a:cubicBezTo>
                      <a:pt x="8" y="90"/>
                      <a:pt x="7" y="91"/>
                      <a:pt x="7" y="91"/>
                    </a:cubicBezTo>
                    <a:cubicBezTo>
                      <a:pt x="7" y="92"/>
                      <a:pt x="6" y="92"/>
                      <a:pt x="5" y="92"/>
                    </a:cubicBezTo>
                    <a:cubicBezTo>
                      <a:pt x="5" y="92"/>
                      <a:pt x="7" y="93"/>
                      <a:pt x="7" y="94"/>
                    </a:cubicBezTo>
                    <a:cubicBezTo>
                      <a:pt x="7" y="94"/>
                      <a:pt x="4" y="92"/>
                      <a:pt x="5" y="94"/>
                    </a:cubicBezTo>
                    <a:cubicBezTo>
                      <a:pt x="5" y="95"/>
                      <a:pt x="8" y="96"/>
                      <a:pt x="8" y="96"/>
                    </a:cubicBezTo>
                    <a:cubicBezTo>
                      <a:pt x="8" y="97"/>
                      <a:pt x="5" y="95"/>
                      <a:pt x="4" y="96"/>
                    </a:cubicBezTo>
                    <a:cubicBezTo>
                      <a:pt x="2" y="96"/>
                      <a:pt x="4" y="93"/>
                      <a:pt x="3" y="93"/>
                    </a:cubicBezTo>
                    <a:cubicBezTo>
                      <a:pt x="3" y="93"/>
                      <a:pt x="1" y="95"/>
                      <a:pt x="2" y="96"/>
                    </a:cubicBezTo>
                    <a:cubicBezTo>
                      <a:pt x="3" y="96"/>
                      <a:pt x="2" y="98"/>
                      <a:pt x="2" y="98"/>
                    </a:cubicBezTo>
                    <a:cubicBezTo>
                      <a:pt x="3" y="99"/>
                      <a:pt x="4" y="97"/>
                      <a:pt x="5" y="96"/>
                    </a:cubicBezTo>
                    <a:cubicBezTo>
                      <a:pt x="5" y="96"/>
                      <a:pt x="5" y="97"/>
                      <a:pt x="5" y="97"/>
                    </a:cubicBezTo>
                    <a:cubicBezTo>
                      <a:pt x="6" y="97"/>
                      <a:pt x="6" y="96"/>
                      <a:pt x="7" y="96"/>
                    </a:cubicBezTo>
                    <a:cubicBezTo>
                      <a:pt x="7" y="96"/>
                      <a:pt x="7" y="98"/>
                      <a:pt x="6" y="98"/>
                    </a:cubicBezTo>
                    <a:cubicBezTo>
                      <a:pt x="4" y="99"/>
                      <a:pt x="8" y="101"/>
                      <a:pt x="8" y="100"/>
                    </a:cubicBezTo>
                    <a:cubicBezTo>
                      <a:pt x="8" y="102"/>
                      <a:pt x="1" y="100"/>
                      <a:pt x="5" y="103"/>
                    </a:cubicBezTo>
                    <a:cubicBezTo>
                      <a:pt x="7" y="104"/>
                      <a:pt x="8" y="105"/>
                      <a:pt x="10" y="105"/>
                    </a:cubicBezTo>
                    <a:cubicBezTo>
                      <a:pt x="10" y="105"/>
                      <a:pt x="13" y="107"/>
                      <a:pt x="14" y="107"/>
                    </a:cubicBezTo>
                    <a:cubicBezTo>
                      <a:pt x="17" y="107"/>
                      <a:pt x="21" y="104"/>
                      <a:pt x="23" y="102"/>
                    </a:cubicBezTo>
                    <a:cubicBezTo>
                      <a:pt x="24" y="100"/>
                      <a:pt x="25" y="100"/>
                      <a:pt x="27" y="99"/>
                    </a:cubicBezTo>
                    <a:cubicBezTo>
                      <a:pt x="28" y="98"/>
                      <a:pt x="28" y="95"/>
                      <a:pt x="29" y="95"/>
                    </a:cubicBezTo>
                    <a:cubicBezTo>
                      <a:pt x="29" y="95"/>
                      <a:pt x="29" y="98"/>
                      <a:pt x="30" y="98"/>
                    </a:cubicBezTo>
                    <a:cubicBezTo>
                      <a:pt x="32" y="99"/>
                      <a:pt x="31" y="99"/>
                      <a:pt x="31" y="100"/>
                    </a:cubicBezTo>
                    <a:cubicBezTo>
                      <a:pt x="32" y="100"/>
                      <a:pt x="33" y="100"/>
                      <a:pt x="34" y="101"/>
                    </a:cubicBezTo>
                    <a:cubicBezTo>
                      <a:pt x="34" y="102"/>
                      <a:pt x="33" y="100"/>
                      <a:pt x="34" y="10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3" name="Freeform 720">
                <a:extLst>
                  <a:ext uri="{FF2B5EF4-FFF2-40B4-BE49-F238E27FC236}">
                    <a16:creationId xmlns:a16="http://schemas.microsoft.com/office/drawing/2014/main" id="{B2B18723-2D82-184A-9DF5-10F7AB0673C3}"/>
                  </a:ext>
                </a:extLst>
              </p:cNvPr>
              <p:cNvSpPr>
                <a:spLocks noEditPoints="1"/>
              </p:cNvSpPr>
              <p:nvPr/>
            </p:nvSpPr>
            <p:spPr bwMode="auto">
              <a:xfrm>
                <a:off x="12945416" y="4366247"/>
                <a:ext cx="7563702" cy="2637633"/>
              </a:xfrm>
              <a:custGeom>
                <a:avLst/>
                <a:gdLst>
                  <a:gd name="T0" fmla="*/ 785 w 810"/>
                  <a:gd name="T1" fmla="*/ 109 h 282"/>
                  <a:gd name="T2" fmla="*/ 725 w 810"/>
                  <a:gd name="T3" fmla="*/ 77 h 282"/>
                  <a:gd name="T4" fmla="*/ 665 w 810"/>
                  <a:gd name="T5" fmla="*/ 80 h 282"/>
                  <a:gd name="T6" fmla="*/ 607 w 810"/>
                  <a:gd name="T7" fmla="*/ 65 h 282"/>
                  <a:gd name="T8" fmla="*/ 578 w 810"/>
                  <a:gd name="T9" fmla="*/ 56 h 282"/>
                  <a:gd name="T10" fmla="*/ 555 w 810"/>
                  <a:gd name="T11" fmla="*/ 61 h 282"/>
                  <a:gd name="T12" fmla="*/ 521 w 810"/>
                  <a:gd name="T13" fmla="*/ 59 h 282"/>
                  <a:gd name="T14" fmla="*/ 495 w 810"/>
                  <a:gd name="T15" fmla="*/ 44 h 282"/>
                  <a:gd name="T16" fmla="*/ 469 w 810"/>
                  <a:gd name="T17" fmla="*/ 49 h 282"/>
                  <a:gd name="T18" fmla="*/ 423 w 810"/>
                  <a:gd name="T19" fmla="*/ 43 h 282"/>
                  <a:gd name="T20" fmla="*/ 383 w 810"/>
                  <a:gd name="T21" fmla="*/ 50 h 282"/>
                  <a:gd name="T22" fmla="*/ 423 w 810"/>
                  <a:gd name="T23" fmla="*/ 17 h 282"/>
                  <a:gd name="T24" fmla="*/ 378 w 810"/>
                  <a:gd name="T25" fmla="*/ 7 h 282"/>
                  <a:gd name="T26" fmla="*/ 355 w 810"/>
                  <a:gd name="T27" fmla="*/ 17 h 282"/>
                  <a:gd name="T28" fmla="*/ 320 w 810"/>
                  <a:gd name="T29" fmla="*/ 22 h 282"/>
                  <a:gd name="T30" fmla="*/ 297 w 810"/>
                  <a:gd name="T31" fmla="*/ 32 h 282"/>
                  <a:gd name="T32" fmla="*/ 269 w 810"/>
                  <a:gd name="T33" fmla="*/ 49 h 282"/>
                  <a:gd name="T34" fmla="*/ 247 w 810"/>
                  <a:gd name="T35" fmla="*/ 58 h 282"/>
                  <a:gd name="T36" fmla="*/ 242 w 810"/>
                  <a:gd name="T37" fmla="*/ 50 h 282"/>
                  <a:gd name="T38" fmla="*/ 259 w 810"/>
                  <a:gd name="T39" fmla="*/ 97 h 282"/>
                  <a:gd name="T40" fmla="*/ 227 w 810"/>
                  <a:gd name="T41" fmla="*/ 107 h 282"/>
                  <a:gd name="T42" fmla="*/ 231 w 810"/>
                  <a:gd name="T43" fmla="*/ 88 h 282"/>
                  <a:gd name="T44" fmla="*/ 206 w 810"/>
                  <a:gd name="T45" fmla="*/ 60 h 282"/>
                  <a:gd name="T46" fmla="*/ 191 w 810"/>
                  <a:gd name="T47" fmla="*/ 83 h 282"/>
                  <a:gd name="T48" fmla="*/ 131 w 810"/>
                  <a:gd name="T49" fmla="*/ 90 h 282"/>
                  <a:gd name="T50" fmla="*/ 92 w 810"/>
                  <a:gd name="T51" fmla="*/ 100 h 282"/>
                  <a:gd name="T52" fmla="*/ 84 w 810"/>
                  <a:gd name="T53" fmla="*/ 107 h 282"/>
                  <a:gd name="T54" fmla="*/ 53 w 810"/>
                  <a:gd name="T55" fmla="*/ 120 h 282"/>
                  <a:gd name="T56" fmla="*/ 31 w 810"/>
                  <a:gd name="T57" fmla="*/ 102 h 282"/>
                  <a:gd name="T58" fmla="*/ 29 w 810"/>
                  <a:gd name="T59" fmla="*/ 84 h 282"/>
                  <a:gd name="T60" fmla="*/ 5 w 810"/>
                  <a:gd name="T61" fmla="*/ 88 h 282"/>
                  <a:gd name="T62" fmla="*/ 7 w 810"/>
                  <a:gd name="T63" fmla="*/ 152 h 282"/>
                  <a:gd name="T64" fmla="*/ 16 w 810"/>
                  <a:gd name="T65" fmla="*/ 187 h 282"/>
                  <a:gd name="T66" fmla="*/ 40 w 810"/>
                  <a:gd name="T67" fmla="*/ 223 h 282"/>
                  <a:gd name="T68" fmla="*/ 53 w 810"/>
                  <a:gd name="T69" fmla="*/ 244 h 282"/>
                  <a:gd name="T70" fmla="*/ 82 w 810"/>
                  <a:gd name="T71" fmla="*/ 272 h 282"/>
                  <a:gd name="T72" fmla="*/ 109 w 810"/>
                  <a:gd name="T73" fmla="*/ 250 h 282"/>
                  <a:gd name="T74" fmla="*/ 108 w 810"/>
                  <a:gd name="T75" fmla="*/ 222 h 282"/>
                  <a:gd name="T76" fmla="*/ 160 w 810"/>
                  <a:gd name="T77" fmla="*/ 223 h 282"/>
                  <a:gd name="T78" fmla="*/ 196 w 810"/>
                  <a:gd name="T79" fmla="*/ 196 h 282"/>
                  <a:gd name="T80" fmla="*/ 252 w 810"/>
                  <a:gd name="T81" fmla="*/ 204 h 282"/>
                  <a:gd name="T82" fmla="*/ 331 w 810"/>
                  <a:gd name="T83" fmla="*/ 226 h 282"/>
                  <a:gd name="T84" fmla="*/ 415 w 810"/>
                  <a:gd name="T85" fmla="*/ 231 h 282"/>
                  <a:gd name="T86" fmla="*/ 483 w 810"/>
                  <a:gd name="T87" fmla="*/ 207 h 282"/>
                  <a:gd name="T88" fmla="*/ 521 w 810"/>
                  <a:gd name="T89" fmla="*/ 258 h 282"/>
                  <a:gd name="T90" fmla="*/ 558 w 810"/>
                  <a:gd name="T91" fmla="*/ 226 h 282"/>
                  <a:gd name="T92" fmla="*/ 543 w 810"/>
                  <a:gd name="T93" fmla="*/ 199 h 282"/>
                  <a:gd name="T94" fmla="*/ 591 w 810"/>
                  <a:gd name="T95" fmla="*/ 162 h 282"/>
                  <a:gd name="T96" fmla="*/ 627 w 810"/>
                  <a:gd name="T97" fmla="*/ 165 h 282"/>
                  <a:gd name="T98" fmla="*/ 657 w 810"/>
                  <a:gd name="T99" fmla="*/ 153 h 282"/>
                  <a:gd name="T100" fmla="*/ 669 w 810"/>
                  <a:gd name="T101" fmla="*/ 154 h 282"/>
                  <a:gd name="T102" fmla="*/ 649 w 810"/>
                  <a:gd name="T103" fmla="*/ 210 h 282"/>
                  <a:gd name="T104" fmla="*/ 667 w 810"/>
                  <a:gd name="T105" fmla="*/ 171 h 282"/>
                  <a:gd name="T106" fmla="*/ 710 w 810"/>
                  <a:gd name="T107" fmla="*/ 156 h 282"/>
                  <a:gd name="T108" fmla="*/ 738 w 810"/>
                  <a:gd name="T109" fmla="*/ 121 h 282"/>
                  <a:gd name="T110" fmla="*/ 765 w 810"/>
                  <a:gd name="T111" fmla="*/ 116 h 282"/>
                  <a:gd name="T112" fmla="*/ 802 w 810"/>
                  <a:gd name="T113" fmla="*/ 115 h 282"/>
                  <a:gd name="T114" fmla="*/ 388 w 810"/>
                  <a:gd name="T115" fmla="*/ 2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10" h="282">
                    <a:moveTo>
                      <a:pt x="808" y="111"/>
                    </a:moveTo>
                    <a:cubicBezTo>
                      <a:pt x="806" y="109"/>
                      <a:pt x="803" y="108"/>
                      <a:pt x="801" y="106"/>
                    </a:cubicBezTo>
                    <a:cubicBezTo>
                      <a:pt x="800" y="105"/>
                      <a:pt x="799" y="104"/>
                      <a:pt x="797" y="103"/>
                    </a:cubicBezTo>
                    <a:cubicBezTo>
                      <a:pt x="796" y="103"/>
                      <a:pt x="794" y="103"/>
                      <a:pt x="793" y="102"/>
                    </a:cubicBezTo>
                    <a:cubicBezTo>
                      <a:pt x="793" y="103"/>
                      <a:pt x="794" y="103"/>
                      <a:pt x="794" y="103"/>
                    </a:cubicBezTo>
                    <a:cubicBezTo>
                      <a:pt x="795" y="103"/>
                      <a:pt x="792" y="104"/>
                      <a:pt x="791" y="103"/>
                    </a:cubicBezTo>
                    <a:cubicBezTo>
                      <a:pt x="791" y="103"/>
                      <a:pt x="792" y="103"/>
                      <a:pt x="792" y="102"/>
                    </a:cubicBezTo>
                    <a:cubicBezTo>
                      <a:pt x="791" y="101"/>
                      <a:pt x="786" y="103"/>
                      <a:pt x="785" y="102"/>
                    </a:cubicBezTo>
                    <a:cubicBezTo>
                      <a:pt x="787" y="103"/>
                      <a:pt x="787" y="103"/>
                      <a:pt x="787" y="106"/>
                    </a:cubicBezTo>
                    <a:cubicBezTo>
                      <a:pt x="786" y="107"/>
                      <a:pt x="788" y="109"/>
                      <a:pt x="788" y="109"/>
                    </a:cubicBezTo>
                    <a:cubicBezTo>
                      <a:pt x="787" y="109"/>
                      <a:pt x="787" y="108"/>
                      <a:pt x="787" y="108"/>
                    </a:cubicBezTo>
                    <a:cubicBezTo>
                      <a:pt x="786" y="107"/>
                      <a:pt x="786" y="109"/>
                      <a:pt x="785" y="109"/>
                    </a:cubicBezTo>
                    <a:cubicBezTo>
                      <a:pt x="785" y="109"/>
                      <a:pt x="783" y="105"/>
                      <a:pt x="783" y="105"/>
                    </a:cubicBezTo>
                    <a:cubicBezTo>
                      <a:pt x="783" y="104"/>
                      <a:pt x="783" y="104"/>
                      <a:pt x="783" y="104"/>
                    </a:cubicBezTo>
                    <a:cubicBezTo>
                      <a:pt x="783" y="103"/>
                      <a:pt x="782" y="102"/>
                      <a:pt x="783" y="101"/>
                    </a:cubicBezTo>
                    <a:cubicBezTo>
                      <a:pt x="784" y="99"/>
                      <a:pt x="782" y="100"/>
                      <a:pt x="781" y="99"/>
                    </a:cubicBezTo>
                    <a:cubicBezTo>
                      <a:pt x="781" y="98"/>
                      <a:pt x="779" y="97"/>
                      <a:pt x="778" y="97"/>
                    </a:cubicBezTo>
                    <a:cubicBezTo>
                      <a:pt x="771" y="93"/>
                      <a:pt x="765" y="89"/>
                      <a:pt x="758" y="87"/>
                    </a:cubicBezTo>
                    <a:cubicBezTo>
                      <a:pt x="756" y="86"/>
                      <a:pt x="755" y="85"/>
                      <a:pt x="754" y="84"/>
                    </a:cubicBezTo>
                    <a:cubicBezTo>
                      <a:pt x="753" y="83"/>
                      <a:pt x="751" y="82"/>
                      <a:pt x="749" y="82"/>
                    </a:cubicBezTo>
                    <a:cubicBezTo>
                      <a:pt x="746" y="81"/>
                      <a:pt x="743" y="80"/>
                      <a:pt x="739" y="78"/>
                    </a:cubicBezTo>
                    <a:cubicBezTo>
                      <a:pt x="736" y="78"/>
                      <a:pt x="732" y="78"/>
                      <a:pt x="730" y="78"/>
                    </a:cubicBezTo>
                    <a:cubicBezTo>
                      <a:pt x="728" y="78"/>
                      <a:pt x="727" y="78"/>
                      <a:pt x="726" y="78"/>
                    </a:cubicBezTo>
                    <a:cubicBezTo>
                      <a:pt x="726" y="78"/>
                      <a:pt x="725" y="77"/>
                      <a:pt x="725" y="77"/>
                    </a:cubicBezTo>
                    <a:cubicBezTo>
                      <a:pt x="724" y="78"/>
                      <a:pt x="724" y="79"/>
                      <a:pt x="723" y="78"/>
                    </a:cubicBezTo>
                    <a:cubicBezTo>
                      <a:pt x="720" y="78"/>
                      <a:pt x="717" y="77"/>
                      <a:pt x="714" y="76"/>
                    </a:cubicBezTo>
                    <a:cubicBezTo>
                      <a:pt x="713" y="76"/>
                      <a:pt x="710" y="75"/>
                      <a:pt x="710" y="77"/>
                    </a:cubicBezTo>
                    <a:cubicBezTo>
                      <a:pt x="709" y="79"/>
                      <a:pt x="708" y="79"/>
                      <a:pt x="710" y="80"/>
                    </a:cubicBezTo>
                    <a:cubicBezTo>
                      <a:pt x="712" y="82"/>
                      <a:pt x="714" y="86"/>
                      <a:pt x="709" y="87"/>
                    </a:cubicBezTo>
                    <a:cubicBezTo>
                      <a:pt x="708" y="88"/>
                      <a:pt x="705" y="88"/>
                      <a:pt x="704" y="86"/>
                    </a:cubicBezTo>
                    <a:cubicBezTo>
                      <a:pt x="703" y="85"/>
                      <a:pt x="703" y="84"/>
                      <a:pt x="700" y="84"/>
                    </a:cubicBezTo>
                    <a:cubicBezTo>
                      <a:pt x="697" y="83"/>
                      <a:pt x="699" y="82"/>
                      <a:pt x="698" y="81"/>
                    </a:cubicBezTo>
                    <a:cubicBezTo>
                      <a:pt x="698" y="80"/>
                      <a:pt x="695" y="79"/>
                      <a:pt x="694" y="80"/>
                    </a:cubicBezTo>
                    <a:cubicBezTo>
                      <a:pt x="691" y="83"/>
                      <a:pt x="686" y="80"/>
                      <a:pt x="682" y="80"/>
                    </a:cubicBezTo>
                    <a:cubicBezTo>
                      <a:pt x="678" y="80"/>
                      <a:pt x="674" y="79"/>
                      <a:pt x="670" y="79"/>
                    </a:cubicBezTo>
                    <a:cubicBezTo>
                      <a:pt x="668" y="79"/>
                      <a:pt x="667" y="79"/>
                      <a:pt x="665" y="80"/>
                    </a:cubicBezTo>
                    <a:cubicBezTo>
                      <a:pt x="663" y="81"/>
                      <a:pt x="664" y="84"/>
                      <a:pt x="664" y="86"/>
                    </a:cubicBezTo>
                    <a:cubicBezTo>
                      <a:pt x="664" y="86"/>
                      <a:pt x="664" y="86"/>
                      <a:pt x="664" y="86"/>
                    </a:cubicBezTo>
                    <a:cubicBezTo>
                      <a:pt x="663" y="86"/>
                      <a:pt x="662" y="81"/>
                      <a:pt x="661" y="80"/>
                    </a:cubicBezTo>
                    <a:cubicBezTo>
                      <a:pt x="660" y="80"/>
                      <a:pt x="656" y="80"/>
                      <a:pt x="655" y="78"/>
                    </a:cubicBezTo>
                    <a:cubicBezTo>
                      <a:pt x="655" y="75"/>
                      <a:pt x="659" y="74"/>
                      <a:pt x="655" y="71"/>
                    </a:cubicBezTo>
                    <a:cubicBezTo>
                      <a:pt x="653" y="70"/>
                      <a:pt x="651" y="69"/>
                      <a:pt x="648" y="68"/>
                    </a:cubicBezTo>
                    <a:cubicBezTo>
                      <a:pt x="642" y="66"/>
                      <a:pt x="635" y="68"/>
                      <a:pt x="629" y="69"/>
                    </a:cubicBezTo>
                    <a:cubicBezTo>
                      <a:pt x="626" y="69"/>
                      <a:pt x="623" y="69"/>
                      <a:pt x="619" y="69"/>
                    </a:cubicBezTo>
                    <a:cubicBezTo>
                      <a:pt x="618" y="69"/>
                      <a:pt x="618" y="69"/>
                      <a:pt x="617" y="69"/>
                    </a:cubicBezTo>
                    <a:cubicBezTo>
                      <a:pt x="615" y="68"/>
                      <a:pt x="617" y="68"/>
                      <a:pt x="618" y="67"/>
                    </a:cubicBezTo>
                    <a:cubicBezTo>
                      <a:pt x="618" y="66"/>
                      <a:pt x="613" y="65"/>
                      <a:pt x="613" y="65"/>
                    </a:cubicBezTo>
                    <a:cubicBezTo>
                      <a:pt x="612" y="64"/>
                      <a:pt x="608" y="65"/>
                      <a:pt x="607" y="65"/>
                    </a:cubicBezTo>
                    <a:cubicBezTo>
                      <a:pt x="607" y="65"/>
                      <a:pt x="611" y="64"/>
                      <a:pt x="610" y="63"/>
                    </a:cubicBezTo>
                    <a:cubicBezTo>
                      <a:pt x="609" y="63"/>
                      <a:pt x="608" y="64"/>
                      <a:pt x="607" y="64"/>
                    </a:cubicBezTo>
                    <a:cubicBezTo>
                      <a:pt x="606" y="63"/>
                      <a:pt x="604" y="62"/>
                      <a:pt x="604" y="62"/>
                    </a:cubicBezTo>
                    <a:cubicBezTo>
                      <a:pt x="603" y="62"/>
                      <a:pt x="600" y="60"/>
                      <a:pt x="602" y="60"/>
                    </a:cubicBezTo>
                    <a:cubicBezTo>
                      <a:pt x="603" y="60"/>
                      <a:pt x="605" y="60"/>
                      <a:pt x="606" y="60"/>
                    </a:cubicBezTo>
                    <a:cubicBezTo>
                      <a:pt x="609" y="60"/>
                      <a:pt x="605" y="57"/>
                      <a:pt x="604" y="57"/>
                    </a:cubicBezTo>
                    <a:cubicBezTo>
                      <a:pt x="602" y="55"/>
                      <a:pt x="597" y="56"/>
                      <a:pt x="594" y="55"/>
                    </a:cubicBezTo>
                    <a:cubicBezTo>
                      <a:pt x="592" y="55"/>
                      <a:pt x="591" y="57"/>
                      <a:pt x="589" y="59"/>
                    </a:cubicBezTo>
                    <a:cubicBezTo>
                      <a:pt x="589" y="59"/>
                      <a:pt x="582" y="63"/>
                      <a:pt x="582" y="60"/>
                    </a:cubicBezTo>
                    <a:cubicBezTo>
                      <a:pt x="583" y="58"/>
                      <a:pt x="584" y="60"/>
                      <a:pt x="586" y="59"/>
                    </a:cubicBezTo>
                    <a:cubicBezTo>
                      <a:pt x="586" y="59"/>
                      <a:pt x="585" y="56"/>
                      <a:pt x="584" y="56"/>
                    </a:cubicBezTo>
                    <a:cubicBezTo>
                      <a:pt x="584" y="56"/>
                      <a:pt x="578" y="56"/>
                      <a:pt x="578" y="56"/>
                    </a:cubicBezTo>
                    <a:cubicBezTo>
                      <a:pt x="579" y="55"/>
                      <a:pt x="581" y="54"/>
                      <a:pt x="583" y="54"/>
                    </a:cubicBezTo>
                    <a:cubicBezTo>
                      <a:pt x="584" y="55"/>
                      <a:pt x="591" y="55"/>
                      <a:pt x="591" y="55"/>
                    </a:cubicBezTo>
                    <a:cubicBezTo>
                      <a:pt x="591" y="54"/>
                      <a:pt x="585" y="54"/>
                      <a:pt x="584" y="53"/>
                    </a:cubicBezTo>
                    <a:cubicBezTo>
                      <a:pt x="582" y="53"/>
                      <a:pt x="580" y="53"/>
                      <a:pt x="578" y="53"/>
                    </a:cubicBezTo>
                    <a:cubicBezTo>
                      <a:pt x="574" y="52"/>
                      <a:pt x="570" y="52"/>
                      <a:pt x="566" y="51"/>
                    </a:cubicBezTo>
                    <a:cubicBezTo>
                      <a:pt x="565" y="51"/>
                      <a:pt x="561" y="50"/>
                      <a:pt x="561" y="50"/>
                    </a:cubicBezTo>
                    <a:cubicBezTo>
                      <a:pt x="561" y="51"/>
                      <a:pt x="562" y="52"/>
                      <a:pt x="561" y="52"/>
                    </a:cubicBezTo>
                    <a:cubicBezTo>
                      <a:pt x="560" y="53"/>
                      <a:pt x="559" y="53"/>
                      <a:pt x="558" y="53"/>
                    </a:cubicBezTo>
                    <a:cubicBezTo>
                      <a:pt x="557" y="53"/>
                      <a:pt x="552" y="54"/>
                      <a:pt x="553" y="56"/>
                    </a:cubicBezTo>
                    <a:cubicBezTo>
                      <a:pt x="554" y="58"/>
                      <a:pt x="556" y="55"/>
                      <a:pt x="557" y="56"/>
                    </a:cubicBezTo>
                    <a:cubicBezTo>
                      <a:pt x="557" y="56"/>
                      <a:pt x="554" y="57"/>
                      <a:pt x="555" y="59"/>
                    </a:cubicBezTo>
                    <a:cubicBezTo>
                      <a:pt x="556" y="59"/>
                      <a:pt x="555" y="60"/>
                      <a:pt x="555" y="61"/>
                    </a:cubicBezTo>
                    <a:cubicBezTo>
                      <a:pt x="556" y="61"/>
                      <a:pt x="557" y="62"/>
                      <a:pt x="557" y="63"/>
                    </a:cubicBezTo>
                    <a:cubicBezTo>
                      <a:pt x="557" y="63"/>
                      <a:pt x="553" y="63"/>
                      <a:pt x="552" y="63"/>
                    </a:cubicBezTo>
                    <a:cubicBezTo>
                      <a:pt x="550" y="63"/>
                      <a:pt x="552" y="62"/>
                      <a:pt x="552" y="62"/>
                    </a:cubicBezTo>
                    <a:cubicBezTo>
                      <a:pt x="551" y="61"/>
                      <a:pt x="548" y="62"/>
                      <a:pt x="548" y="62"/>
                    </a:cubicBezTo>
                    <a:cubicBezTo>
                      <a:pt x="546" y="63"/>
                      <a:pt x="544" y="62"/>
                      <a:pt x="543" y="62"/>
                    </a:cubicBezTo>
                    <a:cubicBezTo>
                      <a:pt x="542" y="62"/>
                      <a:pt x="546" y="63"/>
                      <a:pt x="546" y="63"/>
                    </a:cubicBezTo>
                    <a:cubicBezTo>
                      <a:pt x="549" y="64"/>
                      <a:pt x="546" y="66"/>
                      <a:pt x="545" y="65"/>
                    </a:cubicBezTo>
                    <a:cubicBezTo>
                      <a:pt x="544" y="65"/>
                      <a:pt x="544" y="64"/>
                      <a:pt x="544" y="63"/>
                    </a:cubicBezTo>
                    <a:cubicBezTo>
                      <a:pt x="543" y="63"/>
                      <a:pt x="542" y="63"/>
                      <a:pt x="541" y="63"/>
                    </a:cubicBezTo>
                    <a:cubicBezTo>
                      <a:pt x="539" y="62"/>
                      <a:pt x="537" y="61"/>
                      <a:pt x="534" y="62"/>
                    </a:cubicBezTo>
                    <a:cubicBezTo>
                      <a:pt x="531" y="62"/>
                      <a:pt x="529" y="65"/>
                      <a:pt x="526" y="63"/>
                    </a:cubicBezTo>
                    <a:cubicBezTo>
                      <a:pt x="524" y="62"/>
                      <a:pt x="522" y="61"/>
                      <a:pt x="521" y="59"/>
                    </a:cubicBezTo>
                    <a:cubicBezTo>
                      <a:pt x="520" y="58"/>
                      <a:pt x="518" y="62"/>
                      <a:pt x="517" y="62"/>
                    </a:cubicBezTo>
                    <a:cubicBezTo>
                      <a:pt x="516" y="64"/>
                      <a:pt x="515" y="70"/>
                      <a:pt x="512" y="69"/>
                    </a:cubicBezTo>
                    <a:cubicBezTo>
                      <a:pt x="510" y="68"/>
                      <a:pt x="508" y="68"/>
                      <a:pt x="506" y="66"/>
                    </a:cubicBezTo>
                    <a:cubicBezTo>
                      <a:pt x="505" y="65"/>
                      <a:pt x="503" y="63"/>
                      <a:pt x="502" y="62"/>
                    </a:cubicBezTo>
                    <a:cubicBezTo>
                      <a:pt x="501" y="60"/>
                      <a:pt x="499" y="59"/>
                      <a:pt x="498" y="58"/>
                    </a:cubicBezTo>
                    <a:cubicBezTo>
                      <a:pt x="496" y="56"/>
                      <a:pt x="500" y="57"/>
                      <a:pt x="501" y="57"/>
                    </a:cubicBezTo>
                    <a:cubicBezTo>
                      <a:pt x="502" y="57"/>
                      <a:pt x="504" y="56"/>
                      <a:pt x="504" y="55"/>
                    </a:cubicBezTo>
                    <a:cubicBezTo>
                      <a:pt x="504" y="55"/>
                      <a:pt x="499" y="52"/>
                      <a:pt x="499" y="52"/>
                    </a:cubicBezTo>
                    <a:cubicBezTo>
                      <a:pt x="499" y="52"/>
                      <a:pt x="502" y="52"/>
                      <a:pt x="502" y="51"/>
                    </a:cubicBezTo>
                    <a:cubicBezTo>
                      <a:pt x="501" y="50"/>
                      <a:pt x="499" y="50"/>
                      <a:pt x="499" y="50"/>
                    </a:cubicBezTo>
                    <a:cubicBezTo>
                      <a:pt x="499" y="48"/>
                      <a:pt x="504" y="47"/>
                      <a:pt x="499" y="46"/>
                    </a:cubicBezTo>
                    <a:cubicBezTo>
                      <a:pt x="498" y="46"/>
                      <a:pt x="497" y="44"/>
                      <a:pt x="495" y="44"/>
                    </a:cubicBezTo>
                    <a:cubicBezTo>
                      <a:pt x="494" y="44"/>
                      <a:pt x="492" y="43"/>
                      <a:pt x="491" y="44"/>
                    </a:cubicBezTo>
                    <a:cubicBezTo>
                      <a:pt x="490" y="44"/>
                      <a:pt x="490" y="45"/>
                      <a:pt x="489" y="45"/>
                    </a:cubicBezTo>
                    <a:cubicBezTo>
                      <a:pt x="488" y="44"/>
                      <a:pt x="488" y="44"/>
                      <a:pt x="487" y="44"/>
                    </a:cubicBezTo>
                    <a:cubicBezTo>
                      <a:pt x="486" y="44"/>
                      <a:pt x="484" y="44"/>
                      <a:pt x="483" y="43"/>
                    </a:cubicBezTo>
                    <a:cubicBezTo>
                      <a:pt x="482" y="43"/>
                      <a:pt x="481" y="43"/>
                      <a:pt x="480" y="41"/>
                    </a:cubicBezTo>
                    <a:cubicBezTo>
                      <a:pt x="479" y="41"/>
                      <a:pt x="480" y="40"/>
                      <a:pt x="478" y="41"/>
                    </a:cubicBezTo>
                    <a:cubicBezTo>
                      <a:pt x="478" y="41"/>
                      <a:pt x="477" y="42"/>
                      <a:pt x="476" y="42"/>
                    </a:cubicBezTo>
                    <a:cubicBezTo>
                      <a:pt x="475" y="42"/>
                      <a:pt x="475" y="41"/>
                      <a:pt x="474" y="42"/>
                    </a:cubicBezTo>
                    <a:cubicBezTo>
                      <a:pt x="474" y="43"/>
                      <a:pt x="473" y="44"/>
                      <a:pt x="473" y="45"/>
                    </a:cubicBezTo>
                    <a:cubicBezTo>
                      <a:pt x="473" y="46"/>
                      <a:pt x="475" y="46"/>
                      <a:pt x="474" y="47"/>
                    </a:cubicBezTo>
                    <a:cubicBezTo>
                      <a:pt x="473" y="48"/>
                      <a:pt x="474" y="48"/>
                      <a:pt x="473" y="48"/>
                    </a:cubicBezTo>
                    <a:cubicBezTo>
                      <a:pt x="472" y="48"/>
                      <a:pt x="470" y="48"/>
                      <a:pt x="469" y="49"/>
                    </a:cubicBezTo>
                    <a:cubicBezTo>
                      <a:pt x="470" y="48"/>
                      <a:pt x="473" y="50"/>
                      <a:pt x="473" y="50"/>
                    </a:cubicBezTo>
                    <a:cubicBezTo>
                      <a:pt x="472" y="51"/>
                      <a:pt x="469" y="49"/>
                      <a:pt x="467" y="49"/>
                    </a:cubicBezTo>
                    <a:cubicBezTo>
                      <a:pt x="465" y="49"/>
                      <a:pt x="462" y="49"/>
                      <a:pt x="459" y="49"/>
                    </a:cubicBezTo>
                    <a:cubicBezTo>
                      <a:pt x="458" y="49"/>
                      <a:pt x="458" y="48"/>
                      <a:pt x="457" y="48"/>
                    </a:cubicBezTo>
                    <a:cubicBezTo>
                      <a:pt x="456" y="47"/>
                      <a:pt x="453" y="48"/>
                      <a:pt x="452" y="48"/>
                    </a:cubicBezTo>
                    <a:cubicBezTo>
                      <a:pt x="451" y="47"/>
                      <a:pt x="449" y="47"/>
                      <a:pt x="448" y="46"/>
                    </a:cubicBezTo>
                    <a:cubicBezTo>
                      <a:pt x="448" y="45"/>
                      <a:pt x="450" y="45"/>
                      <a:pt x="450" y="44"/>
                    </a:cubicBezTo>
                    <a:cubicBezTo>
                      <a:pt x="451" y="43"/>
                      <a:pt x="442" y="43"/>
                      <a:pt x="441" y="43"/>
                    </a:cubicBezTo>
                    <a:cubicBezTo>
                      <a:pt x="436" y="42"/>
                      <a:pt x="432" y="43"/>
                      <a:pt x="427" y="43"/>
                    </a:cubicBezTo>
                    <a:cubicBezTo>
                      <a:pt x="424" y="43"/>
                      <a:pt x="425" y="43"/>
                      <a:pt x="426" y="45"/>
                    </a:cubicBezTo>
                    <a:cubicBezTo>
                      <a:pt x="426" y="46"/>
                      <a:pt x="424" y="45"/>
                      <a:pt x="424" y="45"/>
                    </a:cubicBezTo>
                    <a:cubicBezTo>
                      <a:pt x="422" y="45"/>
                      <a:pt x="423" y="44"/>
                      <a:pt x="423" y="43"/>
                    </a:cubicBezTo>
                    <a:cubicBezTo>
                      <a:pt x="423" y="41"/>
                      <a:pt x="422" y="38"/>
                      <a:pt x="420" y="40"/>
                    </a:cubicBezTo>
                    <a:cubicBezTo>
                      <a:pt x="420" y="42"/>
                      <a:pt x="416" y="42"/>
                      <a:pt x="414" y="41"/>
                    </a:cubicBezTo>
                    <a:cubicBezTo>
                      <a:pt x="413" y="40"/>
                      <a:pt x="415" y="38"/>
                      <a:pt x="411" y="39"/>
                    </a:cubicBezTo>
                    <a:cubicBezTo>
                      <a:pt x="410" y="39"/>
                      <a:pt x="409" y="39"/>
                      <a:pt x="408" y="39"/>
                    </a:cubicBezTo>
                    <a:cubicBezTo>
                      <a:pt x="407" y="38"/>
                      <a:pt x="406" y="39"/>
                      <a:pt x="404" y="40"/>
                    </a:cubicBezTo>
                    <a:cubicBezTo>
                      <a:pt x="402" y="42"/>
                      <a:pt x="407" y="41"/>
                      <a:pt x="407" y="42"/>
                    </a:cubicBezTo>
                    <a:cubicBezTo>
                      <a:pt x="407" y="44"/>
                      <a:pt x="403" y="43"/>
                      <a:pt x="402" y="44"/>
                    </a:cubicBezTo>
                    <a:cubicBezTo>
                      <a:pt x="401" y="45"/>
                      <a:pt x="399" y="45"/>
                      <a:pt x="397" y="46"/>
                    </a:cubicBezTo>
                    <a:cubicBezTo>
                      <a:pt x="395" y="47"/>
                      <a:pt x="393" y="47"/>
                      <a:pt x="390" y="47"/>
                    </a:cubicBezTo>
                    <a:cubicBezTo>
                      <a:pt x="388" y="47"/>
                      <a:pt x="388" y="47"/>
                      <a:pt x="387" y="49"/>
                    </a:cubicBezTo>
                    <a:cubicBezTo>
                      <a:pt x="386" y="50"/>
                      <a:pt x="382" y="51"/>
                      <a:pt x="381" y="51"/>
                    </a:cubicBezTo>
                    <a:cubicBezTo>
                      <a:pt x="381" y="50"/>
                      <a:pt x="383" y="50"/>
                      <a:pt x="383" y="50"/>
                    </a:cubicBezTo>
                    <a:cubicBezTo>
                      <a:pt x="385" y="49"/>
                      <a:pt x="385" y="47"/>
                      <a:pt x="386" y="46"/>
                    </a:cubicBezTo>
                    <a:cubicBezTo>
                      <a:pt x="387" y="44"/>
                      <a:pt x="388" y="46"/>
                      <a:pt x="389" y="45"/>
                    </a:cubicBezTo>
                    <a:cubicBezTo>
                      <a:pt x="390" y="45"/>
                      <a:pt x="390" y="44"/>
                      <a:pt x="391" y="44"/>
                    </a:cubicBezTo>
                    <a:cubicBezTo>
                      <a:pt x="394" y="42"/>
                      <a:pt x="398" y="41"/>
                      <a:pt x="401" y="39"/>
                    </a:cubicBezTo>
                    <a:cubicBezTo>
                      <a:pt x="403" y="38"/>
                      <a:pt x="405" y="37"/>
                      <a:pt x="407" y="36"/>
                    </a:cubicBezTo>
                    <a:cubicBezTo>
                      <a:pt x="411" y="33"/>
                      <a:pt x="416" y="31"/>
                      <a:pt x="420" y="29"/>
                    </a:cubicBezTo>
                    <a:cubicBezTo>
                      <a:pt x="423" y="28"/>
                      <a:pt x="426" y="26"/>
                      <a:pt x="423" y="23"/>
                    </a:cubicBezTo>
                    <a:cubicBezTo>
                      <a:pt x="422" y="22"/>
                      <a:pt x="422" y="24"/>
                      <a:pt x="421" y="23"/>
                    </a:cubicBezTo>
                    <a:cubicBezTo>
                      <a:pt x="420" y="22"/>
                      <a:pt x="419" y="22"/>
                      <a:pt x="418" y="21"/>
                    </a:cubicBezTo>
                    <a:cubicBezTo>
                      <a:pt x="418" y="20"/>
                      <a:pt x="423" y="22"/>
                      <a:pt x="423" y="22"/>
                    </a:cubicBezTo>
                    <a:cubicBezTo>
                      <a:pt x="424" y="22"/>
                      <a:pt x="427" y="22"/>
                      <a:pt x="425" y="20"/>
                    </a:cubicBezTo>
                    <a:cubicBezTo>
                      <a:pt x="424" y="19"/>
                      <a:pt x="424" y="18"/>
                      <a:pt x="423" y="17"/>
                    </a:cubicBezTo>
                    <a:cubicBezTo>
                      <a:pt x="422" y="15"/>
                      <a:pt x="421" y="19"/>
                      <a:pt x="420" y="19"/>
                    </a:cubicBezTo>
                    <a:cubicBezTo>
                      <a:pt x="420" y="18"/>
                      <a:pt x="420" y="17"/>
                      <a:pt x="420" y="17"/>
                    </a:cubicBezTo>
                    <a:cubicBezTo>
                      <a:pt x="420" y="16"/>
                      <a:pt x="420" y="16"/>
                      <a:pt x="419" y="15"/>
                    </a:cubicBezTo>
                    <a:cubicBezTo>
                      <a:pt x="419" y="14"/>
                      <a:pt x="417" y="13"/>
                      <a:pt x="416" y="13"/>
                    </a:cubicBezTo>
                    <a:cubicBezTo>
                      <a:pt x="414" y="12"/>
                      <a:pt x="413" y="12"/>
                      <a:pt x="411" y="11"/>
                    </a:cubicBezTo>
                    <a:cubicBezTo>
                      <a:pt x="409" y="11"/>
                      <a:pt x="409" y="11"/>
                      <a:pt x="406" y="12"/>
                    </a:cubicBezTo>
                    <a:cubicBezTo>
                      <a:pt x="404" y="12"/>
                      <a:pt x="397" y="9"/>
                      <a:pt x="396" y="12"/>
                    </a:cubicBezTo>
                    <a:cubicBezTo>
                      <a:pt x="395" y="13"/>
                      <a:pt x="389" y="14"/>
                      <a:pt x="388" y="13"/>
                    </a:cubicBezTo>
                    <a:cubicBezTo>
                      <a:pt x="388" y="13"/>
                      <a:pt x="394" y="9"/>
                      <a:pt x="392" y="8"/>
                    </a:cubicBezTo>
                    <a:cubicBezTo>
                      <a:pt x="392" y="8"/>
                      <a:pt x="385" y="9"/>
                      <a:pt x="384" y="8"/>
                    </a:cubicBezTo>
                    <a:cubicBezTo>
                      <a:pt x="384" y="7"/>
                      <a:pt x="386" y="7"/>
                      <a:pt x="386" y="7"/>
                    </a:cubicBezTo>
                    <a:cubicBezTo>
                      <a:pt x="386" y="6"/>
                      <a:pt x="378" y="7"/>
                      <a:pt x="378" y="7"/>
                    </a:cubicBezTo>
                    <a:cubicBezTo>
                      <a:pt x="379" y="5"/>
                      <a:pt x="383" y="6"/>
                      <a:pt x="384" y="5"/>
                    </a:cubicBezTo>
                    <a:cubicBezTo>
                      <a:pt x="385" y="4"/>
                      <a:pt x="387" y="5"/>
                      <a:pt x="386" y="4"/>
                    </a:cubicBezTo>
                    <a:cubicBezTo>
                      <a:pt x="386" y="3"/>
                      <a:pt x="386" y="2"/>
                      <a:pt x="385" y="2"/>
                    </a:cubicBezTo>
                    <a:cubicBezTo>
                      <a:pt x="382" y="2"/>
                      <a:pt x="381" y="1"/>
                      <a:pt x="378" y="1"/>
                    </a:cubicBezTo>
                    <a:cubicBezTo>
                      <a:pt x="376" y="0"/>
                      <a:pt x="374" y="1"/>
                      <a:pt x="372" y="2"/>
                    </a:cubicBezTo>
                    <a:cubicBezTo>
                      <a:pt x="368" y="3"/>
                      <a:pt x="364" y="6"/>
                      <a:pt x="362" y="8"/>
                    </a:cubicBezTo>
                    <a:cubicBezTo>
                      <a:pt x="361" y="9"/>
                      <a:pt x="361" y="9"/>
                      <a:pt x="362" y="10"/>
                    </a:cubicBezTo>
                    <a:cubicBezTo>
                      <a:pt x="363" y="10"/>
                      <a:pt x="362" y="11"/>
                      <a:pt x="362" y="12"/>
                    </a:cubicBezTo>
                    <a:cubicBezTo>
                      <a:pt x="362" y="14"/>
                      <a:pt x="366" y="13"/>
                      <a:pt x="366" y="14"/>
                    </a:cubicBezTo>
                    <a:cubicBezTo>
                      <a:pt x="366" y="13"/>
                      <a:pt x="361" y="14"/>
                      <a:pt x="360" y="14"/>
                    </a:cubicBezTo>
                    <a:cubicBezTo>
                      <a:pt x="359" y="14"/>
                      <a:pt x="353" y="13"/>
                      <a:pt x="352" y="14"/>
                    </a:cubicBezTo>
                    <a:cubicBezTo>
                      <a:pt x="352" y="13"/>
                      <a:pt x="355" y="17"/>
                      <a:pt x="355" y="17"/>
                    </a:cubicBezTo>
                    <a:cubicBezTo>
                      <a:pt x="356" y="18"/>
                      <a:pt x="351" y="16"/>
                      <a:pt x="350" y="16"/>
                    </a:cubicBezTo>
                    <a:cubicBezTo>
                      <a:pt x="349" y="16"/>
                      <a:pt x="347" y="17"/>
                      <a:pt x="345" y="18"/>
                    </a:cubicBezTo>
                    <a:cubicBezTo>
                      <a:pt x="345" y="18"/>
                      <a:pt x="345" y="18"/>
                      <a:pt x="344" y="18"/>
                    </a:cubicBezTo>
                    <a:cubicBezTo>
                      <a:pt x="342" y="18"/>
                      <a:pt x="344" y="18"/>
                      <a:pt x="343" y="17"/>
                    </a:cubicBezTo>
                    <a:cubicBezTo>
                      <a:pt x="343" y="18"/>
                      <a:pt x="338" y="20"/>
                      <a:pt x="338" y="20"/>
                    </a:cubicBezTo>
                    <a:cubicBezTo>
                      <a:pt x="338" y="19"/>
                      <a:pt x="340" y="18"/>
                      <a:pt x="340" y="18"/>
                    </a:cubicBezTo>
                    <a:cubicBezTo>
                      <a:pt x="340" y="17"/>
                      <a:pt x="335" y="18"/>
                      <a:pt x="334" y="17"/>
                    </a:cubicBezTo>
                    <a:cubicBezTo>
                      <a:pt x="334" y="17"/>
                      <a:pt x="336" y="16"/>
                      <a:pt x="336" y="16"/>
                    </a:cubicBezTo>
                    <a:cubicBezTo>
                      <a:pt x="335" y="17"/>
                      <a:pt x="330" y="18"/>
                      <a:pt x="328" y="18"/>
                    </a:cubicBezTo>
                    <a:cubicBezTo>
                      <a:pt x="323" y="19"/>
                      <a:pt x="329" y="19"/>
                      <a:pt x="330" y="20"/>
                    </a:cubicBezTo>
                    <a:cubicBezTo>
                      <a:pt x="329" y="19"/>
                      <a:pt x="324" y="21"/>
                      <a:pt x="323" y="21"/>
                    </a:cubicBezTo>
                    <a:cubicBezTo>
                      <a:pt x="322" y="21"/>
                      <a:pt x="321" y="21"/>
                      <a:pt x="320" y="22"/>
                    </a:cubicBezTo>
                    <a:cubicBezTo>
                      <a:pt x="319" y="23"/>
                      <a:pt x="317" y="22"/>
                      <a:pt x="315" y="22"/>
                    </a:cubicBezTo>
                    <a:cubicBezTo>
                      <a:pt x="314" y="22"/>
                      <a:pt x="313" y="24"/>
                      <a:pt x="311" y="24"/>
                    </a:cubicBezTo>
                    <a:cubicBezTo>
                      <a:pt x="309" y="25"/>
                      <a:pt x="308" y="24"/>
                      <a:pt x="307" y="25"/>
                    </a:cubicBezTo>
                    <a:cubicBezTo>
                      <a:pt x="306" y="26"/>
                      <a:pt x="305" y="27"/>
                      <a:pt x="304" y="27"/>
                    </a:cubicBezTo>
                    <a:cubicBezTo>
                      <a:pt x="302" y="27"/>
                      <a:pt x="300" y="27"/>
                      <a:pt x="299" y="27"/>
                    </a:cubicBezTo>
                    <a:cubicBezTo>
                      <a:pt x="299" y="27"/>
                      <a:pt x="302" y="29"/>
                      <a:pt x="302" y="29"/>
                    </a:cubicBezTo>
                    <a:cubicBezTo>
                      <a:pt x="301" y="30"/>
                      <a:pt x="295" y="30"/>
                      <a:pt x="295" y="30"/>
                    </a:cubicBezTo>
                    <a:cubicBezTo>
                      <a:pt x="295" y="30"/>
                      <a:pt x="299" y="30"/>
                      <a:pt x="299" y="30"/>
                    </a:cubicBezTo>
                    <a:cubicBezTo>
                      <a:pt x="299" y="30"/>
                      <a:pt x="297" y="30"/>
                      <a:pt x="296" y="30"/>
                    </a:cubicBezTo>
                    <a:cubicBezTo>
                      <a:pt x="297" y="30"/>
                      <a:pt x="299" y="31"/>
                      <a:pt x="299" y="31"/>
                    </a:cubicBezTo>
                    <a:cubicBezTo>
                      <a:pt x="298" y="31"/>
                      <a:pt x="298" y="31"/>
                      <a:pt x="297" y="31"/>
                    </a:cubicBezTo>
                    <a:cubicBezTo>
                      <a:pt x="298" y="31"/>
                      <a:pt x="297" y="32"/>
                      <a:pt x="297" y="32"/>
                    </a:cubicBezTo>
                    <a:cubicBezTo>
                      <a:pt x="297" y="33"/>
                      <a:pt x="294" y="32"/>
                      <a:pt x="294" y="32"/>
                    </a:cubicBezTo>
                    <a:cubicBezTo>
                      <a:pt x="294" y="33"/>
                      <a:pt x="296" y="33"/>
                      <a:pt x="296" y="34"/>
                    </a:cubicBezTo>
                    <a:cubicBezTo>
                      <a:pt x="297" y="34"/>
                      <a:pt x="295" y="34"/>
                      <a:pt x="295" y="34"/>
                    </a:cubicBezTo>
                    <a:cubicBezTo>
                      <a:pt x="295" y="36"/>
                      <a:pt x="299" y="34"/>
                      <a:pt x="298" y="36"/>
                    </a:cubicBezTo>
                    <a:cubicBezTo>
                      <a:pt x="296" y="38"/>
                      <a:pt x="301" y="39"/>
                      <a:pt x="298" y="40"/>
                    </a:cubicBezTo>
                    <a:cubicBezTo>
                      <a:pt x="296" y="40"/>
                      <a:pt x="294" y="40"/>
                      <a:pt x="292" y="40"/>
                    </a:cubicBezTo>
                    <a:cubicBezTo>
                      <a:pt x="291" y="41"/>
                      <a:pt x="291" y="42"/>
                      <a:pt x="289" y="41"/>
                    </a:cubicBezTo>
                    <a:cubicBezTo>
                      <a:pt x="288" y="41"/>
                      <a:pt x="287" y="41"/>
                      <a:pt x="286" y="41"/>
                    </a:cubicBezTo>
                    <a:cubicBezTo>
                      <a:pt x="282" y="42"/>
                      <a:pt x="278" y="42"/>
                      <a:pt x="274" y="42"/>
                    </a:cubicBezTo>
                    <a:cubicBezTo>
                      <a:pt x="272" y="42"/>
                      <a:pt x="270" y="42"/>
                      <a:pt x="269" y="43"/>
                    </a:cubicBezTo>
                    <a:cubicBezTo>
                      <a:pt x="268" y="44"/>
                      <a:pt x="267" y="45"/>
                      <a:pt x="267" y="46"/>
                    </a:cubicBezTo>
                    <a:cubicBezTo>
                      <a:pt x="267" y="47"/>
                      <a:pt x="269" y="48"/>
                      <a:pt x="269" y="49"/>
                    </a:cubicBezTo>
                    <a:cubicBezTo>
                      <a:pt x="268" y="51"/>
                      <a:pt x="268" y="52"/>
                      <a:pt x="269" y="53"/>
                    </a:cubicBezTo>
                    <a:cubicBezTo>
                      <a:pt x="271" y="55"/>
                      <a:pt x="274" y="54"/>
                      <a:pt x="276" y="56"/>
                    </a:cubicBezTo>
                    <a:cubicBezTo>
                      <a:pt x="276" y="56"/>
                      <a:pt x="278" y="60"/>
                      <a:pt x="278" y="60"/>
                    </a:cubicBezTo>
                    <a:cubicBezTo>
                      <a:pt x="274" y="60"/>
                      <a:pt x="273" y="60"/>
                      <a:pt x="270" y="58"/>
                    </a:cubicBezTo>
                    <a:cubicBezTo>
                      <a:pt x="267" y="56"/>
                      <a:pt x="262" y="54"/>
                      <a:pt x="258" y="54"/>
                    </a:cubicBezTo>
                    <a:cubicBezTo>
                      <a:pt x="256" y="54"/>
                      <a:pt x="257" y="53"/>
                      <a:pt x="255" y="52"/>
                    </a:cubicBezTo>
                    <a:cubicBezTo>
                      <a:pt x="254" y="52"/>
                      <a:pt x="250" y="52"/>
                      <a:pt x="250" y="54"/>
                    </a:cubicBezTo>
                    <a:cubicBezTo>
                      <a:pt x="250" y="55"/>
                      <a:pt x="254" y="55"/>
                      <a:pt x="254" y="55"/>
                    </a:cubicBezTo>
                    <a:cubicBezTo>
                      <a:pt x="254" y="55"/>
                      <a:pt x="251" y="56"/>
                      <a:pt x="252" y="56"/>
                    </a:cubicBezTo>
                    <a:cubicBezTo>
                      <a:pt x="254" y="57"/>
                      <a:pt x="255" y="56"/>
                      <a:pt x="256" y="58"/>
                    </a:cubicBezTo>
                    <a:cubicBezTo>
                      <a:pt x="256" y="60"/>
                      <a:pt x="253" y="59"/>
                      <a:pt x="252" y="59"/>
                    </a:cubicBezTo>
                    <a:cubicBezTo>
                      <a:pt x="250" y="58"/>
                      <a:pt x="249" y="57"/>
                      <a:pt x="247" y="58"/>
                    </a:cubicBezTo>
                    <a:cubicBezTo>
                      <a:pt x="245" y="58"/>
                      <a:pt x="246" y="61"/>
                      <a:pt x="247" y="62"/>
                    </a:cubicBezTo>
                    <a:cubicBezTo>
                      <a:pt x="248" y="63"/>
                      <a:pt x="250" y="63"/>
                      <a:pt x="251" y="63"/>
                    </a:cubicBezTo>
                    <a:cubicBezTo>
                      <a:pt x="253" y="64"/>
                      <a:pt x="255" y="64"/>
                      <a:pt x="256" y="65"/>
                    </a:cubicBezTo>
                    <a:cubicBezTo>
                      <a:pt x="257" y="66"/>
                      <a:pt x="257" y="67"/>
                      <a:pt x="257" y="67"/>
                    </a:cubicBezTo>
                    <a:cubicBezTo>
                      <a:pt x="258" y="67"/>
                      <a:pt x="259" y="67"/>
                      <a:pt x="260" y="67"/>
                    </a:cubicBezTo>
                    <a:cubicBezTo>
                      <a:pt x="260" y="67"/>
                      <a:pt x="257" y="68"/>
                      <a:pt x="257" y="68"/>
                    </a:cubicBezTo>
                    <a:cubicBezTo>
                      <a:pt x="255" y="68"/>
                      <a:pt x="255" y="67"/>
                      <a:pt x="254" y="66"/>
                    </a:cubicBezTo>
                    <a:cubicBezTo>
                      <a:pt x="252" y="65"/>
                      <a:pt x="249" y="65"/>
                      <a:pt x="246" y="65"/>
                    </a:cubicBezTo>
                    <a:cubicBezTo>
                      <a:pt x="245" y="65"/>
                      <a:pt x="240" y="64"/>
                      <a:pt x="242" y="62"/>
                    </a:cubicBezTo>
                    <a:cubicBezTo>
                      <a:pt x="243" y="62"/>
                      <a:pt x="242" y="61"/>
                      <a:pt x="242" y="60"/>
                    </a:cubicBezTo>
                    <a:cubicBezTo>
                      <a:pt x="241" y="59"/>
                      <a:pt x="242" y="58"/>
                      <a:pt x="242" y="57"/>
                    </a:cubicBezTo>
                    <a:cubicBezTo>
                      <a:pt x="243" y="55"/>
                      <a:pt x="244" y="51"/>
                      <a:pt x="242" y="50"/>
                    </a:cubicBezTo>
                    <a:cubicBezTo>
                      <a:pt x="238" y="49"/>
                      <a:pt x="241" y="54"/>
                      <a:pt x="240" y="56"/>
                    </a:cubicBezTo>
                    <a:cubicBezTo>
                      <a:pt x="238" y="58"/>
                      <a:pt x="235" y="59"/>
                      <a:pt x="233" y="61"/>
                    </a:cubicBezTo>
                    <a:cubicBezTo>
                      <a:pt x="230" y="64"/>
                      <a:pt x="231" y="63"/>
                      <a:pt x="233" y="65"/>
                    </a:cubicBezTo>
                    <a:cubicBezTo>
                      <a:pt x="234" y="66"/>
                      <a:pt x="237" y="69"/>
                      <a:pt x="237" y="71"/>
                    </a:cubicBezTo>
                    <a:cubicBezTo>
                      <a:pt x="237" y="71"/>
                      <a:pt x="236" y="73"/>
                      <a:pt x="235" y="73"/>
                    </a:cubicBezTo>
                    <a:cubicBezTo>
                      <a:pt x="234" y="75"/>
                      <a:pt x="233" y="77"/>
                      <a:pt x="233" y="79"/>
                    </a:cubicBezTo>
                    <a:cubicBezTo>
                      <a:pt x="233" y="79"/>
                      <a:pt x="234" y="84"/>
                      <a:pt x="235" y="84"/>
                    </a:cubicBezTo>
                    <a:cubicBezTo>
                      <a:pt x="237" y="84"/>
                      <a:pt x="239" y="84"/>
                      <a:pt x="241" y="83"/>
                    </a:cubicBezTo>
                    <a:cubicBezTo>
                      <a:pt x="243" y="82"/>
                      <a:pt x="246" y="83"/>
                      <a:pt x="248" y="84"/>
                    </a:cubicBezTo>
                    <a:cubicBezTo>
                      <a:pt x="251" y="84"/>
                      <a:pt x="253" y="86"/>
                      <a:pt x="254" y="89"/>
                    </a:cubicBezTo>
                    <a:cubicBezTo>
                      <a:pt x="255" y="91"/>
                      <a:pt x="251" y="94"/>
                      <a:pt x="253" y="95"/>
                    </a:cubicBezTo>
                    <a:cubicBezTo>
                      <a:pt x="253" y="95"/>
                      <a:pt x="259" y="97"/>
                      <a:pt x="259" y="97"/>
                    </a:cubicBezTo>
                    <a:cubicBezTo>
                      <a:pt x="259" y="98"/>
                      <a:pt x="252" y="96"/>
                      <a:pt x="251" y="96"/>
                    </a:cubicBezTo>
                    <a:cubicBezTo>
                      <a:pt x="251" y="96"/>
                      <a:pt x="250" y="93"/>
                      <a:pt x="250" y="93"/>
                    </a:cubicBezTo>
                    <a:cubicBezTo>
                      <a:pt x="251" y="91"/>
                      <a:pt x="252" y="90"/>
                      <a:pt x="250" y="89"/>
                    </a:cubicBezTo>
                    <a:cubicBezTo>
                      <a:pt x="248" y="88"/>
                      <a:pt x="249" y="86"/>
                      <a:pt x="247" y="85"/>
                    </a:cubicBezTo>
                    <a:cubicBezTo>
                      <a:pt x="245" y="85"/>
                      <a:pt x="243" y="86"/>
                      <a:pt x="241" y="86"/>
                    </a:cubicBezTo>
                    <a:cubicBezTo>
                      <a:pt x="241" y="86"/>
                      <a:pt x="237" y="87"/>
                      <a:pt x="237" y="88"/>
                    </a:cubicBezTo>
                    <a:cubicBezTo>
                      <a:pt x="238" y="88"/>
                      <a:pt x="239" y="88"/>
                      <a:pt x="238" y="88"/>
                    </a:cubicBezTo>
                    <a:cubicBezTo>
                      <a:pt x="238" y="89"/>
                      <a:pt x="236" y="90"/>
                      <a:pt x="237" y="91"/>
                    </a:cubicBezTo>
                    <a:cubicBezTo>
                      <a:pt x="241" y="93"/>
                      <a:pt x="238" y="96"/>
                      <a:pt x="236" y="98"/>
                    </a:cubicBezTo>
                    <a:cubicBezTo>
                      <a:pt x="235" y="99"/>
                      <a:pt x="234" y="101"/>
                      <a:pt x="234" y="102"/>
                    </a:cubicBezTo>
                    <a:cubicBezTo>
                      <a:pt x="233" y="103"/>
                      <a:pt x="231" y="104"/>
                      <a:pt x="229" y="104"/>
                    </a:cubicBezTo>
                    <a:cubicBezTo>
                      <a:pt x="228" y="105"/>
                      <a:pt x="227" y="105"/>
                      <a:pt x="227" y="107"/>
                    </a:cubicBezTo>
                    <a:cubicBezTo>
                      <a:pt x="226" y="109"/>
                      <a:pt x="224" y="108"/>
                      <a:pt x="223" y="108"/>
                    </a:cubicBezTo>
                    <a:cubicBezTo>
                      <a:pt x="220" y="107"/>
                      <a:pt x="218" y="108"/>
                      <a:pt x="216" y="107"/>
                    </a:cubicBezTo>
                    <a:cubicBezTo>
                      <a:pt x="215" y="107"/>
                      <a:pt x="214" y="106"/>
                      <a:pt x="213" y="106"/>
                    </a:cubicBezTo>
                    <a:cubicBezTo>
                      <a:pt x="211" y="106"/>
                      <a:pt x="211" y="105"/>
                      <a:pt x="210" y="104"/>
                    </a:cubicBezTo>
                    <a:cubicBezTo>
                      <a:pt x="210" y="104"/>
                      <a:pt x="212" y="103"/>
                      <a:pt x="212" y="104"/>
                    </a:cubicBezTo>
                    <a:cubicBezTo>
                      <a:pt x="213" y="106"/>
                      <a:pt x="215" y="106"/>
                      <a:pt x="215" y="105"/>
                    </a:cubicBezTo>
                    <a:cubicBezTo>
                      <a:pt x="216" y="104"/>
                      <a:pt x="221" y="107"/>
                      <a:pt x="223" y="105"/>
                    </a:cubicBezTo>
                    <a:cubicBezTo>
                      <a:pt x="223" y="104"/>
                      <a:pt x="221" y="103"/>
                      <a:pt x="223" y="103"/>
                    </a:cubicBezTo>
                    <a:cubicBezTo>
                      <a:pt x="224" y="102"/>
                      <a:pt x="226" y="101"/>
                      <a:pt x="227" y="100"/>
                    </a:cubicBezTo>
                    <a:cubicBezTo>
                      <a:pt x="228" y="98"/>
                      <a:pt x="227" y="98"/>
                      <a:pt x="230" y="97"/>
                    </a:cubicBezTo>
                    <a:cubicBezTo>
                      <a:pt x="233" y="95"/>
                      <a:pt x="229" y="93"/>
                      <a:pt x="231" y="91"/>
                    </a:cubicBezTo>
                    <a:cubicBezTo>
                      <a:pt x="233" y="90"/>
                      <a:pt x="233" y="89"/>
                      <a:pt x="231" y="88"/>
                    </a:cubicBezTo>
                    <a:cubicBezTo>
                      <a:pt x="230" y="88"/>
                      <a:pt x="229" y="87"/>
                      <a:pt x="228" y="86"/>
                    </a:cubicBezTo>
                    <a:cubicBezTo>
                      <a:pt x="227" y="84"/>
                      <a:pt x="228" y="81"/>
                      <a:pt x="228" y="79"/>
                    </a:cubicBezTo>
                    <a:cubicBezTo>
                      <a:pt x="228" y="77"/>
                      <a:pt x="227" y="75"/>
                      <a:pt x="228" y="73"/>
                    </a:cubicBezTo>
                    <a:cubicBezTo>
                      <a:pt x="228" y="71"/>
                      <a:pt x="230" y="71"/>
                      <a:pt x="230" y="69"/>
                    </a:cubicBezTo>
                    <a:cubicBezTo>
                      <a:pt x="229" y="67"/>
                      <a:pt x="227" y="66"/>
                      <a:pt x="226" y="65"/>
                    </a:cubicBezTo>
                    <a:cubicBezTo>
                      <a:pt x="225" y="64"/>
                      <a:pt x="224" y="63"/>
                      <a:pt x="225" y="62"/>
                    </a:cubicBezTo>
                    <a:cubicBezTo>
                      <a:pt x="227" y="61"/>
                      <a:pt x="227" y="59"/>
                      <a:pt x="228" y="57"/>
                    </a:cubicBezTo>
                    <a:cubicBezTo>
                      <a:pt x="229" y="56"/>
                      <a:pt x="230" y="53"/>
                      <a:pt x="229" y="52"/>
                    </a:cubicBezTo>
                    <a:cubicBezTo>
                      <a:pt x="229" y="51"/>
                      <a:pt x="225" y="50"/>
                      <a:pt x="223" y="49"/>
                    </a:cubicBezTo>
                    <a:cubicBezTo>
                      <a:pt x="221" y="49"/>
                      <a:pt x="219" y="49"/>
                      <a:pt x="217" y="49"/>
                    </a:cubicBezTo>
                    <a:cubicBezTo>
                      <a:pt x="216" y="49"/>
                      <a:pt x="213" y="48"/>
                      <a:pt x="212" y="49"/>
                    </a:cubicBezTo>
                    <a:cubicBezTo>
                      <a:pt x="209" y="51"/>
                      <a:pt x="209" y="58"/>
                      <a:pt x="206" y="60"/>
                    </a:cubicBezTo>
                    <a:cubicBezTo>
                      <a:pt x="204" y="63"/>
                      <a:pt x="198" y="64"/>
                      <a:pt x="198" y="68"/>
                    </a:cubicBezTo>
                    <a:cubicBezTo>
                      <a:pt x="198" y="69"/>
                      <a:pt x="201" y="68"/>
                      <a:pt x="201" y="68"/>
                    </a:cubicBezTo>
                    <a:cubicBezTo>
                      <a:pt x="202" y="69"/>
                      <a:pt x="201" y="73"/>
                      <a:pt x="201" y="73"/>
                    </a:cubicBezTo>
                    <a:cubicBezTo>
                      <a:pt x="200" y="75"/>
                      <a:pt x="202" y="76"/>
                      <a:pt x="199" y="76"/>
                    </a:cubicBezTo>
                    <a:cubicBezTo>
                      <a:pt x="199" y="77"/>
                      <a:pt x="198" y="77"/>
                      <a:pt x="198" y="78"/>
                    </a:cubicBezTo>
                    <a:cubicBezTo>
                      <a:pt x="199" y="79"/>
                      <a:pt x="200" y="79"/>
                      <a:pt x="201" y="79"/>
                    </a:cubicBezTo>
                    <a:cubicBezTo>
                      <a:pt x="202" y="79"/>
                      <a:pt x="206" y="79"/>
                      <a:pt x="206" y="80"/>
                    </a:cubicBezTo>
                    <a:cubicBezTo>
                      <a:pt x="206" y="82"/>
                      <a:pt x="206" y="84"/>
                      <a:pt x="208" y="85"/>
                    </a:cubicBezTo>
                    <a:cubicBezTo>
                      <a:pt x="210" y="86"/>
                      <a:pt x="212" y="85"/>
                      <a:pt x="210" y="87"/>
                    </a:cubicBezTo>
                    <a:cubicBezTo>
                      <a:pt x="209" y="88"/>
                      <a:pt x="209" y="90"/>
                      <a:pt x="208" y="91"/>
                    </a:cubicBezTo>
                    <a:cubicBezTo>
                      <a:pt x="207" y="93"/>
                      <a:pt x="202" y="88"/>
                      <a:pt x="201" y="87"/>
                    </a:cubicBezTo>
                    <a:cubicBezTo>
                      <a:pt x="198" y="85"/>
                      <a:pt x="194" y="84"/>
                      <a:pt x="191" y="83"/>
                    </a:cubicBezTo>
                    <a:cubicBezTo>
                      <a:pt x="189" y="82"/>
                      <a:pt x="188" y="81"/>
                      <a:pt x="186" y="80"/>
                    </a:cubicBezTo>
                    <a:cubicBezTo>
                      <a:pt x="185" y="80"/>
                      <a:pt x="183" y="79"/>
                      <a:pt x="182" y="79"/>
                    </a:cubicBezTo>
                    <a:cubicBezTo>
                      <a:pt x="179" y="79"/>
                      <a:pt x="176" y="78"/>
                      <a:pt x="173" y="78"/>
                    </a:cubicBezTo>
                    <a:cubicBezTo>
                      <a:pt x="169" y="78"/>
                      <a:pt x="165" y="78"/>
                      <a:pt x="168" y="83"/>
                    </a:cubicBezTo>
                    <a:cubicBezTo>
                      <a:pt x="170" y="84"/>
                      <a:pt x="169" y="86"/>
                      <a:pt x="167" y="87"/>
                    </a:cubicBezTo>
                    <a:cubicBezTo>
                      <a:pt x="166" y="88"/>
                      <a:pt x="163" y="86"/>
                      <a:pt x="164" y="89"/>
                    </a:cubicBezTo>
                    <a:cubicBezTo>
                      <a:pt x="165" y="90"/>
                      <a:pt x="157" y="90"/>
                      <a:pt x="161" y="87"/>
                    </a:cubicBezTo>
                    <a:cubicBezTo>
                      <a:pt x="162" y="86"/>
                      <a:pt x="159" y="84"/>
                      <a:pt x="158" y="85"/>
                    </a:cubicBezTo>
                    <a:cubicBezTo>
                      <a:pt x="156" y="85"/>
                      <a:pt x="154" y="86"/>
                      <a:pt x="153" y="87"/>
                    </a:cubicBezTo>
                    <a:cubicBezTo>
                      <a:pt x="150" y="89"/>
                      <a:pt x="147" y="87"/>
                      <a:pt x="144" y="88"/>
                    </a:cubicBezTo>
                    <a:cubicBezTo>
                      <a:pt x="141" y="89"/>
                      <a:pt x="139" y="91"/>
                      <a:pt x="137" y="91"/>
                    </a:cubicBezTo>
                    <a:cubicBezTo>
                      <a:pt x="136" y="91"/>
                      <a:pt x="130" y="91"/>
                      <a:pt x="131" y="90"/>
                    </a:cubicBezTo>
                    <a:cubicBezTo>
                      <a:pt x="133" y="90"/>
                      <a:pt x="133" y="90"/>
                      <a:pt x="133" y="89"/>
                    </a:cubicBezTo>
                    <a:cubicBezTo>
                      <a:pt x="133" y="86"/>
                      <a:pt x="135" y="87"/>
                      <a:pt x="135" y="85"/>
                    </a:cubicBezTo>
                    <a:cubicBezTo>
                      <a:pt x="136" y="84"/>
                      <a:pt x="129" y="86"/>
                      <a:pt x="129" y="86"/>
                    </a:cubicBezTo>
                    <a:cubicBezTo>
                      <a:pt x="128" y="86"/>
                      <a:pt x="127" y="86"/>
                      <a:pt x="127" y="87"/>
                    </a:cubicBezTo>
                    <a:cubicBezTo>
                      <a:pt x="127" y="88"/>
                      <a:pt x="127" y="89"/>
                      <a:pt x="127" y="90"/>
                    </a:cubicBezTo>
                    <a:cubicBezTo>
                      <a:pt x="126" y="90"/>
                      <a:pt x="124" y="89"/>
                      <a:pt x="123" y="89"/>
                    </a:cubicBezTo>
                    <a:cubicBezTo>
                      <a:pt x="121" y="89"/>
                      <a:pt x="118" y="90"/>
                      <a:pt x="116" y="91"/>
                    </a:cubicBezTo>
                    <a:cubicBezTo>
                      <a:pt x="113" y="92"/>
                      <a:pt x="110" y="94"/>
                      <a:pt x="107" y="95"/>
                    </a:cubicBezTo>
                    <a:cubicBezTo>
                      <a:pt x="105" y="95"/>
                      <a:pt x="104" y="96"/>
                      <a:pt x="103" y="98"/>
                    </a:cubicBezTo>
                    <a:cubicBezTo>
                      <a:pt x="103" y="99"/>
                      <a:pt x="103" y="102"/>
                      <a:pt x="101" y="102"/>
                    </a:cubicBezTo>
                    <a:cubicBezTo>
                      <a:pt x="99" y="102"/>
                      <a:pt x="97" y="103"/>
                      <a:pt x="95" y="103"/>
                    </a:cubicBezTo>
                    <a:cubicBezTo>
                      <a:pt x="94" y="103"/>
                      <a:pt x="93" y="101"/>
                      <a:pt x="92" y="100"/>
                    </a:cubicBezTo>
                    <a:cubicBezTo>
                      <a:pt x="90" y="98"/>
                      <a:pt x="87" y="99"/>
                      <a:pt x="89" y="96"/>
                    </a:cubicBezTo>
                    <a:cubicBezTo>
                      <a:pt x="90" y="94"/>
                      <a:pt x="93" y="95"/>
                      <a:pt x="94" y="94"/>
                    </a:cubicBezTo>
                    <a:cubicBezTo>
                      <a:pt x="96" y="94"/>
                      <a:pt x="98" y="95"/>
                      <a:pt x="97" y="93"/>
                    </a:cubicBezTo>
                    <a:cubicBezTo>
                      <a:pt x="96" y="92"/>
                      <a:pt x="95" y="90"/>
                      <a:pt x="94" y="89"/>
                    </a:cubicBezTo>
                    <a:cubicBezTo>
                      <a:pt x="92" y="87"/>
                      <a:pt x="89" y="88"/>
                      <a:pt x="87" y="88"/>
                    </a:cubicBezTo>
                    <a:cubicBezTo>
                      <a:pt x="86" y="88"/>
                      <a:pt x="80" y="87"/>
                      <a:pt x="80" y="87"/>
                    </a:cubicBezTo>
                    <a:cubicBezTo>
                      <a:pt x="80" y="87"/>
                      <a:pt x="83" y="88"/>
                      <a:pt x="83" y="88"/>
                    </a:cubicBezTo>
                    <a:cubicBezTo>
                      <a:pt x="84" y="89"/>
                      <a:pt x="84" y="90"/>
                      <a:pt x="84" y="91"/>
                    </a:cubicBezTo>
                    <a:cubicBezTo>
                      <a:pt x="84" y="92"/>
                      <a:pt x="84" y="94"/>
                      <a:pt x="84" y="95"/>
                    </a:cubicBezTo>
                    <a:cubicBezTo>
                      <a:pt x="83" y="96"/>
                      <a:pt x="82" y="97"/>
                      <a:pt x="82" y="98"/>
                    </a:cubicBezTo>
                    <a:cubicBezTo>
                      <a:pt x="83" y="100"/>
                      <a:pt x="87" y="100"/>
                      <a:pt x="86" y="103"/>
                    </a:cubicBezTo>
                    <a:cubicBezTo>
                      <a:pt x="85" y="104"/>
                      <a:pt x="84" y="106"/>
                      <a:pt x="84" y="107"/>
                    </a:cubicBezTo>
                    <a:cubicBezTo>
                      <a:pt x="84" y="107"/>
                      <a:pt x="84" y="111"/>
                      <a:pt x="84" y="111"/>
                    </a:cubicBezTo>
                    <a:cubicBezTo>
                      <a:pt x="84" y="111"/>
                      <a:pt x="83" y="108"/>
                      <a:pt x="83" y="108"/>
                    </a:cubicBezTo>
                    <a:cubicBezTo>
                      <a:pt x="82" y="108"/>
                      <a:pt x="81" y="110"/>
                      <a:pt x="80" y="109"/>
                    </a:cubicBezTo>
                    <a:cubicBezTo>
                      <a:pt x="80" y="109"/>
                      <a:pt x="82" y="108"/>
                      <a:pt x="82" y="107"/>
                    </a:cubicBezTo>
                    <a:cubicBezTo>
                      <a:pt x="81" y="106"/>
                      <a:pt x="79" y="106"/>
                      <a:pt x="78" y="106"/>
                    </a:cubicBezTo>
                    <a:cubicBezTo>
                      <a:pt x="77" y="106"/>
                      <a:pt x="76" y="105"/>
                      <a:pt x="75" y="106"/>
                    </a:cubicBezTo>
                    <a:cubicBezTo>
                      <a:pt x="73" y="106"/>
                      <a:pt x="72" y="108"/>
                      <a:pt x="70" y="108"/>
                    </a:cubicBezTo>
                    <a:cubicBezTo>
                      <a:pt x="68" y="110"/>
                      <a:pt x="67" y="110"/>
                      <a:pt x="65" y="112"/>
                    </a:cubicBezTo>
                    <a:cubicBezTo>
                      <a:pt x="63" y="114"/>
                      <a:pt x="61" y="114"/>
                      <a:pt x="64" y="116"/>
                    </a:cubicBezTo>
                    <a:cubicBezTo>
                      <a:pt x="65" y="117"/>
                      <a:pt x="67" y="120"/>
                      <a:pt x="66" y="121"/>
                    </a:cubicBezTo>
                    <a:cubicBezTo>
                      <a:pt x="65" y="122"/>
                      <a:pt x="59" y="120"/>
                      <a:pt x="58" y="120"/>
                    </a:cubicBezTo>
                    <a:cubicBezTo>
                      <a:pt x="57" y="119"/>
                      <a:pt x="54" y="120"/>
                      <a:pt x="53" y="120"/>
                    </a:cubicBezTo>
                    <a:cubicBezTo>
                      <a:pt x="54" y="119"/>
                      <a:pt x="49" y="115"/>
                      <a:pt x="48" y="117"/>
                    </a:cubicBezTo>
                    <a:cubicBezTo>
                      <a:pt x="43" y="121"/>
                      <a:pt x="54" y="122"/>
                      <a:pt x="54" y="124"/>
                    </a:cubicBezTo>
                    <a:cubicBezTo>
                      <a:pt x="53" y="128"/>
                      <a:pt x="50" y="126"/>
                      <a:pt x="47" y="126"/>
                    </a:cubicBezTo>
                    <a:cubicBezTo>
                      <a:pt x="44" y="125"/>
                      <a:pt x="43" y="123"/>
                      <a:pt x="40" y="122"/>
                    </a:cubicBezTo>
                    <a:cubicBezTo>
                      <a:pt x="38" y="121"/>
                      <a:pt x="38" y="120"/>
                      <a:pt x="37" y="118"/>
                    </a:cubicBezTo>
                    <a:cubicBezTo>
                      <a:pt x="37" y="116"/>
                      <a:pt x="36" y="116"/>
                      <a:pt x="35" y="115"/>
                    </a:cubicBezTo>
                    <a:cubicBezTo>
                      <a:pt x="35" y="114"/>
                      <a:pt x="38" y="112"/>
                      <a:pt x="38" y="112"/>
                    </a:cubicBezTo>
                    <a:cubicBezTo>
                      <a:pt x="39" y="109"/>
                      <a:pt x="34" y="107"/>
                      <a:pt x="32" y="107"/>
                    </a:cubicBezTo>
                    <a:cubicBezTo>
                      <a:pt x="30" y="106"/>
                      <a:pt x="30" y="104"/>
                      <a:pt x="28" y="104"/>
                    </a:cubicBezTo>
                    <a:cubicBezTo>
                      <a:pt x="29" y="103"/>
                      <a:pt x="24" y="99"/>
                      <a:pt x="24" y="99"/>
                    </a:cubicBezTo>
                    <a:cubicBezTo>
                      <a:pt x="26" y="98"/>
                      <a:pt x="28" y="101"/>
                      <a:pt x="29" y="102"/>
                    </a:cubicBezTo>
                    <a:cubicBezTo>
                      <a:pt x="30" y="103"/>
                      <a:pt x="31" y="103"/>
                      <a:pt x="31" y="102"/>
                    </a:cubicBezTo>
                    <a:cubicBezTo>
                      <a:pt x="32" y="102"/>
                      <a:pt x="33" y="103"/>
                      <a:pt x="33" y="103"/>
                    </a:cubicBezTo>
                    <a:cubicBezTo>
                      <a:pt x="36" y="104"/>
                      <a:pt x="38" y="105"/>
                      <a:pt x="41" y="105"/>
                    </a:cubicBezTo>
                    <a:cubicBezTo>
                      <a:pt x="43" y="106"/>
                      <a:pt x="46" y="106"/>
                      <a:pt x="49" y="107"/>
                    </a:cubicBezTo>
                    <a:cubicBezTo>
                      <a:pt x="54" y="109"/>
                      <a:pt x="58" y="109"/>
                      <a:pt x="63" y="106"/>
                    </a:cubicBezTo>
                    <a:cubicBezTo>
                      <a:pt x="65" y="105"/>
                      <a:pt x="66" y="104"/>
                      <a:pt x="68" y="103"/>
                    </a:cubicBezTo>
                    <a:cubicBezTo>
                      <a:pt x="71" y="101"/>
                      <a:pt x="69" y="100"/>
                      <a:pt x="69" y="97"/>
                    </a:cubicBezTo>
                    <a:cubicBezTo>
                      <a:pt x="69" y="94"/>
                      <a:pt x="62" y="93"/>
                      <a:pt x="60" y="91"/>
                    </a:cubicBezTo>
                    <a:cubicBezTo>
                      <a:pt x="57" y="89"/>
                      <a:pt x="53" y="87"/>
                      <a:pt x="50" y="86"/>
                    </a:cubicBezTo>
                    <a:cubicBezTo>
                      <a:pt x="47" y="84"/>
                      <a:pt x="43" y="82"/>
                      <a:pt x="40" y="82"/>
                    </a:cubicBezTo>
                    <a:cubicBezTo>
                      <a:pt x="39" y="81"/>
                      <a:pt x="39" y="82"/>
                      <a:pt x="38" y="82"/>
                    </a:cubicBezTo>
                    <a:cubicBezTo>
                      <a:pt x="37" y="82"/>
                      <a:pt x="36" y="81"/>
                      <a:pt x="35" y="81"/>
                    </a:cubicBezTo>
                    <a:cubicBezTo>
                      <a:pt x="33" y="80"/>
                      <a:pt x="31" y="84"/>
                      <a:pt x="29" y="84"/>
                    </a:cubicBezTo>
                    <a:cubicBezTo>
                      <a:pt x="29" y="83"/>
                      <a:pt x="33" y="80"/>
                      <a:pt x="29" y="80"/>
                    </a:cubicBezTo>
                    <a:cubicBezTo>
                      <a:pt x="28" y="80"/>
                      <a:pt x="24" y="78"/>
                      <a:pt x="24" y="78"/>
                    </a:cubicBezTo>
                    <a:cubicBezTo>
                      <a:pt x="25" y="77"/>
                      <a:pt x="29" y="80"/>
                      <a:pt x="29" y="78"/>
                    </a:cubicBezTo>
                    <a:cubicBezTo>
                      <a:pt x="29" y="77"/>
                      <a:pt x="25" y="75"/>
                      <a:pt x="24" y="75"/>
                    </a:cubicBezTo>
                    <a:cubicBezTo>
                      <a:pt x="23" y="76"/>
                      <a:pt x="20" y="78"/>
                      <a:pt x="20" y="78"/>
                    </a:cubicBezTo>
                    <a:cubicBezTo>
                      <a:pt x="20" y="77"/>
                      <a:pt x="20" y="77"/>
                      <a:pt x="19" y="76"/>
                    </a:cubicBezTo>
                    <a:cubicBezTo>
                      <a:pt x="17" y="76"/>
                      <a:pt x="17" y="77"/>
                      <a:pt x="16" y="78"/>
                    </a:cubicBezTo>
                    <a:cubicBezTo>
                      <a:pt x="16" y="78"/>
                      <a:pt x="16" y="78"/>
                      <a:pt x="16" y="77"/>
                    </a:cubicBezTo>
                    <a:cubicBezTo>
                      <a:pt x="15" y="78"/>
                      <a:pt x="14" y="80"/>
                      <a:pt x="13" y="80"/>
                    </a:cubicBezTo>
                    <a:cubicBezTo>
                      <a:pt x="12" y="81"/>
                      <a:pt x="10" y="81"/>
                      <a:pt x="10" y="81"/>
                    </a:cubicBezTo>
                    <a:cubicBezTo>
                      <a:pt x="9" y="83"/>
                      <a:pt x="5" y="83"/>
                      <a:pt x="6" y="85"/>
                    </a:cubicBezTo>
                    <a:cubicBezTo>
                      <a:pt x="9" y="87"/>
                      <a:pt x="5" y="85"/>
                      <a:pt x="5" y="88"/>
                    </a:cubicBezTo>
                    <a:cubicBezTo>
                      <a:pt x="5" y="90"/>
                      <a:pt x="9" y="91"/>
                      <a:pt x="10" y="92"/>
                    </a:cubicBezTo>
                    <a:cubicBezTo>
                      <a:pt x="12" y="93"/>
                      <a:pt x="14" y="95"/>
                      <a:pt x="13" y="97"/>
                    </a:cubicBezTo>
                    <a:cubicBezTo>
                      <a:pt x="12" y="99"/>
                      <a:pt x="9" y="100"/>
                      <a:pt x="9" y="102"/>
                    </a:cubicBezTo>
                    <a:cubicBezTo>
                      <a:pt x="10" y="104"/>
                      <a:pt x="12" y="106"/>
                      <a:pt x="13" y="108"/>
                    </a:cubicBezTo>
                    <a:cubicBezTo>
                      <a:pt x="14" y="110"/>
                      <a:pt x="12" y="110"/>
                      <a:pt x="12" y="112"/>
                    </a:cubicBezTo>
                    <a:cubicBezTo>
                      <a:pt x="12" y="114"/>
                      <a:pt x="15" y="116"/>
                      <a:pt x="13" y="117"/>
                    </a:cubicBezTo>
                    <a:cubicBezTo>
                      <a:pt x="11" y="118"/>
                      <a:pt x="14" y="121"/>
                      <a:pt x="14" y="122"/>
                    </a:cubicBezTo>
                    <a:cubicBezTo>
                      <a:pt x="16" y="124"/>
                      <a:pt x="18" y="124"/>
                      <a:pt x="15" y="126"/>
                    </a:cubicBezTo>
                    <a:cubicBezTo>
                      <a:pt x="13" y="128"/>
                      <a:pt x="14" y="128"/>
                      <a:pt x="15" y="129"/>
                    </a:cubicBezTo>
                    <a:cubicBezTo>
                      <a:pt x="20" y="132"/>
                      <a:pt x="23" y="134"/>
                      <a:pt x="18" y="138"/>
                    </a:cubicBezTo>
                    <a:cubicBezTo>
                      <a:pt x="13" y="143"/>
                      <a:pt x="8" y="147"/>
                      <a:pt x="4" y="152"/>
                    </a:cubicBezTo>
                    <a:cubicBezTo>
                      <a:pt x="6" y="152"/>
                      <a:pt x="6" y="151"/>
                      <a:pt x="7" y="152"/>
                    </a:cubicBezTo>
                    <a:cubicBezTo>
                      <a:pt x="8" y="154"/>
                      <a:pt x="10" y="154"/>
                      <a:pt x="11" y="155"/>
                    </a:cubicBezTo>
                    <a:cubicBezTo>
                      <a:pt x="17" y="157"/>
                      <a:pt x="9" y="157"/>
                      <a:pt x="7" y="157"/>
                    </a:cubicBezTo>
                    <a:cubicBezTo>
                      <a:pt x="5" y="157"/>
                      <a:pt x="4" y="158"/>
                      <a:pt x="4" y="160"/>
                    </a:cubicBezTo>
                    <a:cubicBezTo>
                      <a:pt x="4" y="162"/>
                      <a:pt x="2" y="163"/>
                      <a:pt x="1" y="165"/>
                    </a:cubicBezTo>
                    <a:cubicBezTo>
                      <a:pt x="0" y="166"/>
                      <a:pt x="1" y="168"/>
                      <a:pt x="2" y="170"/>
                    </a:cubicBezTo>
                    <a:cubicBezTo>
                      <a:pt x="2" y="172"/>
                      <a:pt x="0" y="174"/>
                      <a:pt x="1" y="175"/>
                    </a:cubicBezTo>
                    <a:cubicBezTo>
                      <a:pt x="3" y="176"/>
                      <a:pt x="3" y="176"/>
                      <a:pt x="3" y="178"/>
                    </a:cubicBezTo>
                    <a:cubicBezTo>
                      <a:pt x="2" y="180"/>
                      <a:pt x="4" y="181"/>
                      <a:pt x="4" y="183"/>
                    </a:cubicBezTo>
                    <a:cubicBezTo>
                      <a:pt x="4" y="184"/>
                      <a:pt x="7" y="186"/>
                      <a:pt x="8" y="186"/>
                    </a:cubicBezTo>
                    <a:cubicBezTo>
                      <a:pt x="8" y="186"/>
                      <a:pt x="9" y="185"/>
                      <a:pt x="10" y="185"/>
                    </a:cubicBezTo>
                    <a:cubicBezTo>
                      <a:pt x="11" y="185"/>
                      <a:pt x="11" y="187"/>
                      <a:pt x="12" y="187"/>
                    </a:cubicBezTo>
                    <a:cubicBezTo>
                      <a:pt x="14" y="186"/>
                      <a:pt x="14" y="185"/>
                      <a:pt x="16" y="187"/>
                    </a:cubicBezTo>
                    <a:cubicBezTo>
                      <a:pt x="18" y="188"/>
                      <a:pt x="18" y="188"/>
                      <a:pt x="18" y="190"/>
                    </a:cubicBezTo>
                    <a:cubicBezTo>
                      <a:pt x="17" y="195"/>
                      <a:pt x="21" y="199"/>
                      <a:pt x="24" y="201"/>
                    </a:cubicBezTo>
                    <a:cubicBezTo>
                      <a:pt x="26" y="202"/>
                      <a:pt x="27" y="203"/>
                      <a:pt x="25" y="204"/>
                    </a:cubicBezTo>
                    <a:cubicBezTo>
                      <a:pt x="24" y="206"/>
                      <a:pt x="23" y="205"/>
                      <a:pt x="21" y="205"/>
                    </a:cubicBezTo>
                    <a:cubicBezTo>
                      <a:pt x="19" y="205"/>
                      <a:pt x="22" y="214"/>
                      <a:pt x="24" y="213"/>
                    </a:cubicBezTo>
                    <a:cubicBezTo>
                      <a:pt x="25" y="212"/>
                      <a:pt x="26" y="209"/>
                      <a:pt x="27" y="210"/>
                    </a:cubicBezTo>
                    <a:cubicBezTo>
                      <a:pt x="28" y="210"/>
                      <a:pt x="29" y="211"/>
                      <a:pt x="31" y="211"/>
                    </a:cubicBezTo>
                    <a:cubicBezTo>
                      <a:pt x="33" y="211"/>
                      <a:pt x="35" y="212"/>
                      <a:pt x="35" y="214"/>
                    </a:cubicBezTo>
                    <a:cubicBezTo>
                      <a:pt x="35" y="215"/>
                      <a:pt x="34" y="215"/>
                      <a:pt x="34" y="215"/>
                    </a:cubicBezTo>
                    <a:cubicBezTo>
                      <a:pt x="33" y="216"/>
                      <a:pt x="34" y="218"/>
                      <a:pt x="35" y="218"/>
                    </a:cubicBezTo>
                    <a:cubicBezTo>
                      <a:pt x="36" y="219"/>
                      <a:pt x="38" y="218"/>
                      <a:pt x="39" y="219"/>
                    </a:cubicBezTo>
                    <a:cubicBezTo>
                      <a:pt x="40" y="220"/>
                      <a:pt x="40" y="222"/>
                      <a:pt x="40" y="223"/>
                    </a:cubicBezTo>
                    <a:cubicBezTo>
                      <a:pt x="40" y="224"/>
                      <a:pt x="43" y="223"/>
                      <a:pt x="44" y="223"/>
                    </a:cubicBezTo>
                    <a:cubicBezTo>
                      <a:pt x="45" y="224"/>
                      <a:pt x="47" y="227"/>
                      <a:pt x="48" y="225"/>
                    </a:cubicBezTo>
                    <a:cubicBezTo>
                      <a:pt x="49" y="223"/>
                      <a:pt x="50" y="224"/>
                      <a:pt x="51" y="225"/>
                    </a:cubicBezTo>
                    <a:cubicBezTo>
                      <a:pt x="53" y="227"/>
                      <a:pt x="53" y="226"/>
                      <a:pt x="55" y="226"/>
                    </a:cubicBezTo>
                    <a:cubicBezTo>
                      <a:pt x="56" y="226"/>
                      <a:pt x="57" y="229"/>
                      <a:pt x="58" y="228"/>
                    </a:cubicBezTo>
                    <a:cubicBezTo>
                      <a:pt x="60" y="227"/>
                      <a:pt x="62" y="229"/>
                      <a:pt x="63" y="230"/>
                    </a:cubicBezTo>
                    <a:cubicBezTo>
                      <a:pt x="65" y="231"/>
                      <a:pt x="62" y="232"/>
                      <a:pt x="62" y="232"/>
                    </a:cubicBezTo>
                    <a:cubicBezTo>
                      <a:pt x="60" y="233"/>
                      <a:pt x="63" y="234"/>
                      <a:pt x="63" y="234"/>
                    </a:cubicBezTo>
                    <a:cubicBezTo>
                      <a:pt x="63" y="234"/>
                      <a:pt x="60" y="234"/>
                      <a:pt x="61" y="236"/>
                    </a:cubicBezTo>
                    <a:cubicBezTo>
                      <a:pt x="63" y="237"/>
                      <a:pt x="62" y="238"/>
                      <a:pt x="61" y="239"/>
                    </a:cubicBezTo>
                    <a:cubicBezTo>
                      <a:pt x="61" y="240"/>
                      <a:pt x="58" y="240"/>
                      <a:pt x="57" y="240"/>
                    </a:cubicBezTo>
                    <a:cubicBezTo>
                      <a:pt x="55" y="240"/>
                      <a:pt x="54" y="242"/>
                      <a:pt x="53" y="244"/>
                    </a:cubicBezTo>
                    <a:cubicBezTo>
                      <a:pt x="54" y="244"/>
                      <a:pt x="58" y="244"/>
                      <a:pt x="58" y="245"/>
                    </a:cubicBezTo>
                    <a:cubicBezTo>
                      <a:pt x="58" y="246"/>
                      <a:pt x="53" y="247"/>
                      <a:pt x="53" y="248"/>
                    </a:cubicBezTo>
                    <a:cubicBezTo>
                      <a:pt x="53" y="249"/>
                      <a:pt x="55" y="249"/>
                      <a:pt x="55" y="251"/>
                    </a:cubicBezTo>
                    <a:cubicBezTo>
                      <a:pt x="55" y="251"/>
                      <a:pt x="52" y="252"/>
                      <a:pt x="52" y="252"/>
                    </a:cubicBezTo>
                    <a:cubicBezTo>
                      <a:pt x="51" y="253"/>
                      <a:pt x="51" y="254"/>
                      <a:pt x="50" y="255"/>
                    </a:cubicBezTo>
                    <a:cubicBezTo>
                      <a:pt x="50" y="256"/>
                      <a:pt x="48" y="255"/>
                      <a:pt x="48" y="257"/>
                    </a:cubicBezTo>
                    <a:cubicBezTo>
                      <a:pt x="47" y="258"/>
                      <a:pt x="49" y="260"/>
                      <a:pt x="51" y="260"/>
                    </a:cubicBezTo>
                    <a:cubicBezTo>
                      <a:pt x="53" y="261"/>
                      <a:pt x="55" y="262"/>
                      <a:pt x="58" y="264"/>
                    </a:cubicBezTo>
                    <a:cubicBezTo>
                      <a:pt x="59" y="265"/>
                      <a:pt x="60" y="266"/>
                      <a:pt x="61" y="266"/>
                    </a:cubicBezTo>
                    <a:cubicBezTo>
                      <a:pt x="62" y="268"/>
                      <a:pt x="62" y="267"/>
                      <a:pt x="64" y="266"/>
                    </a:cubicBezTo>
                    <a:cubicBezTo>
                      <a:pt x="67" y="266"/>
                      <a:pt x="70" y="269"/>
                      <a:pt x="73" y="269"/>
                    </a:cubicBezTo>
                    <a:cubicBezTo>
                      <a:pt x="76" y="269"/>
                      <a:pt x="79" y="271"/>
                      <a:pt x="82" y="272"/>
                    </a:cubicBezTo>
                    <a:cubicBezTo>
                      <a:pt x="85" y="273"/>
                      <a:pt x="87" y="272"/>
                      <a:pt x="90" y="272"/>
                    </a:cubicBezTo>
                    <a:cubicBezTo>
                      <a:pt x="91" y="273"/>
                      <a:pt x="92" y="274"/>
                      <a:pt x="92" y="275"/>
                    </a:cubicBezTo>
                    <a:cubicBezTo>
                      <a:pt x="92" y="276"/>
                      <a:pt x="93" y="276"/>
                      <a:pt x="94" y="276"/>
                    </a:cubicBezTo>
                    <a:cubicBezTo>
                      <a:pt x="97" y="277"/>
                      <a:pt x="99" y="282"/>
                      <a:pt x="103" y="280"/>
                    </a:cubicBezTo>
                    <a:cubicBezTo>
                      <a:pt x="104" y="279"/>
                      <a:pt x="106" y="278"/>
                      <a:pt x="105" y="277"/>
                    </a:cubicBezTo>
                    <a:cubicBezTo>
                      <a:pt x="104" y="276"/>
                      <a:pt x="103" y="275"/>
                      <a:pt x="102" y="274"/>
                    </a:cubicBezTo>
                    <a:cubicBezTo>
                      <a:pt x="100" y="272"/>
                      <a:pt x="99" y="270"/>
                      <a:pt x="100" y="267"/>
                    </a:cubicBezTo>
                    <a:cubicBezTo>
                      <a:pt x="100" y="265"/>
                      <a:pt x="99" y="263"/>
                      <a:pt x="97" y="262"/>
                    </a:cubicBezTo>
                    <a:cubicBezTo>
                      <a:pt x="95" y="261"/>
                      <a:pt x="98" y="259"/>
                      <a:pt x="99" y="258"/>
                    </a:cubicBezTo>
                    <a:cubicBezTo>
                      <a:pt x="100" y="256"/>
                      <a:pt x="100" y="254"/>
                      <a:pt x="103" y="254"/>
                    </a:cubicBezTo>
                    <a:cubicBezTo>
                      <a:pt x="104" y="254"/>
                      <a:pt x="105" y="253"/>
                      <a:pt x="106" y="252"/>
                    </a:cubicBezTo>
                    <a:cubicBezTo>
                      <a:pt x="107" y="251"/>
                      <a:pt x="108" y="251"/>
                      <a:pt x="109" y="250"/>
                    </a:cubicBezTo>
                    <a:cubicBezTo>
                      <a:pt x="108" y="250"/>
                      <a:pt x="106" y="249"/>
                      <a:pt x="106" y="248"/>
                    </a:cubicBezTo>
                    <a:cubicBezTo>
                      <a:pt x="106" y="247"/>
                      <a:pt x="108" y="248"/>
                      <a:pt x="108" y="248"/>
                    </a:cubicBezTo>
                    <a:cubicBezTo>
                      <a:pt x="108" y="247"/>
                      <a:pt x="106" y="244"/>
                      <a:pt x="105" y="243"/>
                    </a:cubicBezTo>
                    <a:cubicBezTo>
                      <a:pt x="104" y="241"/>
                      <a:pt x="103" y="241"/>
                      <a:pt x="101" y="241"/>
                    </a:cubicBezTo>
                    <a:cubicBezTo>
                      <a:pt x="98" y="241"/>
                      <a:pt x="100" y="239"/>
                      <a:pt x="98" y="238"/>
                    </a:cubicBezTo>
                    <a:cubicBezTo>
                      <a:pt x="97" y="237"/>
                      <a:pt x="94" y="237"/>
                      <a:pt x="96" y="235"/>
                    </a:cubicBezTo>
                    <a:cubicBezTo>
                      <a:pt x="97" y="233"/>
                      <a:pt x="99" y="232"/>
                      <a:pt x="97" y="231"/>
                    </a:cubicBezTo>
                    <a:cubicBezTo>
                      <a:pt x="96" y="229"/>
                      <a:pt x="98" y="228"/>
                      <a:pt x="99" y="227"/>
                    </a:cubicBezTo>
                    <a:cubicBezTo>
                      <a:pt x="99" y="226"/>
                      <a:pt x="101" y="223"/>
                      <a:pt x="101" y="224"/>
                    </a:cubicBezTo>
                    <a:cubicBezTo>
                      <a:pt x="102" y="225"/>
                      <a:pt x="103" y="227"/>
                      <a:pt x="104" y="228"/>
                    </a:cubicBezTo>
                    <a:cubicBezTo>
                      <a:pt x="106" y="228"/>
                      <a:pt x="107" y="227"/>
                      <a:pt x="107" y="226"/>
                    </a:cubicBezTo>
                    <a:cubicBezTo>
                      <a:pt x="106" y="224"/>
                      <a:pt x="106" y="223"/>
                      <a:pt x="108" y="222"/>
                    </a:cubicBezTo>
                    <a:cubicBezTo>
                      <a:pt x="110" y="221"/>
                      <a:pt x="110" y="219"/>
                      <a:pt x="112" y="219"/>
                    </a:cubicBezTo>
                    <a:cubicBezTo>
                      <a:pt x="114" y="218"/>
                      <a:pt x="116" y="215"/>
                      <a:pt x="118" y="216"/>
                    </a:cubicBezTo>
                    <a:cubicBezTo>
                      <a:pt x="120" y="216"/>
                      <a:pt x="120" y="218"/>
                      <a:pt x="122" y="216"/>
                    </a:cubicBezTo>
                    <a:cubicBezTo>
                      <a:pt x="124" y="215"/>
                      <a:pt x="124" y="216"/>
                      <a:pt x="126" y="217"/>
                    </a:cubicBezTo>
                    <a:cubicBezTo>
                      <a:pt x="128" y="217"/>
                      <a:pt x="130" y="217"/>
                      <a:pt x="132" y="218"/>
                    </a:cubicBezTo>
                    <a:cubicBezTo>
                      <a:pt x="134" y="219"/>
                      <a:pt x="134" y="221"/>
                      <a:pt x="136" y="223"/>
                    </a:cubicBezTo>
                    <a:cubicBezTo>
                      <a:pt x="136" y="223"/>
                      <a:pt x="136" y="220"/>
                      <a:pt x="138" y="221"/>
                    </a:cubicBezTo>
                    <a:cubicBezTo>
                      <a:pt x="139" y="221"/>
                      <a:pt x="140" y="223"/>
                      <a:pt x="142" y="223"/>
                    </a:cubicBezTo>
                    <a:cubicBezTo>
                      <a:pt x="143" y="224"/>
                      <a:pt x="144" y="222"/>
                      <a:pt x="145" y="221"/>
                    </a:cubicBezTo>
                    <a:cubicBezTo>
                      <a:pt x="147" y="219"/>
                      <a:pt x="148" y="221"/>
                      <a:pt x="150" y="221"/>
                    </a:cubicBezTo>
                    <a:cubicBezTo>
                      <a:pt x="152" y="221"/>
                      <a:pt x="153" y="219"/>
                      <a:pt x="155" y="220"/>
                    </a:cubicBezTo>
                    <a:cubicBezTo>
                      <a:pt x="157" y="221"/>
                      <a:pt x="158" y="222"/>
                      <a:pt x="160" y="223"/>
                    </a:cubicBezTo>
                    <a:cubicBezTo>
                      <a:pt x="162" y="224"/>
                      <a:pt x="161" y="223"/>
                      <a:pt x="163" y="222"/>
                    </a:cubicBezTo>
                    <a:cubicBezTo>
                      <a:pt x="164" y="221"/>
                      <a:pt x="168" y="222"/>
                      <a:pt x="169" y="222"/>
                    </a:cubicBezTo>
                    <a:cubicBezTo>
                      <a:pt x="170" y="222"/>
                      <a:pt x="172" y="220"/>
                      <a:pt x="172" y="219"/>
                    </a:cubicBezTo>
                    <a:cubicBezTo>
                      <a:pt x="172" y="217"/>
                      <a:pt x="169" y="217"/>
                      <a:pt x="168" y="216"/>
                    </a:cubicBezTo>
                    <a:cubicBezTo>
                      <a:pt x="161" y="213"/>
                      <a:pt x="171" y="214"/>
                      <a:pt x="169" y="210"/>
                    </a:cubicBezTo>
                    <a:cubicBezTo>
                      <a:pt x="168" y="209"/>
                      <a:pt x="166" y="209"/>
                      <a:pt x="169" y="208"/>
                    </a:cubicBezTo>
                    <a:cubicBezTo>
                      <a:pt x="170" y="207"/>
                      <a:pt x="172" y="208"/>
                      <a:pt x="173" y="207"/>
                    </a:cubicBezTo>
                    <a:cubicBezTo>
                      <a:pt x="177" y="207"/>
                      <a:pt x="166" y="202"/>
                      <a:pt x="171" y="200"/>
                    </a:cubicBezTo>
                    <a:cubicBezTo>
                      <a:pt x="172" y="200"/>
                      <a:pt x="174" y="200"/>
                      <a:pt x="175" y="200"/>
                    </a:cubicBezTo>
                    <a:cubicBezTo>
                      <a:pt x="178" y="200"/>
                      <a:pt x="180" y="200"/>
                      <a:pt x="183" y="199"/>
                    </a:cubicBezTo>
                    <a:cubicBezTo>
                      <a:pt x="185" y="198"/>
                      <a:pt x="187" y="198"/>
                      <a:pt x="189" y="198"/>
                    </a:cubicBezTo>
                    <a:cubicBezTo>
                      <a:pt x="191" y="197"/>
                      <a:pt x="193" y="196"/>
                      <a:pt x="196" y="196"/>
                    </a:cubicBezTo>
                    <a:cubicBezTo>
                      <a:pt x="200" y="195"/>
                      <a:pt x="204" y="194"/>
                      <a:pt x="208" y="192"/>
                    </a:cubicBezTo>
                    <a:cubicBezTo>
                      <a:pt x="211" y="190"/>
                      <a:pt x="217" y="190"/>
                      <a:pt x="219" y="194"/>
                    </a:cubicBezTo>
                    <a:cubicBezTo>
                      <a:pt x="220" y="196"/>
                      <a:pt x="219" y="196"/>
                      <a:pt x="220" y="198"/>
                    </a:cubicBezTo>
                    <a:cubicBezTo>
                      <a:pt x="220" y="201"/>
                      <a:pt x="224" y="198"/>
                      <a:pt x="226" y="199"/>
                    </a:cubicBezTo>
                    <a:cubicBezTo>
                      <a:pt x="227" y="199"/>
                      <a:pt x="226" y="200"/>
                      <a:pt x="227" y="200"/>
                    </a:cubicBezTo>
                    <a:cubicBezTo>
                      <a:pt x="228" y="201"/>
                      <a:pt x="228" y="200"/>
                      <a:pt x="228" y="200"/>
                    </a:cubicBezTo>
                    <a:cubicBezTo>
                      <a:pt x="229" y="199"/>
                      <a:pt x="230" y="200"/>
                      <a:pt x="231" y="201"/>
                    </a:cubicBezTo>
                    <a:cubicBezTo>
                      <a:pt x="232" y="201"/>
                      <a:pt x="232" y="201"/>
                      <a:pt x="231" y="202"/>
                    </a:cubicBezTo>
                    <a:cubicBezTo>
                      <a:pt x="230" y="205"/>
                      <a:pt x="237" y="203"/>
                      <a:pt x="239" y="202"/>
                    </a:cubicBezTo>
                    <a:cubicBezTo>
                      <a:pt x="239" y="202"/>
                      <a:pt x="248" y="197"/>
                      <a:pt x="248" y="198"/>
                    </a:cubicBezTo>
                    <a:cubicBezTo>
                      <a:pt x="248" y="199"/>
                      <a:pt x="246" y="201"/>
                      <a:pt x="248" y="202"/>
                    </a:cubicBezTo>
                    <a:cubicBezTo>
                      <a:pt x="250" y="202"/>
                      <a:pt x="251" y="203"/>
                      <a:pt x="252" y="204"/>
                    </a:cubicBezTo>
                    <a:cubicBezTo>
                      <a:pt x="255" y="207"/>
                      <a:pt x="256" y="210"/>
                      <a:pt x="258" y="213"/>
                    </a:cubicBezTo>
                    <a:cubicBezTo>
                      <a:pt x="260" y="216"/>
                      <a:pt x="261" y="219"/>
                      <a:pt x="263" y="221"/>
                    </a:cubicBezTo>
                    <a:cubicBezTo>
                      <a:pt x="266" y="224"/>
                      <a:pt x="266" y="217"/>
                      <a:pt x="269" y="220"/>
                    </a:cubicBezTo>
                    <a:cubicBezTo>
                      <a:pt x="273" y="224"/>
                      <a:pt x="275" y="222"/>
                      <a:pt x="280" y="221"/>
                    </a:cubicBezTo>
                    <a:cubicBezTo>
                      <a:pt x="282" y="220"/>
                      <a:pt x="283" y="223"/>
                      <a:pt x="284" y="224"/>
                    </a:cubicBezTo>
                    <a:cubicBezTo>
                      <a:pt x="285" y="226"/>
                      <a:pt x="287" y="226"/>
                      <a:pt x="288" y="228"/>
                    </a:cubicBezTo>
                    <a:cubicBezTo>
                      <a:pt x="289" y="230"/>
                      <a:pt x="291" y="230"/>
                      <a:pt x="293" y="230"/>
                    </a:cubicBezTo>
                    <a:cubicBezTo>
                      <a:pt x="296" y="229"/>
                      <a:pt x="295" y="230"/>
                      <a:pt x="296" y="231"/>
                    </a:cubicBezTo>
                    <a:cubicBezTo>
                      <a:pt x="298" y="235"/>
                      <a:pt x="304" y="230"/>
                      <a:pt x="307" y="230"/>
                    </a:cubicBezTo>
                    <a:cubicBezTo>
                      <a:pt x="310" y="229"/>
                      <a:pt x="313" y="226"/>
                      <a:pt x="316" y="225"/>
                    </a:cubicBezTo>
                    <a:cubicBezTo>
                      <a:pt x="320" y="222"/>
                      <a:pt x="322" y="222"/>
                      <a:pt x="327" y="223"/>
                    </a:cubicBezTo>
                    <a:cubicBezTo>
                      <a:pt x="329" y="223"/>
                      <a:pt x="329" y="224"/>
                      <a:pt x="331" y="226"/>
                    </a:cubicBezTo>
                    <a:cubicBezTo>
                      <a:pt x="332" y="227"/>
                      <a:pt x="334" y="227"/>
                      <a:pt x="336" y="227"/>
                    </a:cubicBezTo>
                    <a:cubicBezTo>
                      <a:pt x="338" y="227"/>
                      <a:pt x="339" y="228"/>
                      <a:pt x="341" y="228"/>
                    </a:cubicBezTo>
                    <a:cubicBezTo>
                      <a:pt x="343" y="230"/>
                      <a:pt x="344" y="228"/>
                      <a:pt x="346" y="227"/>
                    </a:cubicBezTo>
                    <a:cubicBezTo>
                      <a:pt x="349" y="224"/>
                      <a:pt x="344" y="222"/>
                      <a:pt x="346" y="219"/>
                    </a:cubicBezTo>
                    <a:cubicBezTo>
                      <a:pt x="347" y="217"/>
                      <a:pt x="351" y="213"/>
                      <a:pt x="353" y="214"/>
                    </a:cubicBezTo>
                    <a:cubicBezTo>
                      <a:pt x="357" y="216"/>
                      <a:pt x="362" y="216"/>
                      <a:pt x="366" y="218"/>
                    </a:cubicBezTo>
                    <a:cubicBezTo>
                      <a:pt x="368" y="219"/>
                      <a:pt x="367" y="221"/>
                      <a:pt x="368" y="222"/>
                    </a:cubicBezTo>
                    <a:cubicBezTo>
                      <a:pt x="369" y="225"/>
                      <a:pt x="371" y="225"/>
                      <a:pt x="374" y="226"/>
                    </a:cubicBezTo>
                    <a:cubicBezTo>
                      <a:pt x="378" y="227"/>
                      <a:pt x="382" y="224"/>
                      <a:pt x="386" y="225"/>
                    </a:cubicBezTo>
                    <a:cubicBezTo>
                      <a:pt x="387" y="225"/>
                      <a:pt x="389" y="225"/>
                      <a:pt x="390" y="226"/>
                    </a:cubicBezTo>
                    <a:cubicBezTo>
                      <a:pt x="392" y="227"/>
                      <a:pt x="394" y="227"/>
                      <a:pt x="396" y="229"/>
                    </a:cubicBezTo>
                    <a:cubicBezTo>
                      <a:pt x="401" y="233"/>
                      <a:pt x="409" y="233"/>
                      <a:pt x="415" y="231"/>
                    </a:cubicBezTo>
                    <a:cubicBezTo>
                      <a:pt x="419" y="230"/>
                      <a:pt x="422" y="228"/>
                      <a:pt x="426" y="227"/>
                    </a:cubicBezTo>
                    <a:cubicBezTo>
                      <a:pt x="428" y="225"/>
                      <a:pt x="431" y="227"/>
                      <a:pt x="433" y="227"/>
                    </a:cubicBezTo>
                    <a:cubicBezTo>
                      <a:pt x="435" y="228"/>
                      <a:pt x="436" y="226"/>
                      <a:pt x="438" y="227"/>
                    </a:cubicBezTo>
                    <a:cubicBezTo>
                      <a:pt x="439" y="228"/>
                      <a:pt x="443" y="231"/>
                      <a:pt x="445" y="230"/>
                    </a:cubicBezTo>
                    <a:cubicBezTo>
                      <a:pt x="446" y="230"/>
                      <a:pt x="448" y="229"/>
                      <a:pt x="449" y="228"/>
                    </a:cubicBezTo>
                    <a:cubicBezTo>
                      <a:pt x="452" y="227"/>
                      <a:pt x="453" y="227"/>
                      <a:pt x="453" y="225"/>
                    </a:cubicBezTo>
                    <a:cubicBezTo>
                      <a:pt x="453" y="221"/>
                      <a:pt x="456" y="217"/>
                      <a:pt x="458" y="215"/>
                    </a:cubicBezTo>
                    <a:cubicBezTo>
                      <a:pt x="459" y="214"/>
                      <a:pt x="460" y="212"/>
                      <a:pt x="459" y="211"/>
                    </a:cubicBezTo>
                    <a:cubicBezTo>
                      <a:pt x="458" y="210"/>
                      <a:pt x="455" y="210"/>
                      <a:pt x="457" y="208"/>
                    </a:cubicBezTo>
                    <a:cubicBezTo>
                      <a:pt x="460" y="205"/>
                      <a:pt x="465" y="205"/>
                      <a:pt x="470" y="204"/>
                    </a:cubicBezTo>
                    <a:cubicBezTo>
                      <a:pt x="472" y="204"/>
                      <a:pt x="474" y="204"/>
                      <a:pt x="476" y="205"/>
                    </a:cubicBezTo>
                    <a:cubicBezTo>
                      <a:pt x="478" y="206"/>
                      <a:pt x="481" y="206"/>
                      <a:pt x="483" y="207"/>
                    </a:cubicBezTo>
                    <a:cubicBezTo>
                      <a:pt x="486" y="208"/>
                      <a:pt x="487" y="212"/>
                      <a:pt x="489" y="215"/>
                    </a:cubicBezTo>
                    <a:cubicBezTo>
                      <a:pt x="490" y="218"/>
                      <a:pt x="492" y="221"/>
                      <a:pt x="493" y="224"/>
                    </a:cubicBezTo>
                    <a:cubicBezTo>
                      <a:pt x="493" y="225"/>
                      <a:pt x="493" y="227"/>
                      <a:pt x="494" y="229"/>
                    </a:cubicBezTo>
                    <a:cubicBezTo>
                      <a:pt x="494" y="230"/>
                      <a:pt x="497" y="230"/>
                      <a:pt x="498" y="230"/>
                    </a:cubicBezTo>
                    <a:cubicBezTo>
                      <a:pt x="502" y="231"/>
                      <a:pt x="507" y="233"/>
                      <a:pt x="508" y="237"/>
                    </a:cubicBezTo>
                    <a:cubicBezTo>
                      <a:pt x="509" y="240"/>
                      <a:pt x="510" y="242"/>
                      <a:pt x="514" y="242"/>
                    </a:cubicBezTo>
                    <a:cubicBezTo>
                      <a:pt x="515" y="242"/>
                      <a:pt x="517" y="242"/>
                      <a:pt x="518" y="242"/>
                    </a:cubicBezTo>
                    <a:cubicBezTo>
                      <a:pt x="520" y="242"/>
                      <a:pt x="520" y="240"/>
                      <a:pt x="522" y="240"/>
                    </a:cubicBezTo>
                    <a:cubicBezTo>
                      <a:pt x="525" y="240"/>
                      <a:pt x="528" y="237"/>
                      <a:pt x="530" y="241"/>
                    </a:cubicBezTo>
                    <a:cubicBezTo>
                      <a:pt x="530" y="243"/>
                      <a:pt x="530" y="243"/>
                      <a:pt x="529" y="244"/>
                    </a:cubicBezTo>
                    <a:cubicBezTo>
                      <a:pt x="527" y="246"/>
                      <a:pt x="527" y="247"/>
                      <a:pt x="526" y="249"/>
                    </a:cubicBezTo>
                    <a:cubicBezTo>
                      <a:pt x="525" y="252"/>
                      <a:pt x="523" y="255"/>
                      <a:pt x="521" y="258"/>
                    </a:cubicBezTo>
                    <a:cubicBezTo>
                      <a:pt x="520" y="260"/>
                      <a:pt x="519" y="259"/>
                      <a:pt x="518" y="258"/>
                    </a:cubicBezTo>
                    <a:cubicBezTo>
                      <a:pt x="516" y="257"/>
                      <a:pt x="516" y="258"/>
                      <a:pt x="514" y="259"/>
                    </a:cubicBezTo>
                    <a:cubicBezTo>
                      <a:pt x="513" y="259"/>
                      <a:pt x="511" y="260"/>
                      <a:pt x="511" y="260"/>
                    </a:cubicBezTo>
                    <a:cubicBezTo>
                      <a:pt x="510" y="261"/>
                      <a:pt x="513" y="265"/>
                      <a:pt x="513" y="267"/>
                    </a:cubicBezTo>
                    <a:cubicBezTo>
                      <a:pt x="512" y="268"/>
                      <a:pt x="512" y="270"/>
                      <a:pt x="512" y="271"/>
                    </a:cubicBezTo>
                    <a:cubicBezTo>
                      <a:pt x="511" y="273"/>
                      <a:pt x="509" y="272"/>
                      <a:pt x="509" y="274"/>
                    </a:cubicBezTo>
                    <a:cubicBezTo>
                      <a:pt x="511" y="273"/>
                      <a:pt x="512" y="274"/>
                      <a:pt x="514" y="272"/>
                    </a:cubicBezTo>
                    <a:cubicBezTo>
                      <a:pt x="515" y="270"/>
                      <a:pt x="517" y="272"/>
                      <a:pt x="519" y="272"/>
                    </a:cubicBezTo>
                    <a:cubicBezTo>
                      <a:pt x="523" y="274"/>
                      <a:pt x="527" y="272"/>
                      <a:pt x="531" y="269"/>
                    </a:cubicBezTo>
                    <a:cubicBezTo>
                      <a:pt x="534" y="266"/>
                      <a:pt x="537" y="262"/>
                      <a:pt x="540" y="259"/>
                    </a:cubicBezTo>
                    <a:cubicBezTo>
                      <a:pt x="543" y="255"/>
                      <a:pt x="546" y="251"/>
                      <a:pt x="549" y="247"/>
                    </a:cubicBezTo>
                    <a:cubicBezTo>
                      <a:pt x="554" y="240"/>
                      <a:pt x="559" y="235"/>
                      <a:pt x="558" y="226"/>
                    </a:cubicBezTo>
                    <a:cubicBezTo>
                      <a:pt x="558" y="222"/>
                      <a:pt x="559" y="220"/>
                      <a:pt x="561" y="217"/>
                    </a:cubicBezTo>
                    <a:cubicBezTo>
                      <a:pt x="562" y="215"/>
                      <a:pt x="562" y="214"/>
                      <a:pt x="563" y="212"/>
                    </a:cubicBezTo>
                    <a:cubicBezTo>
                      <a:pt x="563" y="212"/>
                      <a:pt x="563" y="211"/>
                      <a:pt x="563" y="210"/>
                    </a:cubicBezTo>
                    <a:cubicBezTo>
                      <a:pt x="563" y="209"/>
                      <a:pt x="561" y="208"/>
                      <a:pt x="561" y="207"/>
                    </a:cubicBezTo>
                    <a:cubicBezTo>
                      <a:pt x="561" y="207"/>
                      <a:pt x="563" y="208"/>
                      <a:pt x="563" y="207"/>
                    </a:cubicBezTo>
                    <a:cubicBezTo>
                      <a:pt x="562" y="206"/>
                      <a:pt x="562" y="205"/>
                      <a:pt x="561" y="205"/>
                    </a:cubicBezTo>
                    <a:cubicBezTo>
                      <a:pt x="560" y="204"/>
                      <a:pt x="558" y="201"/>
                      <a:pt x="557" y="200"/>
                    </a:cubicBezTo>
                    <a:cubicBezTo>
                      <a:pt x="556" y="200"/>
                      <a:pt x="551" y="198"/>
                      <a:pt x="550" y="199"/>
                    </a:cubicBezTo>
                    <a:cubicBezTo>
                      <a:pt x="550" y="200"/>
                      <a:pt x="551" y="201"/>
                      <a:pt x="550" y="201"/>
                    </a:cubicBezTo>
                    <a:cubicBezTo>
                      <a:pt x="548" y="201"/>
                      <a:pt x="548" y="203"/>
                      <a:pt x="547" y="203"/>
                    </a:cubicBezTo>
                    <a:cubicBezTo>
                      <a:pt x="545" y="205"/>
                      <a:pt x="544" y="202"/>
                      <a:pt x="544" y="201"/>
                    </a:cubicBezTo>
                    <a:cubicBezTo>
                      <a:pt x="544" y="199"/>
                      <a:pt x="546" y="198"/>
                      <a:pt x="543" y="199"/>
                    </a:cubicBezTo>
                    <a:cubicBezTo>
                      <a:pt x="540" y="200"/>
                      <a:pt x="544" y="202"/>
                      <a:pt x="540" y="202"/>
                    </a:cubicBezTo>
                    <a:cubicBezTo>
                      <a:pt x="539" y="202"/>
                      <a:pt x="541" y="197"/>
                      <a:pt x="540" y="196"/>
                    </a:cubicBezTo>
                    <a:cubicBezTo>
                      <a:pt x="540" y="197"/>
                      <a:pt x="529" y="197"/>
                      <a:pt x="534" y="194"/>
                    </a:cubicBezTo>
                    <a:cubicBezTo>
                      <a:pt x="538" y="191"/>
                      <a:pt x="542" y="188"/>
                      <a:pt x="546" y="185"/>
                    </a:cubicBezTo>
                    <a:cubicBezTo>
                      <a:pt x="547" y="184"/>
                      <a:pt x="548" y="182"/>
                      <a:pt x="549" y="181"/>
                    </a:cubicBezTo>
                    <a:cubicBezTo>
                      <a:pt x="552" y="179"/>
                      <a:pt x="555" y="177"/>
                      <a:pt x="557" y="175"/>
                    </a:cubicBezTo>
                    <a:cubicBezTo>
                      <a:pt x="558" y="174"/>
                      <a:pt x="559" y="172"/>
                      <a:pt x="561" y="171"/>
                    </a:cubicBezTo>
                    <a:cubicBezTo>
                      <a:pt x="563" y="169"/>
                      <a:pt x="565" y="167"/>
                      <a:pt x="567" y="165"/>
                    </a:cubicBezTo>
                    <a:cubicBezTo>
                      <a:pt x="571" y="162"/>
                      <a:pt x="577" y="162"/>
                      <a:pt x="582" y="162"/>
                    </a:cubicBezTo>
                    <a:cubicBezTo>
                      <a:pt x="583" y="162"/>
                      <a:pt x="584" y="162"/>
                      <a:pt x="585" y="162"/>
                    </a:cubicBezTo>
                    <a:cubicBezTo>
                      <a:pt x="586" y="163"/>
                      <a:pt x="586" y="164"/>
                      <a:pt x="587" y="164"/>
                    </a:cubicBezTo>
                    <a:cubicBezTo>
                      <a:pt x="588" y="163"/>
                      <a:pt x="590" y="163"/>
                      <a:pt x="591" y="162"/>
                    </a:cubicBezTo>
                    <a:cubicBezTo>
                      <a:pt x="592" y="162"/>
                      <a:pt x="593" y="163"/>
                      <a:pt x="594" y="163"/>
                    </a:cubicBezTo>
                    <a:cubicBezTo>
                      <a:pt x="595" y="163"/>
                      <a:pt x="596" y="163"/>
                      <a:pt x="597" y="163"/>
                    </a:cubicBezTo>
                    <a:cubicBezTo>
                      <a:pt x="597" y="162"/>
                      <a:pt x="598" y="163"/>
                      <a:pt x="599" y="163"/>
                    </a:cubicBezTo>
                    <a:cubicBezTo>
                      <a:pt x="601" y="163"/>
                      <a:pt x="601" y="160"/>
                      <a:pt x="604" y="160"/>
                    </a:cubicBezTo>
                    <a:cubicBezTo>
                      <a:pt x="605" y="160"/>
                      <a:pt x="607" y="160"/>
                      <a:pt x="608" y="160"/>
                    </a:cubicBezTo>
                    <a:cubicBezTo>
                      <a:pt x="609" y="161"/>
                      <a:pt x="610" y="162"/>
                      <a:pt x="611" y="162"/>
                    </a:cubicBezTo>
                    <a:cubicBezTo>
                      <a:pt x="612" y="163"/>
                      <a:pt x="616" y="161"/>
                      <a:pt x="616" y="164"/>
                    </a:cubicBezTo>
                    <a:cubicBezTo>
                      <a:pt x="616" y="164"/>
                      <a:pt x="613" y="164"/>
                      <a:pt x="613" y="165"/>
                    </a:cubicBezTo>
                    <a:cubicBezTo>
                      <a:pt x="612" y="167"/>
                      <a:pt x="616" y="166"/>
                      <a:pt x="616" y="166"/>
                    </a:cubicBezTo>
                    <a:cubicBezTo>
                      <a:pt x="618" y="166"/>
                      <a:pt x="620" y="166"/>
                      <a:pt x="621" y="166"/>
                    </a:cubicBezTo>
                    <a:cubicBezTo>
                      <a:pt x="622" y="165"/>
                      <a:pt x="622" y="165"/>
                      <a:pt x="623" y="164"/>
                    </a:cubicBezTo>
                    <a:cubicBezTo>
                      <a:pt x="624" y="164"/>
                      <a:pt x="625" y="165"/>
                      <a:pt x="627" y="165"/>
                    </a:cubicBezTo>
                    <a:cubicBezTo>
                      <a:pt x="628" y="165"/>
                      <a:pt x="635" y="163"/>
                      <a:pt x="631" y="162"/>
                    </a:cubicBezTo>
                    <a:cubicBezTo>
                      <a:pt x="629" y="162"/>
                      <a:pt x="628" y="163"/>
                      <a:pt x="628" y="160"/>
                    </a:cubicBezTo>
                    <a:cubicBezTo>
                      <a:pt x="628" y="159"/>
                      <a:pt x="630" y="156"/>
                      <a:pt x="631" y="155"/>
                    </a:cubicBezTo>
                    <a:cubicBezTo>
                      <a:pt x="633" y="154"/>
                      <a:pt x="634" y="153"/>
                      <a:pt x="636" y="151"/>
                    </a:cubicBezTo>
                    <a:cubicBezTo>
                      <a:pt x="637" y="150"/>
                      <a:pt x="639" y="150"/>
                      <a:pt x="640" y="148"/>
                    </a:cubicBezTo>
                    <a:cubicBezTo>
                      <a:pt x="641" y="146"/>
                      <a:pt x="642" y="145"/>
                      <a:pt x="644" y="145"/>
                    </a:cubicBezTo>
                    <a:cubicBezTo>
                      <a:pt x="646" y="145"/>
                      <a:pt x="649" y="144"/>
                      <a:pt x="651" y="144"/>
                    </a:cubicBezTo>
                    <a:cubicBezTo>
                      <a:pt x="653" y="144"/>
                      <a:pt x="654" y="146"/>
                      <a:pt x="655" y="146"/>
                    </a:cubicBezTo>
                    <a:cubicBezTo>
                      <a:pt x="656" y="145"/>
                      <a:pt x="657" y="143"/>
                      <a:pt x="658" y="144"/>
                    </a:cubicBezTo>
                    <a:cubicBezTo>
                      <a:pt x="659" y="145"/>
                      <a:pt x="656" y="148"/>
                      <a:pt x="656" y="149"/>
                    </a:cubicBezTo>
                    <a:cubicBezTo>
                      <a:pt x="656" y="151"/>
                      <a:pt x="657" y="149"/>
                      <a:pt x="659" y="150"/>
                    </a:cubicBezTo>
                    <a:cubicBezTo>
                      <a:pt x="659" y="150"/>
                      <a:pt x="657" y="152"/>
                      <a:pt x="657" y="153"/>
                    </a:cubicBezTo>
                    <a:cubicBezTo>
                      <a:pt x="657" y="154"/>
                      <a:pt x="664" y="149"/>
                      <a:pt x="664" y="149"/>
                    </a:cubicBezTo>
                    <a:cubicBezTo>
                      <a:pt x="665" y="148"/>
                      <a:pt x="666" y="147"/>
                      <a:pt x="668" y="146"/>
                    </a:cubicBezTo>
                    <a:cubicBezTo>
                      <a:pt x="669" y="145"/>
                      <a:pt x="672" y="147"/>
                      <a:pt x="672" y="145"/>
                    </a:cubicBezTo>
                    <a:cubicBezTo>
                      <a:pt x="671" y="143"/>
                      <a:pt x="672" y="139"/>
                      <a:pt x="675" y="139"/>
                    </a:cubicBezTo>
                    <a:cubicBezTo>
                      <a:pt x="676" y="138"/>
                      <a:pt x="678" y="137"/>
                      <a:pt x="679" y="138"/>
                    </a:cubicBezTo>
                    <a:cubicBezTo>
                      <a:pt x="680" y="138"/>
                      <a:pt x="682" y="140"/>
                      <a:pt x="683" y="139"/>
                    </a:cubicBezTo>
                    <a:cubicBezTo>
                      <a:pt x="681" y="140"/>
                      <a:pt x="678" y="139"/>
                      <a:pt x="677" y="142"/>
                    </a:cubicBezTo>
                    <a:cubicBezTo>
                      <a:pt x="677" y="143"/>
                      <a:pt x="677" y="144"/>
                      <a:pt x="677" y="145"/>
                    </a:cubicBezTo>
                    <a:cubicBezTo>
                      <a:pt x="677" y="146"/>
                      <a:pt x="675" y="146"/>
                      <a:pt x="676" y="147"/>
                    </a:cubicBezTo>
                    <a:cubicBezTo>
                      <a:pt x="676" y="148"/>
                      <a:pt x="677" y="148"/>
                      <a:pt x="676" y="149"/>
                    </a:cubicBezTo>
                    <a:cubicBezTo>
                      <a:pt x="675" y="149"/>
                      <a:pt x="674" y="150"/>
                      <a:pt x="675" y="151"/>
                    </a:cubicBezTo>
                    <a:cubicBezTo>
                      <a:pt x="675" y="151"/>
                      <a:pt x="669" y="153"/>
                      <a:pt x="669" y="154"/>
                    </a:cubicBezTo>
                    <a:cubicBezTo>
                      <a:pt x="667" y="155"/>
                      <a:pt x="666" y="157"/>
                      <a:pt x="664" y="158"/>
                    </a:cubicBezTo>
                    <a:cubicBezTo>
                      <a:pt x="662" y="160"/>
                      <a:pt x="660" y="161"/>
                      <a:pt x="658" y="163"/>
                    </a:cubicBezTo>
                    <a:cubicBezTo>
                      <a:pt x="654" y="166"/>
                      <a:pt x="651" y="173"/>
                      <a:pt x="646" y="173"/>
                    </a:cubicBezTo>
                    <a:cubicBezTo>
                      <a:pt x="645" y="173"/>
                      <a:pt x="641" y="174"/>
                      <a:pt x="641" y="175"/>
                    </a:cubicBezTo>
                    <a:cubicBezTo>
                      <a:pt x="641" y="178"/>
                      <a:pt x="641" y="179"/>
                      <a:pt x="638" y="181"/>
                    </a:cubicBezTo>
                    <a:cubicBezTo>
                      <a:pt x="634" y="184"/>
                      <a:pt x="634" y="190"/>
                      <a:pt x="635" y="195"/>
                    </a:cubicBezTo>
                    <a:cubicBezTo>
                      <a:pt x="636" y="200"/>
                      <a:pt x="635" y="206"/>
                      <a:pt x="638" y="210"/>
                    </a:cubicBezTo>
                    <a:cubicBezTo>
                      <a:pt x="639" y="212"/>
                      <a:pt x="639" y="215"/>
                      <a:pt x="639" y="217"/>
                    </a:cubicBezTo>
                    <a:cubicBezTo>
                      <a:pt x="639" y="217"/>
                      <a:pt x="639" y="219"/>
                      <a:pt x="640" y="219"/>
                    </a:cubicBezTo>
                    <a:cubicBezTo>
                      <a:pt x="641" y="219"/>
                      <a:pt x="639" y="222"/>
                      <a:pt x="640" y="222"/>
                    </a:cubicBezTo>
                    <a:cubicBezTo>
                      <a:pt x="640" y="222"/>
                      <a:pt x="645" y="218"/>
                      <a:pt x="645" y="217"/>
                    </a:cubicBezTo>
                    <a:cubicBezTo>
                      <a:pt x="647" y="215"/>
                      <a:pt x="648" y="213"/>
                      <a:pt x="649" y="210"/>
                    </a:cubicBezTo>
                    <a:cubicBezTo>
                      <a:pt x="650" y="208"/>
                      <a:pt x="654" y="206"/>
                      <a:pt x="655" y="206"/>
                    </a:cubicBezTo>
                    <a:cubicBezTo>
                      <a:pt x="658" y="208"/>
                      <a:pt x="655" y="202"/>
                      <a:pt x="656" y="201"/>
                    </a:cubicBezTo>
                    <a:cubicBezTo>
                      <a:pt x="658" y="198"/>
                      <a:pt x="659" y="197"/>
                      <a:pt x="662" y="197"/>
                    </a:cubicBezTo>
                    <a:cubicBezTo>
                      <a:pt x="665" y="197"/>
                      <a:pt x="669" y="197"/>
                      <a:pt x="667" y="194"/>
                    </a:cubicBezTo>
                    <a:cubicBezTo>
                      <a:pt x="664" y="191"/>
                      <a:pt x="666" y="188"/>
                      <a:pt x="669" y="186"/>
                    </a:cubicBezTo>
                    <a:cubicBezTo>
                      <a:pt x="670" y="185"/>
                      <a:pt x="670" y="187"/>
                      <a:pt x="671" y="187"/>
                    </a:cubicBezTo>
                    <a:cubicBezTo>
                      <a:pt x="673" y="187"/>
                      <a:pt x="673" y="184"/>
                      <a:pt x="673" y="183"/>
                    </a:cubicBezTo>
                    <a:cubicBezTo>
                      <a:pt x="671" y="181"/>
                      <a:pt x="669" y="180"/>
                      <a:pt x="671" y="177"/>
                    </a:cubicBezTo>
                    <a:cubicBezTo>
                      <a:pt x="671" y="177"/>
                      <a:pt x="674" y="176"/>
                      <a:pt x="673" y="175"/>
                    </a:cubicBezTo>
                    <a:cubicBezTo>
                      <a:pt x="672" y="175"/>
                      <a:pt x="671" y="173"/>
                      <a:pt x="670" y="173"/>
                    </a:cubicBezTo>
                    <a:cubicBezTo>
                      <a:pt x="669" y="173"/>
                      <a:pt x="670" y="174"/>
                      <a:pt x="669" y="174"/>
                    </a:cubicBezTo>
                    <a:cubicBezTo>
                      <a:pt x="667" y="174"/>
                      <a:pt x="666" y="173"/>
                      <a:pt x="667" y="171"/>
                    </a:cubicBezTo>
                    <a:cubicBezTo>
                      <a:pt x="668" y="169"/>
                      <a:pt x="670" y="168"/>
                      <a:pt x="672" y="165"/>
                    </a:cubicBezTo>
                    <a:cubicBezTo>
                      <a:pt x="673" y="163"/>
                      <a:pt x="673" y="160"/>
                      <a:pt x="676" y="158"/>
                    </a:cubicBezTo>
                    <a:cubicBezTo>
                      <a:pt x="677" y="157"/>
                      <a:pt x="677" y="159"/>
                      <a:pt x="677" y="159"/>
                    </a:cubicBezTo>
                    <a:cubicBezTo>
                      <a:pt x="679" y="159"/>
                      <a:pt x="679" y="157"/>
                      <a:pt x="680" y="158"/>
                    </a:cubicBezTo>
                    <a:cubicBezTo>
                      <a:pt x="681" y="158"/>
                      <a:pt x="681" y="159"/>
                      <a:pt x="682" y="158"/>
                    </a:cubicBezTo>
                    <a:cubicBezTo>
                      <a:pt x="684" y="157"/>
                      <a:pt x="685" y="156"/>
                      <a:pt x="687" y="155"/>
                    </a:cubicBezTo>
                    <a:cubicBezTo>
                      <a:pt x="690" y="154"/>
                      <a:pt x="686" y="158"/>
                      <a:pt x="688" y="159"/>
                    </a:cubicBezTo>
                    <a:cubicBezTo>
                      <a:pt x="688" y="160"/>
                      <a:pt x="692" y="156"/>
                      <a:pt x="693" y="156"/>
                    </a:cubicBezTo>
                    <a:cubicBezTo>
                      <a:pt x="695" y="155"/>
                      <a:pt x="697" y="154"/>
                      <a:pt x="700" y="154"/>
                    </a:cubicBezTo>
                    <a:cubicBezTo>
                      <a:pt x="702" y="154"/>
                      <a:pt x="704" y="154"/>
                      <a:pt x="705" y="156"/>
                    </a:cubicBezTo>
                    <a:cubicBezTo>
                      <a:pt x="706" y="156"/>
                      <a:pt x="707" y="157"/>
                      <a:pt x="708" y="158"/>
                    </a:cubicBezTo>
                    <a:cubicBezTo>
                      <a:pt x="709" y="159"/>
                      <a:pt x="709" y="156"/>
                      <a:pt x="710" y="156"/>
                    </a:cubicBezTo>
                    <a:cubicBezTo>
                      <a:pt x="718" y="149"/>
                      <a:pt x="727" y="146"/>
                      <a:pt x="736" y="142"/>
                    </a:cubicBezTo>
                    <a:cubicBezTo>
                      <a:pt x="738" y="141"/>
                      <a:pt x="741" y="140"/>
                      <a:pt x="742" y="138"/>
                    </a:cubicBezTo>
                    <a:cubicBezTo>
                      <a:pt x="743" y="136"/>
                      <a:pt x="743" y="139"/>
                      <a:pt x="745" y="139"/>
                    </a:cubicBezTo>
                    <a:cubicBezTo>
                      <a:pt x="746" y="139"/>
                      <a:pt x="748" y="139"/>
                      <a:pt x="749" y="139"/>
                    </a:cubicBezTo>
                    <a:cubicBezTo>
                      <a:pt x="750" y="140"/>
                      <a:pt x="751" y="141"/>
                      <a:pt x="752" y="141"/>
                    </a:cubicBezTo>
                    <a:cubicBezTo>
                      <a:pt x="755" y="141"/>
                      <a:pt x="755" y="137"/>
                      <a:pt x="754" y="135"/>
                    </a:cubicBezTo>
                    <a:cubicBezTo>
                      <a:pt x="754" y="134"/>
                      <a:pt x="750" y="132"/>
                      <a:pt x="751" y="131"/>
                    </a:cubicBezTo>
                    <a:cubicBezTo>
                      <a:pt x="751" y="130"/>
                      <a:pt x="749" y="125"/>
                      <a:pt x="748" y="126"/>
                    </a:cubicBezTo>
                    <a:cubicBezTo>
                      <a:pt x="748" y="127"/>
                      <a:pt x="746" y="125"/>
                      <a:pt x="745" y="125"/>
                    </a:cubicBezTo>
                    <a:cubicBezTo>
                      <a:pt x="744" y="124"/>
                      <a:pt x="745" y="123"/>
                      <a:pt x="744" y="122"/>
                    </a:cubicBezTo>
                    <a:cubicBezTo>
                      <a:pt x="744" y="121"/>
                      <a:pt x="741" y="122"/>
                      <a:pt x="741" y="122"/>
                    </a:cubicBezTo>
                    <a:cubicBezTo>
                      <a:pt x="740" y="123"/>
                      <a:pt x="737" y="122"/>
                      <a:pt x="738" y="121"/>
                    </a:cubicBezTo>
                    <a:cubicBezTo>
                      <a:pt x="738" y="120"/>
                      <a:pt x="741" y="121"/>
                      <a:pt x="742" y="121"/>
                    </a:cubicBezTo>
                    <a:cubicBezTo>
                      <a:pt x="742" y="120"/>
                      <a:pt x="739" y="120"/>
                      <a:pt x="739" y="120"/>
                    </a:cubicBezTo>
                    <a:cubicBezTo>
                      <a:pt x="739" y="117"/>
                      <a:pt x="747" y="122"/>
                      <a:pt x="748" y="122"/>
                    </a:cubicBezTo>
                    <a:cubicBezTo>
                      <a:pt x="750" y="123"/>
                      <a:pt x="756" y="121"/>
                      <a:pt x="758" y="119"/>
                    </a:cubicBezTo>
                    <a:cubicBezTo>
                      <a:pt x="759" y="118"/>
                      <a:pt x="757" y="118"/>
                      <a:pt x="757" y="117"/>
                    </a:cubicBezTo>
                    <a:cubicBezTo>
                      <a:pt x="757" y="117"/>
                      <a:pt x="761" y="117"/>
                      <a:pt x="761" y="115"/>
                    </a:cubicBezTo>
                    <a:cubicBezTo>
                      <a:pt x="760" y="114"/>
                      <a:pt x="758" y="113"/>
                      <a:pt x="759" y="112"/>
                    </a:cubicBezTo>
                    <a:cubicBezTo>
                      <a:pt x="759" y="111"/>
                      <a:pt x="761" y="109"/>
                      <a:pt x="761" y="109"/>
                    </a:cubicBezTo>
                    <a:cubicBezTo>
                      <a:pt x="762" y="109"/>
                      <a:pt x="766" y="110"/>
                      <a:pt x="766" y="109"/>
                    </a:cubicBezTo>
                    <a:cubicBezTo>
                      <a:pt x="765" y="110"/>
                      <a:pt x="762" y="111"/>
                      <a:pt x="763" y="112"/>
                    </a:cubicBezTo>
                    <a:cubicBezTo>
                      <a:pt x="764" y="113"/>
                      <a:pt x="765" y="114"/>
                      <a:pt x="765" y="114"/>
                    </a:cubicBezTo>
                    <a:cubicBezTo>
                      <a:pt x="765" y="115"/>
                      <a:pt x="764" y="116"/>
                      <a:pt x="765" y="116"/>
                    </a:cubicBezTo>
                    <a:cubicBezTo>
                      <a:pt x="767" y="116"/>
                      <a:pt x="769" y="115"/>
                      <a:pt x="771" y="115"/>
                    </a:cubicBezTo>
                    <a:cubicBezTo>
                      <a:pt x="773" y="115"/>
                      <a:pt x="775" y="115"/>
                      <a:pt x="777" y="116"/>
                    </a:cubicBezTo>
                    <a:cubicBezTo>
                      <a:pt x="778" y="117"/>
                      <a:pt x="778" y="117"/>
                      <a:pt x="778" y="119"/>
                    </a:cubicBezTo>
                    <a:cubicBezTo>
                      <a:pt x="778" y="120"/>
                      <a:pt x="782" y="121"/>
                      <a:pt x="783" y="121"/>
                    </a:cubicBezTo>
                    <a:cubicBezTo>
                      <a:pt x="784" y="122"/>
                      <a:pt x="790" y="126"/>
                      <a:pt x="791" y="124"/>
                    </a:cubicBezTo>
                    <a:cubicBezTo>
                      <a:pt x="790" y="127"/>
                      <a:pt x="796" y="124"/>
                      <a:pt x="796" y="124"/>
                    </a:cubicBezTo>
                    <a:cubicBezTo>
                      <a:pt x="796" y="123"/>
                      <a:pt x="792" y="123"/>
                      <a:pt x="793" y="122"/>
                    </a:cubicBezTo>
                    <a:cubicBezTo>
                      <a:pt x="793" y="120"/>
                      <a:pt x="796" y="122"/>
                      <a:pt x="796" y="122"/>
                    </a:cubicBezTo>
                    <a:cubicBezTo>
                      <a:pt x="796" y="120"/>
                      <a:pt x="795" y="122"/>
                      <a:pt x="796" y="119"/>
                    </a:cubicBezTo>
                    <a:cubicBezTo>
                      <a:pt x="796" y="118"/>
                      <a:pt x="796" y="117"/>
                      <a:pt x="796" y="116"/>
                    </a:cubicBezTo>
                    <a:cubicBezTo>
                      <a:pt x="795" y="115"/>
                      <a:pt x="794" y="115"/>
                      <a:pt x="794" y="114"/>
                    </a:cubicBezTo>
                    <a:cubicBezTo>
                      <a:pt x="794" y="114"/>
                      <a:pt x="801" y="116"/>
                      <a:pt x="802" y="115"/>
                    </a:cubicBezTo>
                    <a:cubicBezTo>
                      <a:pt x="802" y="115"/>
                      <a:pt x="801" y="114"/>
                      <a:pt x="800" y="114"/>
                    </a:cubicBezTo>
                    <a:cubicBezTo>
                      <a:pt x="801" y="114"/>
                      <a:pt x="804" y="115"/>
                      <a:pt x="805" y="114"/>
                    </a:cubicBezTo>
                    <a:cubicBezTo>
                      <a:pt x="805" y="113"/>
                      <a:pt x="805" y="112"/>
                      <a:pt x="806" y="111"/>
                    </a:cubicBezTo>
                    <a:cubicBezTo>
                      <a:pt x="806" y="111"/>
                      <a:pt x="809" y="111"/>
                      <a:pt x="809" y="111"/>
                    </a:cubicBezTo>
                    <a:cubicBezTo>
                      <a:pt x="809" y="111"/>
                      <a:pt x="808" y="111"/>
                      <a:pt x="808" y="111"/>
                    </a:cubicBezTo>
                    <a:cubicBezTo>
                      <a:pt x="807" y="110"/>
                      <a:pt x="810" y="111"/>
                      <a:pt x="808" y="111"/>
                    </a:cubicBezTo>
                    <a:close/>
                    <a:moveTo>
                      <a:pt x="405" y="192"/>
                    </a:moveTo>
                    <a:cubicBezTo>
                      <a:pt x="404" y="195"/>
                      <a:pt x="404" y="198"/>
                      <a:pt x="403" y="201"/>
                    </a:cubicBezTo>
                    <a:cubicBezTo>
                      <a:pt x="402" y="203"/>
                      <a:pt x="399" y="202"/>
                      <a:pt x="399" y="204"/>
                    </a:cubicBezTo>
                    <a:cubicBezTo>
                      <a:pt x="399" y="204"/>
                      <a:pt x="401" y="204"/>
                      <a:pt x="402" y="204"/>
                    </a:cubicBezTo>
                    <a:cubicBezTo>
                      <a:pt x="402" y="204"/>
                      <a:pt x="393" y="210"/>
                      <a:pt x="392" y="210"/>
                    </a:cubicBezTo>
                    <a:cubicBezTo>
                      <a:pt x="391" y="211"/>
                      <a:pt x="390" y="212"/>
                      <a:pt x="388" y="212"/>
                    </a:cubicBezTo>
                    <a:cubicBezTo>
                      <a:pt x="387" y="213"/>
                      <a:pt x="386" y="215"/>
                      <a:pt x="385" y="216"/>
                    </a:cubicBezTo>
                    <a:cubicBezTo>
                      <a:pt x="384" y="217"/>
                      <a:pt x="377" y="219"/>
                      <a:pt x="376" y="217"/>
                    </a:cubicBezTo>
                    <a:cubicBezTo>
                      <a:pt x="376" y="216"/>
                      <a:pt x="383" y="214"/>
                      <a:pt x="384" y="213"/>
                    </a:cubicBezTo>
                    <a:cubicBezTo>
                      <a:pt x="387" y="211"/>
                      <a:pt x="390" y="208"/>
                      <a:pt x="393" y="206"/>
                    </a:cubicBezTo>
                    <a:cubicBezTo>
                      <a:pt x="395" y="205"/>
                      <a:pt x="395" y="202"/>
                      <a:pt x="397" y="201"/>
                    </a:cubicBezTo>
                    <a:cubicBezTo>
                      <a:pt x="399" y="198"/>
                      <a:pt x="401" y="195"/>
                      <a:pt x="402" y="192"/>
                    </a:cubicBezTo>
                    <a:cubicBezTo>
                      <a:pt x="402" y="190"/>
                      <a:pt x="402" y="190"/>
                      <a:pt x="404" y="189"/>
                    </a:cubicBezTo>
                    <a:cubicBezTo>
                      <a:pt x="406" y="188"/>
                      <a:pt x="405" y="191"/>
                      <a:pt x="405" y="192"/>
                    </a:cubicBezTo>
                    <a:cubicBezTo>
                      <a:pt x="404" y="193"/>
                      <a:pt x="405" y="190"/>
                      <a:pt x="405" y="19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4" name="Freeform 721">
                <a:extLst>
                  <a:ext uri="{FF2B5EF4-FFF2-40B4-BE49-F238E27FC236}">
                    <a16:creationId xmlns:a16="http://schemas.microsoft.com/office/drawing/2014/main" id="{4625E99D-CA63-004D-A931-BE19646C25CC}"/>
                  </a:ext>
                </a:extLst>
              </p:cNvPr>
              <p:cNvSpPr>
                <a:spLocks/>
              </p:cNvSpPr>
              <p:nvPr/>
            </p:nvSpPr>
            <p:spPr bwMode="auto">
              <a:xfrm>
                <a:off x="18193828" y="6226607"/>
                <a:ext cx="140127" cy="299442"/>
              </a:xfrm>
              <a:custGeom>
                <a:avLst/>
                <a:gdLst>
                  <a:gd name="T0" fmla="*/ 13 w 15"/>
                  <a:gd name="T1" fmla="*/ 26 h 32"/>
                  <a:gd name="T2" fmla="*/ 10 w 15"/>
                  <a:gd name="T3" fmla="*/ 13 h 32"/>
                  <a:gd name="T4" fmla="*/ 9 w 15"/>
                  <a:gd name="T5" fmla="*/ 4 h 32"/>
                  <a:gd name="T6" fmla="*/ 9 w 15"/>
                  <a:gd name="T7" fmla="*/ 1 h 32"/>
                  <a:gd name="T8" fmla="*/ 6 w 15"/>
                  <a:gd name="T9" fmla="*/ 0 h 32"/>
                  <a:gd name="T10" fmla="*/ 7 w 15"/>
                  <a:gd name="T11" fmla="*/ 3 h 32"/>
                  <a:gd name="T12" fmla="*/ 6 w 15"/>
                  <a:gd name="T13" fmla="*/ 5 h 32"/>
                  <a:gd name="T14" fmla="*/ 4 w 15"/>
                  <a:gd name="T15" fmla="*/ 7 h 32"/>
                  <a:gd name="T16" fmla="*/ 4 w 15"/>
                  <a:gd name="T17" fmla="*/ 9 h 32"/>
                  <a:gd name="T18" fmla="*/ 2 w 15"/>
                  <a:gd name="T19" fmla="*/ 14 h 32"/>
                  <a:gd name="T20" fmla="*/ 5 w 15"/>
                  <a:gd name="T21" fmla="*/ 20 h 32"/>
                  <a:gd name="T22" fmla="*/ 6 w 15"/>
                  <a:gd name="T23" fmla="*/ 32 h 32"/>
                  <a:gd name="T24" fmla="*/ 15 w 15"/>
                  <a:gd name="T25" fmla="*/ 32 h 32"/>
                  <a:gd name="T26" fmla="*/ 13 w 15"/>
                  <a:gd name="T27" fmla="*/ 26 h 32"/>
                  <a:gd name="T28" fmla="*/ 13 w 15"/>
                  <a:gd name="T29"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32">
                    <a:moveTo>
                      <a:pt x="13" y="26"/>
                    </a:moveTo>
                    <a:cubicBezTo>
                      <a:pt x="13" y="22"/>
                      <a:pt x="9" y="17"/>
                      <a:pt x="10" y="13"/>
                    </a:cubicBezTo>
                    <a:cubicBezTo>
                      <a:pt x="11" y="10"/>
                      <a:pt x="10" y="7"/>
                      <a:pt x="9" y="4"/>
                    </a:cubicBezTo>
                    <a:cubicBezTo>
                      <a:pt x="9" y="3"/>
                      <a:pt x="9" y="2"/>
                      <a:pt x="9" y="1"/>
                    </a:cubicBezTo>
                    <a:cubicBezTo>
                      <a:pt x="9" y="0"/>
                      <a:pt x="6" y="0"/>
                      <a:pt x="6" y="0"/>
                    </a:cubicBezTo>
                    <a:cubicBezTo>
                      <a:pt x="6" y="1"/>
                      <a:pt x="7" y="2"/>
                      <a:pt x="7" y="3"/>
                    </a:cubicBezTo>
                    <a:cubicBezTo>
                      <a:pt x="8" y="4"/>
                      <a:pt x="7" y="5"/>
                      <a:pt x="6" y="5"/>
                    </a:cubicBezTo>
                    <a:cubicBezTo>
                      <a:pt x="5" y="6"/>
                      <a:pt x="4" y="5"/>
                      <a:pt x="4" y="7"/>
                    </a:cubicBezTo>
                    <a:cubicBezTo>
                      <a:pt x="4" y="8"/>
                      <a:pt x="4" y="8"/>
                      <a:pt x="4" y="9"/>
                    </a:cubicBezTo>
                    <a:cubicBezTo>
                      <a:pt x="3" y="11"/>
                      <a:pt x="3" y="13"/>
                      <a:pt x="2" y="14"/>
                    </a:cubicBezTo>
                    <a:cubicBezTo>
                      <a:pt x="0" y="15"/>
                      <a:pt x="4" y="18"/>
                      <a:pt x="5" y="20"/>
                    </a:cubicBezTo>
                    <a:cubicBezTo>
                      <a:pt x="6" y="22"/>
                      <a:pt x="4" y="32"/>
                      <a:pt x="6" y="32"/>
                    </a:cubicBezTo>
                    <a:cubicBezTo>
                      <a:pt x="9" y="32"/>
                      <a:pt x="12" y="32"/>
                      <a:pt x="15" y="32"/>
                    </a:cubicBezTo>
                    <a:cubicBezTo>
                      <a:pt x="15" y="30"/>
                      <a:pt x="14" y="28"/>
                      <a:pt x="13" y="26"/>
                    </a:cubicBezTo>
                    <a:cubicBezTo>
                      <a:pt x="13" y="24"/>
                      <a:pt x="13" y="27"/>
                      <a:pt x="13" y="2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5" name="Freeform 722">
                <a:extLst>
                  <a:ext uri="{FF2B5EF4-FFF2-40B4-BE49-F238E27FC236}">
                    <a16:creationId xmlns:a16="http://schemas.microsoft.com/office/drawing/2014/main" id="{F0EEF004-35B8-A541-B07C-66B0CA517A7A}"/>
                  </a:ext>
                </a:extLst>
              </p:cNvPr>
              <p:cNvSpPr>
                <a:spLocks/>
              </p:cNvSpPr>
              <p:nvPr/>
            </p:nvSpPr>
            <p:spPr bwMode="auto">
              <a:xfrm>
                <a:off x="18222490" y="6516489"/>
                <a:ext cx="140127" cy="216615"/>
              </a:xfrm>
              <a:custGeom>
                <a:avLst/>
                <a:gdLst>
                  <a:gd name="T0" fmla="*/ 12 w 15"/>
                  <a:gd name="T1" fmla="*/ 1 h 23"/>
                  <a:gd name="T2" fmla="*/ 7 w 15"/>
                  <a:gd name="T3" fmla="*/ 1 h 23"/>
                  <a:gd name="T4" fmla="*/ 2 w 15"/>
                  <a:gd name="T5" fmla="*/ 2 h 23"/>
                  <a:gd name="T6" fmla="*/ 1 w 15"/>
                  <a:gd name="T7" fmla="*/ 7 h 23"/>
                  <a:gd name="T8" fmla="*/ 2 w 15"/>
                  <a:gd name="T9" fmla="*/ 11 h 23"/>
                  <a:gd name="T10" fmla="*/ 1 w 15"/>
                  <a:gd name="T11" fmla="*/ 23 h 23"/>
                  <a:gd name="T12" fmla="*/ 4 w 15"/>
                  <a:gd name="T13" fmla="*/ 20 h 23"/>
                  <a:gd name="T14" fmla="*/ 7 w 15"/>
                  <a:gd name="T15" fmla="*/ 20 h 23"/>
                  <a:gd name="T16" fmla="*/ 9 w 15"/>
                  <a:gd name="T17" fmla="*/ 23 h 23"/>
                  <a:gd name="T18" fmla="*/ 9 w 15"/>
                  <a:gd name="T19" fmla="*/ 20 h 23"/>
                  <a:gd name="T20" fmla="*/ 6 w 15"/>
                  <a:gd name="T21" fmla="*/ 16 h 23"/>
                  <a:gd name="T22" fmla="*/ 4 w 15"/>
                  <a:gd name="T23" fmla="*/ 7 h 23"/>
                  <a:gd name="T24" fmla="*/ 9 w 15"/>
                  <a:gd name="T25" fmla="*/ 3 h 23"/>
                  <a:gd name="T26" fmla="*/ 15 w 15"/>
                  <a:gd name="T27" fmla="*/ 6 h 23"/>
                  <a:gd name="T28" fmla="*/ 12 w 15"/>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3">
                    <a:moveTo>
                      <a:pt x="12" y="1"/>
                    </a:moveTo>
                    <a:cubicBezTo>
                      <a:pt x="11" y="1"/>
                      <a:pt x="9" y="1"/>
                      <a:pt x="7" y="1"/>
                    </a:cubicBezTo>
                    <a:cubicBezTo>
                      <a:pt x="5" y="1"/>
                      <a:pt x="3" y="0"/>
                      <a:pt x="2" y="2"/>
                    </a:cubicBezTo>
                    <a:cubicBezTo>
                      <a:pt x="2" y="4"/>
                      <a:pt x="1" y="5"/>
                      <a:pt x="1" y="7"/>
                    </a:cubicBezTo>
                    <a:cubicBezTo>
                      <a:pt x="1" y="8"/>
                      <a:pt x="2" y="9"/>
                      <a:pt x="2" y="11"/>
                    </a:cubicBezTo>
                    <a:cubicBezTo>
                      <a:pt x="2" y="12"/>
                      <a:pt x="0" y="23"/>
                      <a:pt x="1" y="23"/>
                    </a:cubicBezTo>
                    <a:cubicBezTo>
                      <a:pt x="3" y="22"/>
                      <a:pt x="1" y="19"/>
                      <a:pt x="4" y="20"/>
                    </a:cubicBezTo>
                    <a:cubicBezTo>
                      <a:pt x="5" y="20"/>
                      <a:pt x="7" y="19"/>
                      <a:pt x="7" y="20"/>
                    </a:cubicBezTo>
                    <a:cubicBezTo>
                      <a:pt x="8" y="20"/>
                      <a:pt x="8" y="23"/>
                      <a:pt x="9" y="23"/>
                    </a:cubicBezTo>
                    <a:cubicBezTo>
                      <a:pt x="9" y="23"/>
                      <a:pt x="9" y="20"/>
                      <a:pt x="9" y="20"/>
                    </a:cubicBezTo>
                    <a:cubicBezTo>
                      <a:pt x="9" y="18"/>
                      <a:pt x="7" y="17"/>
                      <a:pt x="6" y="16"/>
                    </a:cubicBezTo>
                    <a:cubicBezTo>
                      <a:pt x="5" y="14"/>
                      <a:pt x="2" y="9"/>
                      <a:pt x="4" y="7"/>
                    </a:cubicBezTo>
                    <a:cubicBezTo>
                      <a:pt x="7" y="5"/>
                      <a:pt x="6" y="4"/>
                      <a:pt x="9" y="3"/>
                    </a:cubicBezTo>
                    <a:cubicBezTo>
                      <a:pt x="11" y="2"/>
                      <a:pt x="14" y="4"/>
                      <a:pt x="15" y="6"/>
                    </a:cubicBezTo>
                    <a:cubicBezTo>
                      <a:pt x="14" y="4"/>
                      <a:pt x="13" y="2"/>
                      <a:pt x="1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6" name="Freeform 723">
                <a:extLst>
                  <a:ext uri="{FF2B5EF4-FFF2-40B4-BE49-F238E27FC236}">
                    <a16:creationId xmlns:a16="http://schemas.microsoft.com/office/drawing/2014/main" id="{674C18CC-C490-2342-BB16-8F14F1B15FD9}"/>
                  </a:ext>
                </a:extLst>
              </p:cNvPr>
              <p:cNvSpPr>
                <a:spLocks/>
              </p:cNvSpPr>
              <p:nvPr/>
            </p:nvSpPr>
            <p:spPr bwMode="auto">
              <a:xfrm>
                <a:off x="17483637" y="7153601"/>
                <a:ext cx="197453" cy="235731"/>
              </a:xfrm>
              <a:custGeom>
                <a:avLst/>
                <a:gdLst>
                  <a:gd name="T0" fmla="*/ 5 w 21"/>
                  <a:gd name="T1" fmla="*/ 1 h 25"/>
                  <a:gd name="T2" fmla="*/ 4 w 21"/>
                  <a:gd name="T3" fmla="*/ 7 h 25"/>
                  <a:gd name="T4" fmla="*/ 1 w 21"/>
                  <a:gd name="T5" fmla="*/ 9 h 25"/>
                  <a:gd name="T6" fmla="*/ 3 w 21"/>
                  <a:gd name="T7" fmla="*/ 11 h 25"/>
                  <a:gd name="T8" fmla="*/ 2 w 21"/>
                  <a:gd name="T9" fmla="*/ 14 h 25"/>
                  <a:gd name="T10" fmla="*/ 3 w 21"/>
                  <a:gd name="T11" fmla="*/ 16 h 25"/>
                  <a:gd name="T12" fmla="*/ 1 w 21"/>
                  <a:gd name="T13" fmla="*/ 20 h 25"/>
                  <a:gd name="T14" fmla="*/ 3 w 21"/>
                  <a:gd name="T15" fmla="*/ 21 h 25"/>
                  <a:gd name="T16" fmla="*/ 0 w 21"/>
                  <a:gd name="T17" fmla="*/ 24 h 25"/>
                  <a:gd name="T18" fmla="*/ 2 w 21"/>
                  <a:gd name="T19" fmla="*/ 23 h 25"/>
                  <a:gd name="T20" fmla="*/ 3 w 21"/>
                  <a:gd name="T21" fmla="*/ 24 h 25"/>
                  <a:gd name="T22" fmla="*/ 6 w 21"/>
                  <a:gd name="T23" fmla="*/ 22 h 25"/>
                  <a:gd name="T24" fmla="*/ 8 w 21"/>
                  <a:gd name="T25" fmla="*/ 22 h 25"/>
                  <a:gd name="T26" fmla="*/ 9 w 21"/>
                  <a:gd name="T27" fmla="*/ 22 h 25"/>
                  <a:gd name="T28" fmla="*/ 12 w 21"/>
                  <a:gd name="T29" fmla="*/ 21 h 25"/>
                  <a:gd name="T30" fmla="*/ 14 w 21"/>
                  <a:gd name="T31" fmla="*/ 20 h 25"/>
                  <a:gd name="T32" fmla="*/ 17 w 21"/>
                  <a:gd name="T33" fmla="*/ 18 h 25"/>
                  <a:gd name="T34" fmla="*/ 20 w 21"/>
                  <a:gd name="T35" fmla="*/ 20 h 25"/>
                  <a:gd name="T36" fmla="*/ 19 w 21"/>
                  <a:gd name="T37" fmla="*/ 16 h 25"/>
                  <a:gd name="T38" fmla="*/ 17 w 21"/>
                  <a:gd name="T39" fmla="*/ 12 h 25"/>
                  <a:gd name="T40" fmla="*/ 12 w 21"/>
                  <a:gd name="T41" fmla="*/ 0 h 25"/>
                  <a:gd name="T42" fmla="*/ 5 w 21"/>
                  <a:gd name="T43" fmla="*/ 1 h 25"/>
                  <a:gd name="T44" fmla="*/ 5 w 21"/>
                  <a:gd name="T45"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5">
                    <a:moveTo>
                      <a:pt x="5" y="1"/>
                    </a:moveTo>
                    <a:cubicBezTo>
                      <a:pt x="3" y="2"/>
                      <a:pt x="2" y="6"/>
                      <a:pt x="4" y="7"/>
                    </a:cubicBezTo>
                    <a:cubicBezTo>
                      <a:pt x="7" y="10"/>
                      <a:pt x="2" y="9"/>
                      <a:pt x="1" y="9"/>
                    </a:cubicBezTo>
                    <a:cubicBezTo>
                      <a:pt x="1" y="9"/>
                      <a:pt x="3" y="11"/>
                      <a:pt x="3" y="11"/>
                    </a:cubicBezTo>
                    <a:cubicBezTo>
                      <a:pt x="3" y="13"/>
                      <a:pt x="3" y="13"/>
                      <a:pt x="2" y="14"/>
                    </a:cubicBezTo>
                    <a:cubicBezTo>
                      <a:pt x="2" y="14"/>
                      <a:pt x="3" y="15"/>
                      <a:pt x="3" y="16"/>
                    </a:cubicBezTo>
                    <a:cubicBezTo>
                      <a:pt x="2" y="17"/>
                      <a:pt x="1" y="20"/>
                      <a:pt x="1" y="20"/>
                    </a:cubicBezTo>
                    <a:cubicBezTo>
                      <a:pt x="1" y="20"/>
                      <a:pt x="3" y="20"/>
                      <a:pt x="3" y="21"/>
                    </a:cubicBezTo>
                    <a:cubicBezTo>
                      <a:pt x="3" y="21"/>
                      <a:pt x="0" y="23"/>
                      <a:pt x="0" y="24"/>
                    </a:cubicBezTo>
                    <a:cubicBezTo>
                      <a:pt x="0" y="24"/>
                      <a:pt x="1" y="23"/>
                      <a:pt x="2" y="23"/>
                    </a:cubicBezTo>
                    <a:cubicBezTo>
                      <a:pt x="2" y="23"/>
                      <a:pt x="2" y="25"/>
                      <a:pt x="3" y="24"/>
                    </a:cubicBezTo>
                    <a:cubicBezTo>
                      <a:pt x="3" y="23"/>
                      <a:pt x="5" y="22"/>
                      <a:pt x="6" y="22"/>
                    </a:cubicBezTo>
                    <a:cubicBezTo>
                      <a:pt x="7" y="21"/>
                      <a:pt x="6" y="25"/>
                      <a:pt x="8" y="22"/>
                    </a:cubicBezTo>
                    <a:cubicBezTo>
                      <a:pt x="9" y="20"/>
                      <a:pt x="8" y="21"/>
                      <a:pt x="9" y="22"/>
                    </a:cubicBezTo>
                    <a:cubicBezTo>
                      <a:pt x="9" y="22"/>
                      <a:pt x="12" y="21"/>
                      <a:pt x="12" y="21"/>
                    </a:cubicBezTo>
                    <a:cubicBezTo>
                      <a:pt x="14" y="21"/>
                      <a:pt x="13" y="20"/>
                      <a:pt x="14" y="20"/>
                    </a:cubicBezTo>
                    <a:cubicBezTo>
                      <a:pt x="16" y="20"/>
                      <a:pt x="16" y="19"/>
                      <a:pt x="17" y="18"/>
                    </a:cubicBezTo>
                    <a:cubicBezTo>
                      <a:pt x="18" y="16"/>
                      <a:pt x="19" y="19"/>
                      <a:pt x="20" y="20"/>
                    </a:cubicBezTo>
                    <a:cubicBezTo>
                      <a:pt x="21" y="20"/>
                      <a:pt x="19" y="16"/>
                      <a:pt x="19" y="16"/>
                    </a:cubicBezTo>
                    <a:cubicBezTo>
                      <a:pt x="18" y="15"/>
                      <a:pt x="17" y="14"/>
                      <a:pt x="17" y="12"/>
                    </a:cubicBezTo>
                    <a:cubicBezTo>
                      <a:pt x="17" y="7"/>
                      <a:pt x="14" y="4"/>
                      <a:pt x="12" y="0"/>
                    </a:cubicBezTo>
                    <a:cubicBezTo>
                      <a:pt x="10" y="2"/>
                      <a:pt x="8" y="1"/>
                      <a:pt x="5" y="1"/>
                    </a:cubicBezTo>
                    <a:cubicBezTo>
                      <a:pt x="5" y="2"/>
                      <a:pt x="6" y="1"/>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7" name="Freeform 724">
                <a:extLst>
                  <a:ext uri="{FF2B5EF4-FFF2-40B4-BE49-F238E27FC236}">
                    <a16:creationId xmlns:a16="http://schemas.microsoft.com/office/drawing/2014/main" id="{F36952B0-71B6-5344-AA27-7B54A51197F0}"/>
                  </a:ext>
                </a:extLst>
              </p:cNvPr>
              <p:cNvSpPr>
                <a:spLocks/>
              </p:cNvSpPr>
              <p:nvPr/>
            </p:nvSpPr>
            <p:spPr bwMode="auto">
              <a:xfrm>
                <a:off x="17400836" y="6901941"/>
                <a:ext cx="299364" cy="289887"/>
              </a:xfrm>
              <a:custGeom>
                <a:avLst/>
                <a:gdLst>
                  <a:gd name="T0" fmla="*/ 32 w 32"/>
                  <a:gd name="T1" fmla="*/ 3 h 31"/>
                  <a:gd name="T2" fmla="*/ 29 w 32"/>
                  <a:gd name="T3" fmla="*/ 1 h 31"/>
                  <a:gd name="T4" fmla="*/ 27 w 32"/>
                  <a:gd name="T5" fmla="*/ 4 h 31"/>
                  <a:gd name="T6" fmla="*/ 25 w 32"/>
                  <a:gd name="T7" fmla="*/ 5 h 31"/>
                  <a:gd name="T8" fmla="*/ 20 w 32"/>
                  <a:gd name="T9" fmla="*/ 6 h 31"/>
                  <a:gd name="T10" fmla="*/ 20 w 32"/>
                  <a:gd name="T11" fmla="*/ 10 h 31"/>
                  <a:gd name="T12" fmla="*/ 13 w 32"/>
                  <a:gd name="T13" fmla="*/ 9 h 31"/>
                  <a:gd name="T14" fmla="*/ 10 w 32"/>
                  <a:gd name="T15" fmla="*/ 12 h 31"/>
                  <a:gd name="T16" fmla="*/ 0 w 32"/>
                  <a:gd name="T17" fmla="*/ 19 h 31"/>
                  <a:gd name="T18" fmla="*/ 6 w 32"/>
                  <a:gd name="T19" fmla="*/ 21 h 31"/>
                  <a:gd name="T20" fmla="*/ 5 w 32"/>
                  <a:gd name="T21" fmla="*/ 24 h 31"/>
                  <a:gd name="T22" fmla="*/ 6 w 32"/>
                  <a:gd name="T23" fmla="*/ 26 h 31"/>
                  <a:gd name="T24" fmla="*/ 3 w 32"/>
                  <a:gd name="T25" fmla="*/ 29 h 31"/>
                  <a:gd name="T26" fmla="*/ 5 w 32"/>
                  <a:gd name="T27" fmla="*/ 30 h 31"/>
                  <a:gd name="T28" fmla="*/ 5 w 32"/>
                  <a:gd name="T29" fmla="*/ 31 h 31"/>
                  <a:gd name="T30" fmla="*/ 9 w 32"/>
                  <a:gd name="T31" fmla="*/ 31 h 31"/>
                  <a:gd name="T32" fmla="*/ 12 w 32"/>
                  <a:gd name="T33" fmla="*/ 31 h 31"/>
                  <a:gd name="T34" fmla="*/ 14 w 32"/>
                  <a:gd name="T35" fmla="*/ 28 h 31"/>
                  <a:gd name="T36" fmla="*/ 21 w 32"/>
                  <a:gd name="T37" fmla="*/ 27 h 31"/>
                  <a:gd name="T38" fmla="*/ 16 w 32"/>
                  <a:gd name="T39" fmla="*/ 22 h 31"/>
                  <a:gd name="T40" fmla="*/ 20 w 32"/>
                  <a:gd name="T41" fmla="*/ 19 h 31"/>
                  <a:gd name="T42" fmla="*/ 27 w 32"/>
                  <a:gd name="T43" fmla="*/ 14 h 31"/>
                  <a:gd name="T44" fmla="*/ 27 w 32"/>
                  <a:gd name="T45" fmla="*/ 8 h 31"/>
                  <a:gd name="T46" fmla="*/ 32 w 32"/>
                  <a:gd name="T4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1">
                    <a:moveTo>
                      <a:pt x="32" y="3"/>
                    </a:moveTo>
                    <a:cubicBezTo>
                      <a:pt x="31" y="2"/>
                      <a:pt x="30" y="0"/>
                      <a:pt x="29" y="1"/>
                    </a:cubicBezTo>
                    <a:cubicBezTo>
                      <a:pt x="28" y="1"/>
                      <a:pt x="28" y="3"/>
                      <a:pt x="27" y="4"/>
                    </a:cubicBezTo>
                    <a:cubicBezTo>
                      <a:pt x="27" y="4"/>
                      <a:pt x="26" y="3"/>
                      <a:pt x="25" y="5"/>
                    </a:cubicBezTo>
                    <a:cubicBezTo>
                      <a:pt x="24" y="6"/>
                      <a:pt x="22" y="6"/>
                      <a:pt x="20" y="6"/>
                    </a:cubicBezTo>
                    <a:cubicBezTo>
                      <a:pt x="18" y="7"/>
                      <a:pt x="22" y="9"/>
                      <a:pt x="20" y="10"/>
                    </a:cubicBezTo>
                    <a:cubicBezTo>
                      <a:pt x="17" y="11"/>
                      <a:pt x="16" y="9"/>
                      <a:pt x="13" y="9"/>
                    </a:cubicBezTo>
                    <a:cubicBezTo>
                      <a:pt x="12" y="8"/>
                      <a:pt x="10" y="11"/>
                      <a:pt x="10" y="12"/>
                    </a:cubicBezTo>
                    <a:cubicBezTo>
                      <a:pt x="7" y="15"/>
                      <a:pt x="1" y="15"/>
                      <a:pt x="0" y="19"/>
                    </a:cubicBezTo>
                    <a:cubicBezTo>
                      <a:pt x="0" y="19"/>
                      <a:pt x="6" y="21"/>
                      <a:pt x="6" y="21"/>
                    </a:cubicBezTo>
                    <a:cubicBezTo>
                      <a:pt x="6" y="22"/>
                      <a:pt x="5" y="24"/>
                      <a:pt x="5" y="24"/>
                    </a:cubicBezTo>
                    <a:cubicBezTo>
                      <a:pt x="5" y="26"/>
                      <a:pt x="6" y="25"/>
                      <a:pt x="6" y="26"/>
                    </a:cubicBezTo>
                    <a:cubicBezTo>
                      <a:pt x="6" y="25"/>
                      <a:pt x="2" y="28"/>
                      <a:pt x="3" y="29"/>
                    </a:cubicBezTo>
                    <a:cubicBezTo>
                      <a:pt x="3" y="29"/>
                      <a:pt x="5" y="30"/>
                      <a:pt x="5" y="30"/>
                    </a:cubicBezTo>
                    <a:cubicBezTo>
                      <a:pt x="6" y="30"/>
                      <a:pt x="5" y="30"/>
                      <a:pt x="5" y="31"/>
                    </a:cubicBezTo>
                    <a:cubicBezTo>
                      <a:pt x="5" y="30"/>
                      <a:pt x="9" y="30"/>
                      <a:pt x="9" y="31"/>
                    </a:cubicBezTo>
                    <a:cubicBezTo>
                      <a:pt x="10" y="31"/>
                      <a:pt x="11" y="31"/>
                      <a:pt x="12" y="31"/>
                    </a:cubicBezTo>
                    <a:cubicBezTo>
                      <a:pt x="12" y="31"/>
                      <a:pt x="13" y="29"/>
                      <a:pt x="14" y="28"/>
                    </a:cubicBezTo>
                    <a:cubicBezTo>
                      <a:pt x="17" y="28"/>
                      <a:pt x="19" y="29"/>
                      <a:pt x="21" y="27"/>
                    </a:cubicBezTo>
                    <a:cubicBezTo>
                      <a:pt x="21" y="25"/>
                      <a:pt x="16" y="23"/>
                      <a:pt x="16" y="22"/>
                    </a:cubicBezTo>
                    <a:cubicBezTo>
                      <a:pt x="17" y="21"/>
                      <a:pt x="18" y="20"/>
                      <a:pt x="20" y="19"/>
                    </a:cubicBezTo>
                    <a:cubicBezTo>
                      <a:pt x="22" y="17"/>
                      <a:pt x="24" y="15"/>
                      <a:pt x="27" y="14"/>
                    </a:cubicBezTo>
                    <a:cubicBezTo>
                      <a:pt x="29" y="12"/>
                      <a:pt x="26" y="9"/>
                      <a:pt x="27" y="8"/>
                    </a:cubicBezTo>
                    <a:cubicBezTo>
                      <a:pt x="29" y="6"/>
                      <a:pt x="30" y="4"/>
                      <a:pt x="32"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8" name="Freeform 725">
                <a:extLst>
                  <a:ext uri="{FF2B5EF4-FFF2-40B4-BE49-F238E27FC236}">
                    <a16:creationId xmlns:a16="http://schemas.microsoft.com/office/drawing/2014/main" id="{1FBA6964-C1AA-564B-9546-2FAD6A6757A2}"/>
                  </a:ext>
                </a:extLst>
              </p:cNvPr>
              <p:cNvSpPr>
                <a:spLocks/>
              </p:cNvSpPr>
              <p:nvPr/>
            </p:nvSpPr>
            <p:spPr bwMode="auto">
              <a:xfrm>
                <a:off x="11209749" y="6162893"/>
                <a:ext cx="222932" cy="232543"/>
              </a:xfrm>
              <a:custGeom>
                <a:avLst/>
                <a:gdLst>
                  <a:gd name="T0" fmla="*/ 21 w 24"/>
                  <a:gd name="T1" fmla="*/ 8 h 25"/>
                  <a:gd name="T2" fmla="*/ 18 w 24"/>
                  <a:gd name="T3" fmla="*/ 5 h 25"/>
                  <a:gd name="T4" fmla="*/ 15 w 24"/>
                  <a:gd name="T5" fmla="*/ 6 h 25"/>
                  <a:gd name="T6" fmla="*/ 16 w 24"/>
                  <a:gd name="T7" fmla="*/ 1 h 25"/>
                  <a:gd name="T8" fmla="*/ 10 w 24"/>
                  <a:gd name="T9" fmla="*/ 1 h 25"/>
                  <a:gd name="T10" fmla="*/ 10 w 24"/>
                  <a:gd name="T11" fmla="*/ 2 h 25"/>
                  <a:gd name="T12" fmla="*/ 9 w 24"/>
                  <a:gd name="T13" fmla="*/ 3 h 25"/>
                  <a:gd name="T14" fmla="*/ 11 w 24"/>
                  <a:gd name="T15" fmla="*/ 4 h 25"/>
                  <a:gd name="T16" fmla="*/ 9 w 24"/>
                  <a:gd name="T17" fmla="*/ 5 h 25"/>
                  <a:gd name="T18" fmla="*/ 2 w 24"/>
                  <a:gd name="T19" fmla="*/ 6 h 25"/>
                  <a:gd name="T20" fmla="*/ 3 w 24"/>
                  <a:gd name="T21" fmla="*/ 7 h 25"/>
                  <a:gd name="T22" fmla="*/ 2 w 24"/>
                  <a:gd name="T23" fmla="*/ 8 h 25"/>
                  <a:gd name="T24" fmla="*/ 2 w 24"/>
                  <a:gd name="T25" fmla="*/ 8 h 25"/>
                  <a:gd name="T26" fmla="*/ 1 w 24"/>
                  <a:gd name="T27" fmla="*/ 8 h 25"/>
                  <a:gd name="T28" fmla="*/ 3 w 24"/>
                  <a:gd name="T29" fmla="*/ 10 h 25"/>
                  <a:gd name="T30" fmla="*/ 6 w 24"/>
                  <a:gd name="T31" fmla="*/ 13 h 25"/>
                  <a:gd name="T32" fmla="*/ 5 w 24"/>
                  <a:gd name="T33" fmla="*/ 17 h 25"/>
                  <a:gd name="T34" fmla="*/ 1 w 24"/>
                  <a:gd name="T35" fmla="*/ 20 h 25"/>
                  <a:gd name="T36" fmla="*/ 3 w 24"/>
                  <a:gd name="T37" fmla="*/ 20 h 25"/>
                  <a:gd name="T38" fmla="*/ 0 w 24"/>
                  <a:gd name="T39" fmla="*/ 22 h 25"/>
                  <a:gd name="T40" fmla="*/ 3 w 24"/>
                  <a:gd name="T41" fmla="*/ 21 h 25"/>
                  <a:gd name="T42" fmla="*/ 2 w 24"/>
                  <a:gd name="T43" fmla="*/ 24 h 25"/>
                  <a:gd name="T44" fmla="*/ 4 w 24"/>
                  <a:gd name="T45" fmla="*/ 23 h 25"/>
                  <a:gd name="T46" fmla="*/ 4 w 24"/>
                  <a:gd name="T47" fmla="*/ 25 h 25"/>
                  <a:gd name="T48" fmla="*/ 8 w 24"/>
                  <a:gd name="T49" fmla="*/ 24 h 25"/>
                  <a:gd name="T50" fmla="*/ 17 w 24"/>
                  <a:gd name="T51" fmla="*/ 20 h 25"/>
                  <a:gd name="T52" fmla="*/ 22 w 24"/>
                  <a:gd name="T53" fmla="*/ 16 h 25"/>
                  <a:gd name="T54" fmla="*/ 21 w 24"/>
                  <a:gd name="T55" fmla="*/ 8 h 25"/>
                  <a:gd name="T56" fmla="*/ 21 w 24"/>
                  <a:gd name="T57"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5">
                    <a:moveTo>
                      <a:pt x="21" y="8"/>
                    </a:moveTo>
                    <a:cubicBezTo>
                      <a:pt x="20" y="8"/>
                      <a:pt x="19" y="5"/>
                      <a:pt x="18" y="5"/>
                    </a:cubicBezTo>
                    <a:cubicBezTo>
                      <a:pt x="16" y="6"/>
                      <a:pt x="17" y="7"/>
                      <a:pt x="15" y="6"/>
                    </a:cubicBezTo>
                    <a:cubicBezTo>
                      <a:pt x="11" y="5"/>
                      <a:pt x="15" y="3"/>
                      <a:pt x="16" y="1"/>
                    </a:cubicBezTo>
                    <a:cubicBezTo>
                      <a:pt x="14" y="1"/>
                      <a:pt x="11" y="0"/>
                      <a:pt x="10" y="1"/>
                    </a:cubicBezTo>
                    <a:cubicBezTo>
                      <a:pt x="10" y="1"/>
                      <a:pt x="12" y="1"/>
                      <a:pt x="10" y="2"/>
                    </a:cubicBezTo>
                    <a:cubicBezTo>
                      <a:pt x="10" y="2"/>
                      <a:pt x="8" y="3"/>
                      <a:pt x="9" y="3"/>
                    </a:cubicBezTo>
                    <a:cubicBezTo>
                      <a:pt x="9" y="4"/>
                      <a:pt x="11" y="3"/>
                      <a:pt x="11" y="4"/>
                    </a:cubicBezTo>
                    <a:cubicBezTo>
                      <a:pt x="12" y="5"/>
                      <a:pt x="9" y="5"/>
                      <a:pt x="9" y="5"/>
                    </a:cubicBezTo>
                    <a:cubicBezTo>
                      <a:pt x="7" y="6"/>
                      <a:pt x="3" y="5"/>
                      <a:pt x="2" y="6"/>
                    </a:cubicBezTo>
                    <a:cubicBezTo>
                      <a:pt x="2" y="6"/>
                      <a:pt x="3" y="6"/>
                      <a:pt x="3" y="7"/>
                    </a:cubicBezTo>
                    <a:cubicBezTo>
                      <a:pt x="3" y="7"/>
                      <a:pt x="1" y="7"/>
                      <a:pt x="2" y="8"/>
                    </a:cubicBezTo>
                    <a:cubicBezTo>
                      <a:pt x="2" y="8"/>
                      <a:pt x="2" y="8"/>
                      <a:pt x="2" y="8"/>
                    </a:cubicBezTo>
                    <a:cubicBezTo>
                      <a:pt x="3" y="8"/>
                      <a:pt x="1" y="8"/>
                      <a:pt x="1" y="8"/>
                    </a:cubicBezTo>
                    <a:cubicBezTo>
                      <a:pt x="1" y="9"/>
                      <a:pt x="5" y="9"/>
                      <a:pt x="3" y="10"/>
                    </a:cubicBezTo>
                    <a:cubicBezTo>
                      <a:pt x="0" y="12"/>
                      <a:pt x="4" y="13"/>
                      <a:pt x="6" y="13"/>
                    </a:cubicBezTo>
                    <a:cubicBezTo>
                      <a:pt x="7" y="13"/>
                      <a:pt x="5" y="16"/>
                      <a:pt x="5" y="17"/>
                    </a:cubicBezTo>
                    <a:cubicBezTo>
                      <a:pt x="4" y="17"/>
                      <a:pt x="2" y="21"/>
                      <a:pt x="1" y="20"/>
                    </a:cubicBezTo>
                    <a:cubicBezTo>
                      <a:pt x="1" y="20"/>
                      <a:pt x="3" y="20"/>
                      <a:pt x="3" y="20"/>
                    </a:cubicBezTo>
                    <a:cubicBezTo>
                      <a:pt x="2" y="21"/>
                      <a:pt x="1" y="20"/>
                      <a:pt x="0" y="22"/>
                    </a:cubicBezTo>
                    <a:cubicBezTo>
                      <a:pt x="0" y="22"/>
                      <a:pt x="3" y="21"/>
                      <a:pt x="3" y="21"/>
                    </a:cubicBezTo>
                    <a:cubicBezTo>
                      <a:pt x="3" y="21"/>
                      <a:pt x="2" y="23"/>
                      <a:pt x="2" y="24"/>
                    </a:cubicBezTo>
                    <a:cubicBezTo>
                      <a:pt x="2" y="24"/>
                      <a:pt x="4" y="23"/>
                      <a:pt x="4" y="23"/>
                    </a:cubicBezTo>
                    <a:cubicBezTo>
                      <a:pt x="4" y="23"/>
                      <a:pt x="4" y="24"/>
                      <a:pt x="4" y="25"/>
                    </a:cubicBezTo>
                    <a:cubicBezTo>
                      <a:pt x="5" y="25"/>
                      <a:pt x="7" y="24"/>
                      <a:pt x="8" y="24"/>
                    </a:cubicBezTo>
                    <a:cubicBezTo>
                      <a:pt x="11" y="23"/>
                      <a:pt x="14" y="20"/>
                      <a:pt x="17" y="20"/>
                    </a:cubicBezTo>
                    <a:cubicBezTo>
                      <a:pt x="21" y="20"/>
                      <a:pt x="20" y="19"/>
                      <a:pt x="22" y="16"/>
                    </a:cubicBezTo>
                    <a:cubicBezTo>
                      <a:pt x="24" y="13"/>
                      <a:pt x="21" y="11"/>
                      <a:pt x="21" y="8"/>
                    </a:cubicBezTo>
                    <a:cubicBezTo>
                      <a:pt x="20" y="8"/>
                      <a:pt x="21" y="9"/>
                      <a:pt x="21"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49" name="Freeform 726">
                <a:extLst>
                  <a:ext uri="{FF2B5EF4-FFF2-40B4-BE49-F238E27FC236}">
                    <a16:creationId xmlns:a16="http://schemas.microsoft.com/office/drawing/2014/main" id="{0E1FCD5C-46E9-2E46-945A-D7B688376EBE}"/>
                  </a:ext>
                </a:extLst>
              </p:cNvPr>
              <p:cNvSpPr>
                <a:spLocks/>
              </p:cNvSpPr>
              <p:nvPr/>
            </p:nvSpPr>
            <p:spPr bwMode="auto">
              <a:xfrm>
                <a:off x="11321211" y="6153340"/>
                <a:ext cx="149682" cy="92380"/>
              </a:xfrm>
              <a:custGeom>
                <a:avLst/>
                <a:gdLst>
                  <a:gd name="T0" fmla="*/ 1 w 16"/>
                  <a:gd name="T1" fmla="*/ 6 h 10"/>
                  <a:gd name="T2" fmla="*/ 4 w 16"/>
                  <a:gd name="T3" fmla="*/ 8 h 10"/>
                  <a:gd name="T4" fmla="*/ 5 w 16"/>
                  <a:gd name="T5" fmla="*/ 7 h 10"/>
                  <a:gd name="T6" fmla="*/ 8 w 16"/>
                  <a:gd name="T7" fmla="*/ 8 h 10"/>
                  <a:gd name="T8" fmla="*/ 11 w 16"/>
                  <a:gd name="T9" fmla="*/ 4 h 10"/>
                  <a:gd name="T10" fmla="*/ 11 w 16"/>
                  <a:gd name="T11" fmla="*/ 2 h 10"/>
                  <a:gd name="T12" fmla="*/ 7 w 16"/>
                  <a:gd name="T13" fmla="*/ 1 h 10"/>
                  <a:gd name="T14" fmla="*/ 4 w 16"/>
                  <a:gd name="T15" fmla="*/ 2 h 10"/>
                  <a:gd name="T16" fmla="*/ 1 w 16"/>
                  <a:gd name="T17" fmla="*/ 6 h 10"/>
                  <a:gd name="T18" fmla="*/ 1 w 16"/>
                  <a:gd name="T19"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0">
                    <a:moveTo>
                      <a:pt x="1" y="6"/>
                    </a:moveTo>
                    <a:cubicBezTo>
                      <a:pt x="0" y="7"/>
                      <a:pt x="3" y="8"/>
                      <a:pt x="4" y="8"/>
                    </a:cubicBezTo>
                    <a:cubicBezTo>
                      <a:pt x="4" y="8"/>
                      <a:pt x="5" y="7"/>
                      <a:pt x="5" y="7"/>
                    </a:cubicBezTo>
                    <a:cubicBezTo>
                      <a:pt x="6" y="6"/>
                      <a:pt x="7" y="7"/>
                      <a:pt x="8" y="8"/>
                    </a:cubicBezTo>
                    <a:cubicBezTo>
                      <a:pt x="10" y="10"/>
                      <a:pt x="16" y="5"/>
                      <a:pt x="11" y="4"/>
                    </a:cubicBezTo>
                    <a:cubicBezTo>
                      <a:pt x="12" y="4"/>
                      <a:pt x="11" y="2"/>
                      <a:pt x="11" y="2"/>
                    </a:cubicBezTo>
                    <a:cubicBezTo>
                      <a:pt x="10" y="0"/>
                      <a:pt x="9" y="0"/>
                      <a:pt x="7" y="1"/>
                    </a:cubicBezTo>
                    <a:cubicBezTo>
                      <a:pt x="6" y="1"/>
                      <a:pt x="4" y="1"/>
                      <a:pt x="4" y="2"/>
                    </a:cubicBezTo>
                    <a:cubicBezTo>
                      <a:pt x="3" y="3"/>
                      <a:pt x="1" y="4"/>
                      <a:pt x="1" y="6"/>
                    </a:cubicBezTo>
                    <a:cubicBezTo>
                      <a:pt x="1" y="6"/>
                      <a:pt x="1" y="5"/>
                      <a:pt x="1"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0" name="Freeform 727">
                <a:extLst>
                  <a:ext uri="{FF2B5EF4-FFF2-40B4-BE49-F238E27FC236}">
                    <a16:creationId xmlns:a16="http://schemas.microsoft.com/office/drawing/2014/main" id="{3A484815-E2C4-5144-8757-CD815675F753}"/>
                  </a:ext>
                </a:extLst>
              </p:cNvPr>
              <p:cNvSpPr>
                <a:spLocks/>
              </p:cNvSpPr>
              <p:nvPr/>
            </p:nvSpPr>
            <p:spPr bwMode="auto">
              <a:xfrm>
                <a:off x="11267072" y="6854158"/>
                <a:ext cx="585987" cy="430050"/>
              </a:xfrm>
              <a:custGeom>
                <a:avLst/>
                <a:gdLst>
                  <a:gd name="T0" fmla="*/ 58 w 63"/>
                  <a:gd name="T1" fmla="*/ 8 h 46"/>
                  <a:gd name="T2" fmla="*/ 52 w 63"/>
                  <a:gd name="T3" fmla="*/ 6 h 46"/>
                  <a:gd name="T4" fmla="*/ 49 w 63"/>
                  <a:gd name="T5" fmla="*/ 6 h 46"/>
                  <a:gd name="T6" fmla="*/ 45 w 63"/>
                  <a:gd name="T7" fmla="*/ 6 h 46"/>
                  <a:gd name="T8" fmla="*/ 40 w 63"/>
                  <a:gd name="T9" fmla="*/ 4 h 46"/>
                  <a:gd name="T10" fmla="*/ 38 w 63"/>
                  <a:gd name="T11" fmla="*/ 2 h 46"/>
                  <a:gd name="T12" fmla="*/ 35 w 63"/>
                  <a:gd name="T13" fmla="*/ 2 h 46"/>
                  <a:gd name="T14" fmla="*/ 31 w 63"/>
                  <a:gd name="T15" fmla="*/ 2 h 46"/>
                  <a:gd name="T16" fmla="*/ 27 w 63"/>
                  <a:gd name="T17" fmla="*/ 2 h 46"/>
                  <a:gd name="T18" fmla="*/ 17 w 63"/>
                  <a:gd name="T19" fmla="*/ 1 h 46"/>
                  <a:gd name="T20" fmla="*/ 8 w 63"/>
                  <a:gd name="T21" fmla="*/ 0 h 46"/>
                  <a:gd name="T22" fmla="*/ 2 w 63"/>
                  <a:gd name="T23" fmla="*/ 3 h 46"/>
                  <a:gd name="T24" fmla="*/ 2 w 63"/>
                  <a:gd name="T25" fmla="*/ 6 h 46"/>
                  <a:gd name="T26" fmla="*/ 2 w 63"/>
                  <a:gd name="T27" fmla="*/ 11 h 46"/>
                  <a:gd name="T28" fmla="*/ 5 w 63"/>
                  <a:gd name="T29" fmla="*/ 10 h 46"/>
                  <a:gd name="T30" fmla="*/ 7 w 63"/>
                  <a:gd name="T31" fmla="*/ 12 h 46"/>
                  <a:gd name="T32" fmla="*/ 12 w 63"/>
                  <a:gd name="T33" fmla="*/ 11 h 46"/>
                  <a:gd name="T34" fmla="*/ 14 w 63"/>
                  <a:gd name="T35" fmla="*/ 14 h 46"/>
                  <a:gd name="T36" fmla="*/ 13 w 63"/>
                  <a:gd name="T37" fmla="*/ 20 h 46"/>
                  <a:gd name="T38" fmla="*/ 12 w 63"/>
                  <a:gd name="T39" fmla="*/ 25 h 46"/>
                  <a:gd name="T40" fmla="*/ 12 w 63"/>
                  <a:gd name="T41" fmla="*/ 28 h 46"/>
                  <a:gd name="T42" fmla="*/ 10 w 63"/>
                  <a:gd name="T43" fmla="*/ 33 h 46"/>
                  <a:gd name="T44" fmla="*/ 10 w 63"/>
                  <a:gd name="T45" fmla="*/ 38 h 46"/>
                  <a:gd name="T46" fmla="*/ 17 w 63"/>
                  <a:gd name="T47" fmla="*/ 44 h 46"/>
                  <a:gd name="T48" fmla="*/ 20 w 63"/>
                  <a:gd name="T49" fmla="*/ 45 h 46"/>
                  <a:gd name="T50" fmla="*/ 21 w 63"/>
                  <a:gd name="T51" fmla="*/ 43 h 46"/>
                  <a:gd name="T52" fmla="*/ 24 w 63"/>
                  <a:gd name="T53" fmla="*/ 42 h 46"/>
                  <a:gd name="T54" fmla="*/ 36 w 63"/>
                  <a:gd name="T55" fmla="*/ 41 h 46"/>
                  <a:gd name="T56" fmla="*/ 39 w 63"/>
                  <a:gd name="T57" fmla="*/ 38 h 46"/>
                  <a:gd name="T58" fmla="*/ 43 w 63"/>
                  <a:gd name="T59" fmla="*/ 35 h 46"/>
                  <a:gd name="T60" fmla="*/ 47 w 63"/>
                  <a:gd name="T61" fmla="*/ 30 h 46"/>
                  <a:gd name="T62" fmla="*/ 45 w 63"/>
                  <a:gd name="T63" fmla="*/ 26 h 46"/>
                  <a:gd name="T64" fmla="*/ 48 w 63"/>
                  <a:gd name="T65" fmla="*/ 21 h 46"/>
                  <a:gd name="T66" fmla="*/ 50 w 63"/>
                  <a:gd name="T67" fmla="*/ 19 h 46"/>
                  <a:gd name="T68" fmla="*/ 51 w 63"/>
                  <a:gd name="T69" fmla="*/ 17 h 46"/>
                  <a:gd name="T70" fmla="*/ 60 w 63"/>
                  <a:gd name="T71" fmla="*/ 13 h 46"/>
                  <a:gd name="T72" fmla="*/ 63 w 63"/>
                  <a:gd name="T73" fmla="*/ 9 h 46"/>
                  <a:gd name="T74" fmla="*/ 58 w 63"/>
                  <a:gd name="T75" fmla="*/ 8 h 46"/>
                  <a:gd name="T76" fmla="*/ 58 w 63"/>
                  <a:gd name="T77"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3" h="46">
                    <a:moveTo>
                      <a:pt x="58" y="8"/>
                    </a:moveTo>
                    <a:cubicBezTo>
                      <a:pt x="55" y="8"/>
                      <a:pt x="54" y="7"/>
                      <a:pt x="52" y="6"/>
                    </a:cubicBezTo>
                    <a:cubicBezTo>
                      <a:pt x="51" y="5"/>
                      <a:pt x="50" y="6"/>
                      <a:pt x="49" y="6"/>
                    </a:cubicBezTo>
                    <a:cubicBezTo>
                      <a:pt x="48" y="6"/>
                      <a:pt x="46" y="6"/>
                      <a:pt x="45" y="6"/>
                    </a:cubicBezTo>
                    <a:cubicBezTo>
                      <a:pt x="43" y="5"/>
                      <a:pt x="41" y="4"/>
                      <a:pt x="40" y="4"/>
                    </a:cubicBezTo>
                    <a:cubicBezTo>
                      <a:pt x="39" y="3"/>
                      <a:pt x="39" y="3"/>
                      <a:pt x="38" y="2"/>
                    </a:cubicBezTo>
                    <a:cubicBezTo>
                      <a:pt x="37" y="3"/>
                      <a:pt x="36" y="2"/>
                      <a:pt x="35" y="2"/>
                    </a:cubicBezTo>
                    <a:cubicBezTo>
                      <a:pt x="33" y="1"/>
                      <a:pt x="32" y="2"/>
                      <a:pt x="31" y="2"/>
                    </a:cubicBezTo>
                    <a:cubicBezTo>
                      <a:pt x="29" y="2"/>
                      <a:pt x="28" y="2"/>
                      <a:pt x="27" y="2"/>
                    </a:cubicBezTo>
                    <a:cubicBezTo>
                      <a:pt x="24" y="2"/>
                      <a:pt x="21" y="1"/>
                      <a:pt x="17" y="1"/>
                    </a:cubicBezTo>
                    <a:cubicBezTo>
                      <a:pt x="15" y="1"/>
                      <a:pt x="11" y="0"/>
                      <a:pt x="8" y="0"/>
                    </a:cubicBezTo>
                    <a:cubicBezTo>
                      <a:pt x="7" y="1"/>
                      <a:pt x="4" y="2"/>
                      <a:pt x="2" y="3"/>
                    </a:cubicBezTo>
                    <a:cubicBezTo>
                      <a:pt x="0" y="4"/>
                      <a:pt x="1" y="5"/>
                      <a:pt x="2" y="6"/>
                    </a:cubicBezTo>
                    <a:cubicBezTo>
                      <a:pt x="2" y="8"/>
                      <a:pt x="2" y="9"/>
                      <a:pt x="2" y="11"/>
                    </a:cubicBezTo>
                    <a:cubicBezTo>
                      <a:pt x="3" y="11"/>
                      <a:pt x="5" y="10"/>
                      <a:pt x="5" y="10"/>
                    </a:cubicBezTo>
                    <a:cubicBezTo>
                      <a:pt x="6" y="10"/>
                      <a:pt x="5" y="12"/>
                      <a:pt x="7" y="12"/>
                    </a:cubicBezTo>
                    <a:cubicBezTo>
                      <a:pt x="9" y="12"/>
                      <a:pt x="10" y="11"/>
                      <a:pt x="12" y="11"/>
                    </a:cubicBezTo>
                    <a:cubicBezTo>
                      <a:pt x="14" y="10"/>
                      <a:pt x="16" y="13"/>
                      <a:pt x="14" y="14"/>
                    </a:cubicBezTo>
                    <a:cubicBezTo>
                      <a:pt x="12" y="16"/>
                      <a:pt x="13" y="17"/>
                      <a:pt x="13" y="20"/>
                    </a:cubicBezTo>
                    <a:cubicBezTo>
                      <a:pt x="12" y="21"/>
                      <a:pt x="13" y="24"/>
                      <a:pt x="12" y="25"/>
                    </a:cubicBezTo>
                    <a:cubicBezTo>
                      <a:pt x="9" y="25"/>
                      <a:pt x="10" y="26"/>
                      <a:pt x="12" y="28"/>
                    </a:cubicBezTo>
                    <a:cubicBezTo>
                      <a:pt x="13" y="29"/>
                      <a:pt x="10" y="31"/>
                      <a:pt x="10" y="33"/>
                    </a:cubicBezTo>
                    <a:cubicBezTo>
                      <a:pt x="12" y="35"/>
                      <a:pt x="10" y="36"/>
                      <a:pt x="10" y="38"/>
                    </a:cubicBezTo>
                    <a:cubicBezTo>
                      <a:pt x="13" y="37"/>
                      <a:pt x="15" y="42"/>
                      <a:pt x="17" y="44"/>
                    </a:cubicBezTo>
                    <a:cubicBezTo>
                      <a:pt x="17" y="45"/>
                      <a:pt x="19" y="46"/>
                      <a:pt x="20" y="45"/>
                    </a:cubicBezTo>
                    <a:cubicBezTo>
                      <a:pt x="20" y="45"/>
                      <a:pt x="21" y="44"/>
                      <a:pt x="21" y="43"/>
                    </a:cubicBezTo>
                    <a:cubicBezTo>
                      <a:pt x="22" y="43"/>
                      <a:pt x="24" y="42"/>
                      <a:pt x="24" y="42"/>
                    </a:cubicBezTo>
                    <a:cubicBezTo>
                      <a:pt x="28" y="41"/>
                      <a:pt x="32" y="42"/>
                      <a:pt x="36" y="41"/>
                    </a:cubicBezTo>
                    <a:cubicBezTo>
                      <a:pt x="37" y="40"/>
                      <a:pt x="37" y="39"/>
                      <a:pt x="39" y="38"/>
                    </a:cubicBezTo>
                    <a:cubicBezTo>
                      <a:pt x="41" y="37"/>
                      <a:pt x="42" y="36"/>
                      <a:pt x="43" y="35"/>
                    </a:cubicBezTo>
                    <a:cubicBezTo>
                      <a:pt x="44" y="32"/>
                      <a:pt x="45" y="31"/>
                      <a:pt x="47" y="30"/>
                    </a:cubicBezTo>
                    <a:cubicBezTo>
                      <a:pt x="48" y="29"/>
                      <a:pt x="46" y="27"/>
                      <a:pt x="45" y="26"/>
                    </a:cubicBezTo>
                    <a:cubicBezTo>
                      <a:pt x="45" y="25"/>
                      <a:pt x="47" y="22"/>
                      <a:pt x="48" y="21"/>
                    </a:cubicBezTo>
                    <a:cubicBezTo>
                      <a:pt x="48" y="21"/>
                      <a:pt x="49" y="20"/>
                      <a:pt x="50" y="19"/>
                    </a:cubicBezTo>
                    <a:cubicBezTo>
                      <a:pt x="50" y="19"/>
                      <a:pt x="50" y="17"/>
                      <a:pt x="51" y="17"/>
                    </a:cubicBezTo>
                    <a:cubicBezTo>
                      <a:pt x="54" y="15"/>
                      <a:pt x="57" y="14"/>
                      <a:pt x="60" y="13"/>
                    </a:cubicBezTo>
                    <a:cubicBezTo>
                      <a:pt x="61" y="12"/>
                      <a:pt x="63" y="11"/>
                      <a:pt x="63" y="9"/>
                    </a:cubicBezTo>
                    <a:cubicBezTo>
                      <a:pt x="62" y="7"/>
                      <a:pt x="60" y="9"/>
                      <a:pt x="58" y="8"/>
                    </a:cubicBezTo>
                    <a:cubicBezTo>
                      <a:pt x="55" y="8"/>
                      <a:pt x="60" y="9"/>
                      <a:pt x="58" y="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1" name="Freeform 728">
                <a:extLst>
                  <a:ext uri="{FF2B5EF4-FFF2-40B4-BE49-F238E27FC236}">
                    <a16:creationId xmlns:a16="http://schemas.microsoft.com/office/drawing/2014/main" id="{B21E3AA6-455A-8844-A14D-FF3FBE493E80}"/>
                  </a:ext>
                </a:extLst>
              </p:cNvPr>
              <p:cNvSpPr>
                <a:spLocks/>
              </p:cNvSpPr>
              <p:nvPr/>
            </p:nvSpPr>
            <p:spPr bwMode="auto">
              <a:xfrm>
                <a:off x="11267072" y="6946541"/>
                <a:ext cx="149682" cy="283516"/>
              </a:xfrm>
              <a:custGeom>
                <a:avLst/>
                <a:gdLst>
                  <a:gd name="T0" fmla="*/ 11 w 16"/>
                  <a:gd name="T1" fmla="*/ 25 h 30"/>
                  <a:gd name="T2" fmla="*/ 11 w 16"/>
                  <a:gd name="T3" fmla="*/ 21 h 30"/>
                  <a:gd name="T4" fmla="*/ 10 w 16"/>
                  <a:gd name="T5" fmla="*/ 16 h 30"/>
                  <a:gd name="T6" fmla="*/ 12 w 16"/>
                  <a:gd name="T7" fmla="*/ 14 h 30"/>
                  <a:gd name="T8" fmla="*/ 13 w 16"/>
                  <a:gd name="T9" fmla="*/ 9 h 30"/>
                  <a:gd name="T10" fmla="*/ 14 w 16"/>
                  <a:gd name="T11" fmla="*/ 4 h 30"/>
                  <a:gd name="T12" fmla="*/ 12 w 16"/>
                  <a:gd name="T13" fmla="*/ 1 h 30"/>
                  <a:gd name="T14" fmla="*/ 7 w 16"/>
                  <a:gd name="T15" fmla="*/ 2 h 30"/>
                  <a:gd name="T16" fmla="*/ 5 w 16"/>
                  <a:gd name="T17" fmla="*/ 0 h 30"/>
                  <a:gd name="T18" fmla="*/ 4 w 16"/>
                  <a:gd name="T19" fmla="*/ 0 h 30"/>
                  <a:gd name="T20" fmla="*/ 3 w 16"/>
                  <a:gd name="T21" fmla="*/ 4 h 30"/>
                  <a:gd name="T22" fmla="*/ 3 w 16"/>
                  <a:gd name="T23" fmla="*/ 8 h 30"/>
                  <a:gd name="T24" fmla="*/ 2 w 16"/>
                  <a:gd name="T25" fmla="*/ 13 h 30"/>
                  <a:gd name="T26" fmla="*/ 0 w 16"/>
                  <a:gd name="T27" fmla="*/ 20 h 30"/>
                  <a:gd name="T28" fmla="*/ 2 w 16"/>
                  <a:gd name="T29" fmla="*/ 22 h 30"/>
                  <a:gd name="T30" fmla="*/ 2 w 16"/>
                  <a:gd name="T31" fmla="*/ 28 h 30"/>
                  <a:gd name="T32" fmla="*/ 6 w 16"/>
                  <a:gd name="T33" fmla="*/ 30 h 30"/>
                  <a:gd name="T34" fmla="*/ 11 w 16"/>
                  <a:gd name="T35" fmla="*/ 25 h 30"/>
                  <a:gd name="T36" fmla="*/ 11 w 16"/>
                  <a:gd name="T37"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30">
                    <a:moveTo>
                      <a:pt x="11" y="25"/>
                    </a:moveTo>
                    <a:cubicBezTo>
                      <a:pt x="12" y="23"/>
                      <a:pt x="10" y="22"/>
                      <a:pt x="11" y="21"/>
                    </a:cubicBezTo>
                    <a:cubicBezTo>
                      <a:pt x="12" y="18"/>
                      <a:pt x="12" y="18"/>
                      <a:pt x="10" y="16"/>
                    </a:cubicBezTo>
                    <a:cubicBezTo>
                      <a:pt x="9" y="14"/>
                      <a:pt x="11" y="15"/>
                      <a:pt x="12" y="14"/>
                    </a:cubicBezTo>
                    <a:cubicBezTo>
                      <a:pt x="13" y="13"/>
                      <a:pt x="13" y="10"/>
                      <a:pt x="13" y="9"/>
                    </a:cubicBezTo>
                    <a:cubicBezTo>
                      <a:pt x="13" y="6"/>
                      <a:pt x="12" y="6"/>
                      <a:pt x="14" y="4"/>
                    </a:cubicBezTo>
                    <a:cubicBezTo>
                      <a:pt x="16" y="3"/>
                      <a:pt x="14" y="0"/>
                      <a:pt x="12" y="1"/>
                    </a:cubicBezTo>
                    <a:cubicBezTo>
                      <a:pt x="10" y="1"/>
                      <a:pt x="9" y="2"/>
                      <a:pt x="7" y="2"/>
                    </a:cubicBezTo>
                    <a:cubicBezTo>
                      <a:pt x="5" y="2"/>
                      <a:pt x="6" y="0"/>
                      <a:pt x="5" y="0"/>
                    </a:cubicBezTo>
                    <a:cubicBezTo>
                      <a:pt x="6" y="0"/>
                      <a:pt x="3" y="0"/>
                      <a:pt x="4" y="0"/>
                    </a:cubicBezTo>
                    <a:cubicBezTo>
                      <a:pt x="2" y="1"/>
                      <a:pt x="3" y="2"/>
                      <a:pt x="3" y="4"/>
                    </a:cubicBezTo>
                    <a:cubicBezTo>
                      <a:pt x="3" y="5"/>
                      <a:pt x="3" y="7"/>
                      <a:pt x="3" y="8"/>
                    </a:cubicBezTo>
                    <a:cubicBezTo>
                      <a:pt x="2" y="10"/>
                      <a:pt x="2" y="12"/>
                      <a:pt x="2" y="13"/>
                    </a:cubicBezTo>
                    <a:cubicBezTo>
                      <a:pt x="1" y="16"/>
                      <a:pt x="0" y="17"/>
                      <a:pt x="0" y="20"/>
                    </a:cubicBezTo>
                    <a:cubicBezTo>
                      <a:pt x="1" y="21"/>
                      <a:pt x="2" y="20"/>
                      <a:pt x="2" y="22"/>
                    </a:cubicBezTo>
                    <a:cubicBezTo>
                      <a:pt x="3" y="23"/>
                      <a:pt x="2" y="26"/>
                      <a:pt x="2" y="28"/>
                    </a:cubicBezTo>
                    <a:cubicBezTo>
                      <a:pt x="2" y="30"/>
                      <a:pt x="4" y="30"/>
                      <a:pt x="6" y="30"/>
                    </a:cubicBezTo>
                    <a:cubicBezTo>
                      <a:pt x="10" y="30"/>
                      <a:pt x="9" y="27"/>
                      <a:pt x="11" y="25"/>
                    </a:cubicBezTo>
                    <a:cubicBezTo>
                      <a:pt x="12" y="23"/>
                      <a:pt x="10" y="26"/>
                      <a:pt x="11" y="2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2" name="Freeform 729">
                <a:extLst>
                  <a:ext uri="{FF2B5EF4-FFF2-40B4-BE49-F238E27FC236}">
                    <a16:creationId xmlns:a16="http://schemas.microsoft.com/office/drawing/2014/main" id="{E6FA442C-8597-3C47-B6CE-EDB9989F42D9}"/>
                  </a:ext>
                </a:extLst>
              </p:cNvPr>
              <p:cNvSpPr>
                <a:spLocks/>
              </p:cNvSpPr>
              <p:nvPr/>
            </p:nvSpPr>
            <p:spPr bwMode="auto">
              <a:xfrm>
                <a:off x="13069621" y="9510902"/>
                <a:ext cx="493633" cy="825058"/>
              </a:xfrm>
              <a:custGeom>
                <a:avLst/>
                <a:gdLst>
                  <a:gd name="T0" fmla="*/ 52 w 53"/>
                  <a:gd name="T1" fmla="*/ 23 h 88"/>
                  <a:gd name="T2" fmla="*/ 50 w 53"/>
                  <a:gd name="T3" fmla="*/ 3 h 88"/>
                  <a:gd name="T4" fmla="*/ 46 w 53"/>
                  <a:gd name="T5" fmla="*/ 3 h 88"/>
                  <a:gd name="T6" fmla="*/ 41 w 53"/>
                  <a:gd name="T7" fmla="*/ 6 h 88"/>
                  <a:gd name="T8" fmla="*/ 38 w 53"/>
                  <a:gd name="T9" fmla="*/ 7 h 88"/>
                  <a:gd name="T10" fmla="*/ 32 w 53"/>
                  <a:gd name="T11" fmla="*/ 7 h 88"/>
                  <a:gd name="T12" fmla="*/ 28 w 53"/>
                  <a:gd name="T13" fmla="*/ 7 h 88"/>
                  <a:gd name="T14" fmla="*/ 23 w 53"/>
                  <a:gd name="T15" fmla="*/ 7 h 88"/>
                  <a:gd name="T16" fmla="*/ 24 w 53"/>
                  <a:gd name="T17" fmla="*/ 18 h 88"/>
                  <a:gd name="T18" fmla="*/ 25 w 53"/>
                  <a:gd name="T19" fmla="*/ 20 h 88"/>
                  <a:gd name="T20" fmla="*/ 27 w 53"/>
                  <a:gd name="T21" fmla="*/ 22 h 88"/>
                  <a:gd name="T22" fmla="*/ 27 w 53"/>
                  <a:gd name="T23" fmla="*/ 28 h 88"/>
                  <a:gd name="T24" fmla="*/ 25 w 53"/>
                  <a:gd name="T25" fmla="*/ 31 h 88"/>
                  <a:gd name="T26" fmla="*/ 24 w 53"/>
                  <a:gd name="T27" fmla="*/ 35 h 88"/>
                  <a:gd name="T28" fmla="*/ 20 w 53"/>
                  <a:gd name="T29" fmla="*/ 31 h 88"/>
                  <a:gd name="T30" fmla="*/ 21 w 53"/>
                  <a:gd name="T31" fmla="*/ 25 h 88"/>
                  <a:gd name="T32" fmla="*/ 16 w 53"/>
                  <a:gd name="T33" fmla="*/ 22 h 88"/>
                  <a:gd name="T34" fmla="*/ 13 w 53"/>
                  <a:gd name="T35" fmla="*/ 20 h 88"/>
                  <a:gd name="T36" fmla="*/ 2 w 53"/>
                  <a:gd name="T37" fmla="*/ 24 h 88"/>
                  <a:gd name="T38" fmla="*/ 0 w 53"/>
                  <a:gd name="T39" fmla="*/ 26 h 88"/>
                  <a:gd name="T40" fmla="*/ 1 w 53"/>
                  <a:gd name="T41" fmla="*/ 30 h 88"/>
                  <a:gd name="T42" fmla="*/ 12 w 53"/>
                  <a:gd name="T43" fmla="*/ 35 h 88"/>
                  <a:gd name="T44" fmla="*/ 13 w 53"/>
                  <a:gd name="T45" fmla="*/ 44 h 88"/>
                  <a:gd name="T46" fmla="*/ 12 w 53"/>
                  <a:gd name="T47" fmla="*/ 52 h 88"/>
                  <a:gd name="T48" fmla="*/ 6 w 53"/>
                  <a:gd name="T49" fmla="*/ 62 h 88"/>
                  <a:gd name="T50" fmla="*/ 6 w 53"/>
                  <a:gd name="T51" fmla="*/ 69 h 88"/>
                  <a:gd name="T52" fmla="*/ 8 w 53"/>
                  <a:gd name="T53" fmla="*/ 78 h 88"/>
                  <a:gd name="T54" fmla="*/ 9 w 53"/>
                  <a:gd name="T55" fmla="*/ 87 h 88"/>
                  <a:gd name="T56" fmla="*/ 12 w 53"/>
                  <a:gd name="T57" fmla="*/ 86 h 88"/>
                  <a:gd name="T58" fmla="*/ 13 w 53"/>
                  <a:gd name="T59" fmla="*/ 83 h 88"/>
                  <a:gd name="T60" fmla="*/ 11 w 53"/>
                  <a:gd name="T61" fmla="*/ 83 h 88"/>
                  <a:gd name="T62" fmla="*/ 16 w 53"/>
                  <a:gd name="T63" fmla="*/ 77 h 88"/>
                  <a:gd name="T64" fmla="*/ 25 w 53"/>
                  <a:gd name="T65" fmla="*/ 72 h 88"/>
                  <a:gd name="T66" fmla="*/ 25 w 53"/>
                  <a:gd name="T67" fmla="*/ 64 h 88"/>
                  <a:gd name="T68" fmla="*/ 21 w 53"/>
                  <a:gd name="T69" fmla="*/ 48 h 88"/>
                  <a:gd name="T70" fmla="*/ 24 w 53"/>
                  <a:gd name="T71" fmla="*/ 48 h 88"/>
                  <a:gd name="T72" fmla="*/ 29 w 53"/>
                  <a:gd name="T73" fmla="*/ 44 h 88"/>
                  <a:gd name="T74" fmla="*/ 35 w 53"/>
                  <a:gd name="T75" fmla="*/ 38 h 88"/>
                  <a:gd name="T76" fmla="*/ 40 w 53"/>
                  <a:gd name="T77" fmla="*/ 36 h 88"/>
                  <a:gd name="T78" fmla="*/ 46 w 53"/>
                  <a:gd name="T79" fmla="*/ 32 h 88"/>
                  <a:gd name="T80" fmla="*/ 52 w 53"/>
                  <a:gd name="T81" fmla="*/ 23 h 88"/>
                  <a:gd name="T82" fmla="*/ 52 w 53"/>
                  <a:gd name="T83" fmla="*/ 2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3" h="88">
                    <a:moveTo>
                      <a:pt x="52" y="23"/>
                    </a:moveTo>
                    <a:cubicBezTo>
                      <a:pt x="49" y="17"/>
                      <a:pt x="50" y="9"/>
                      <a:pt x="50" y="3"/>
                    </a:cubicBezTo>
                    <a:cubicBezTo>
                      <a:pt x="50" y="0"/>
                      <a:pt x="48" y="2"/>
                      <a:pt x="46" y="3"/>
                    </a:cubicBezTo>
                    <a:cubicBezTo>
                      <a:pt x="45" y="4"/>
                      <a:pt x="43" y="6"/>
                      <a:pt x="41" y="6"/>
                    </a:cubicBezTo>
                    <a:cubicBezTo>
                      <a:pt x="40" y="6"/>
                      <a:pt x="38" y="5"/>
                      <a:pt x="38" y="7"/>
                    </a:cubicBezTo>
                    <a:cubicBezTo>
                      <a:pt x="36" y="10"/>
                      <a:pt x="34" y="7"/>
                      <a:pt x="32" y="7"/>
                    </a:cubicBezTo>
                    <a:cubicBezTo>
                      <a:pt x="30" y="7"/>
                      <a:pt x="30" y="9"/>
                      <a:pt x="28" y="7"/>
                    </a:cubicBezTo>
                    <a:cubicBezTo>
                      <a:pt x="27" y="7"/>
                      <a:pt x="24" y="7"/>
                      <a:pt x="23" y="7"/>
                    </a:cubicBezTo>
                    <a:cubicBezTo>
                      <a:pt x="20" y="7"/>
                      <a:pt x="21" y="16"/>
                      <a:pt x="24" y="18"/>
                    </a:cubicBezTo>
                    <a:cubicBezTo>
                      <a:pt x="24" y="18"/>
                      <a:pt x="24" y="20"/>
                      <a:pt x="25" y="20"/>
                    </a:cubicBezTo>
                    <a:cubicBezTo>
                      <a:pt x="25" y="21"/>
                      <a:pt x="26" y="21"/>
                      <a:pt x="27" y="22"/>
                    </a:cubicBezTo>
                    <a:cubicBezTo>
                      <a:pt x="27" y="24"/>
                      <a:pt x="27" y="27"/>
                      <a:pt x="27" y="28"/>
                    </a:cubicBezTo>
                    <a:cubicBezTo>
                      <a:pt x="27" y="30"/>
                      <a:pt x="28" y="31"/>
                      <a:pt x="25" y="31"/>
                    </a:cubicBezTo>
                    <a:cubicBezTo>
                      <a:pt x="24" y="31"/>
                      <a:pt x="24" y="34"/>
                      <a:pt x="24" y="35"/>
                    </a:cubicBezTo>
                    <a:cubicBezTo>
                      <a:pt x="23" y="34"/>
                      <a:pt x="21" y="32"/>
                      <a:pt x="20" y="31"/>
                    </a:cubicBezTo>
                    <a:cubicBezTo>
                      <a:pt x="19" y="29"/>
                      <a:pt x="21" y="27"/>
                      <a:pt x="21" y="25"/>
                    </a:cubicBezTo>
                    <a:cubicBezTo>
                      <a:pt x="22" y="20"/>
                      <a:pt x="19" y="24"/>
                      <a:pt x="16" y="22"/>
                    </a:cubicBezTo>
                    <a:cubicBezTo>
                      <a:pt x="15" y="21"/>
                      <a:pt x="15" y="19"/>
                      <a:pt x="13" y="20"/>
                    </a:cubicBezTo>
                    <a:cubicBezTo>
                      <a:pt x="9" y="22"/>
                      <a:pt x="6" y="23"/>
                      <a:pt x="2" y="24"/>
                    </a:cubicBezTo>
                    <a:cubicBezTo>
                      <a:pt x="1" y="25"/>
                      <a:pt x="0" y="25"/>
                      <a:pt x="0" y="26"/>
                    </a:cubicBezTo>
                    <a:cubicBezTo>
                      <a:pt x="0" y="27"/>
                      <a:pt x="1" y="29"/>
                      <a:pt x="1" y="30"/>
                    </a:cubicBezTo>
                    <a:cubicBezTo>
                      <a:pt x="4" y="30"/>
                      <a:pt x="12" y="32"/>
                      <a:pt x="12" y="35"/>
                    </a:cubicBezTo>
                    <a:cubicBezTo>
                      <a:pt x="13" y="38"/>
                      <a:pt x="13" y="41"/>
                      <a:pt x="13" y="44"/>
                    </a:cubicBezTo>
                    <a:cubicBezTo>
                      <a:pt x="12" y="46"/>
                      <a:pt x="14" y="49"/>
                      <a:pt x="12" y="52"/>
                    </a:cubicBezTo>
                    <a:cubicBezTo>
                      <a:pt x="10" y="55"/>
                      <a:pt x="8" y="59"/>
                      <a:pt x="6" y="62"/>
                    </a:cubicBezTo>
                    <a:cubicBezTo>
                      <a:pt x="4" y="64"/>
                      <a:pt x="6" y="68"/>
                      <a:pt x="6" y="69"/>
                    </a:cubicBezTo>
                    <a:cubicBezTo>
                      <a:pt x="8" y="73"/>
                      <a:pt x="8" y="75"/>
                      <a:pt x="8" y="78"/>
                    </a:cubicBezTo>
                    <a:cubicBezTo>
                      <a:pt x="8" y="81"/>
                      <a:pt x="8" y="84"/>
                      <a:pt x="9" y="87"/>
                    </a:cubicBezTo>
                    <a:cubicBezTo>
                      <a:pt x="9" y="88"/>
                      <a:pt x="12" y="87"/>
                      <a:pt x="12" y="86"/>
                    </a:cubicBezTo>
                    <a:cubicBezTo>
                      <a:pt x="13" y="85"/>
                      <a:pt x="13" y="83"/>
                      <a:pt x="13" y="83"/>
                    </a:cubicBezTo>
                    <a:cubicBezTo>
                      <a:pt x="12" y="83"/>
                      <a:pt x="11" y="83"/>
                      <a:pt x="11" y="83"/>
                    </a:cubicBezTo>
                    <a:cubicBezTo>
                      <a:pt x="11" y="80"/>
                      <a:pt x="14" y="78"/>
                      <a:pt x="16" y="77"/>
                    </a:cubicBezTo>
                    <a:cubicBezTo>
                      <a:pt x="19" y="76"/>
                      <a:pt x="23" y="75"/>
                      <a:pt x="25" y="72"/>
                    </a:cubicBezTo>
                    <a:cubicBezTo>
                      <a:pt x="25" y="71"/>
                      <a:pt x="25" y="66"/>
                      <a:pt x="25" y="64"/>
                    </a:cubicBezTo>
                    <a:cubicBezTo>
                      <a:pt x="25" y="62"/>
                      <a:pt x="21" y="48"/>
                      <a:pt x="21" y="48"/>
                    </a:cubicBezTo>
                    <a:cubicBezTo>
                      <a:pt x="22" y="47"/>
                      <a:pt x="22" y="50"/>
                      <a:pt x="24" y="48"/>
                    </a:cubicBezTo>
                    <a:cubicBezTo>
                      <a:pt x="26" y="46"/>
                      <a:pt x="27" y="45"/>
                      <a:pt x="29" y="44"/>
                    </a:cubicBezTo>
                    <a:cubicBezTo>
                      <a:pt x="31" y="43"/>
                      <a:pt x="32" y="37"/>
                      <a:pt x="35" y="38"/>
                    </a:cubicBezTo>
                    <a:cubicBezTo>
                      <a:pt x="36" y="38"/>
                      <a:pt x="38" y="36"/>
                      <a:pt x="40" y="36"/>
                    </a:cubicBezTo>
                    <a:cubicBezTo>
                      <a:pt x="42" y="35"/>
                      <a:pt x="44" y="34"/>
                      <a:pt x="46" y="32"/>
                    </a:cubicBezTo>
                    <a:cubicBezTo>
                      <a:pt x="47" y="31"/>
                      <a:pt x="53" y="25"/>
                      <a:pt x="52" y="23"/>
                    </a:cubicBezTo>
                    <a:cubicBezTo>
                      <a:pt x="51" y="22"/>
                      <a:pt x="52" y="24"/>
                      <a:pt x="52" y="2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3" name="Freeform 730">
                <a:extLst>
                  <a:ext uri="{FF2B5EF4-FFF2-40B4-BE49-F238E27FC236}">
                    <a16:creationId xmlns:a16="http://schemas.microsoft.com/office/drawing/2014/main" id="{A4494551-A1B8-0440-A2B0-F7693125B984}"/>
                  </a:ext>
                </a:extLst>
              </p:cNvPr>
              <p:cNvSpPr>
                <a:spLocks/>
              </p:cNvSpPr>
              <p:nvPr/>
            </p:nvSpPr>
            <p:spPr bwMode="auto">
              <a:xfrm>
                <a:off x="13181086" y="9485418"/>
                <a:ext cx="149682" cy="353598"/>
              </a:xfrm>
              <a:custGeom>
                <a:avLst/>
                <a:gdLst>
                  <a:gd name="T0" fmla="*/ 4 w 16"/>
                  <a:gd name="T1" fmla="*/ 25 h 38"/>
                  <a:gd name="T2" fmla="*/ 9 w 16"/>
                  <a:gd name="T3" fmla="*/ 26 h 38"/>
                  <a:gd name="T4" fmla="*/ 8 w 16"/>
                  <a:gd name="T5" fmla="*/ 31 h 38"/>
                  <a:gd name="T6" fmla="*/ 12 w 16"/>
                  <a:gd name="T7" fmla="*/ 38 h 38"/>
                  <a:gd name="T8" fmla="*/ 12 w 16"/>
                  <a:gd name="T9" fmla="*/ 34 h 38"/>
                  <a:gd name="T10" fmla="*/ 15 w 16"/>
                  <a:gd name="T11" fmla="*/ 33 h 38"/>
                  <a:gd name="T12" fmla="*/ 15 w 16"/>
                  <a:gd name="T13" fmla="*/ 27 h 38"/>
                  <a:gd name="T14" fmla="*/ 12 w 16"/>
                  <a:gd name="T15" fmla="*/ 22 h 38"/>
                  <a:gd name="T16" fmla="*/ 8 w 16"/>
                  <a:gd name="T17" fmla="*/ 20 h 38"/>
                  <a:gd name="T18" fmla="*/ 8 w 16"/>
                  <a:gd name="T19" fmla="*/ 16 h 38"/>
                  <a:gd name="T20" fmla="*/ 7 w 16"/>
                  <a:gd name="T21" fmla="*/ 14 h 38"/>
                  <a:gd name="T22" fmla="*/ 8 w 16"/>
                  <a:gd name="T23" fmla="*/ 8 h 38"/>
                  <a:gd name="T24" fmla="*/ 7 w 16"/>
                  <a:gd name="T25" fmla="*/ 3 h 38"/>
                  <a:gd name="T26" fmla="*/ 7 w 16"/>
                  <a:gd name="T27" fmla="*/ 1 h 38"/>
                  <a:gd name="T28" fmla="*/ 2 w 16"/>
                  <a:gd name="T29" fmla="*/ 0 h 38"/>
                  <a:gd name="T30" fmla="*/ 4 w 16"/>
                  <a:gd name="T31" fmla="*/ 6 h 38"/>
                  <a:gd name="T32" fmla="*/ 4 w 16"/>
                  <a:gd name="T33" fmla="*/ 14 h 38"/>
                  <a:gd name="T34" fmla="*/ 2 w 16"/>
                  <a:gd name="T35" fmla="*/ 16 h 38"/>
                  <a:gd name="T36" fmla="*/ 1 w 16"/>
                  <a:gd name="T37" fmla="*/ 20 h 38"/>
                  <a:gd name="T38" fmla="*/ 4 w 16"/>
                  <a:gd name="T39" fmla="*/ 25 h 38"/>
                  <a:gd name="T40" fmla="*/ 4 w 16"/>
                  <a:gd name="T41"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38">
                    <a:moveTo>
                      <a:pt x="4" y="25"/>
                    </a:moveTo>
                    <a:cubicBezTo>
                      <a:pt x="6" y="26"/>
                      <a:pt x="9" y="24"/>
                      <a:pt x="9" y="26"/>
                    </a:cubicBezTo>
                    <a:cubicBezTo>
                      <a:pt x="10" y="28"/>
                      <a:pt x="9" y="29"/>
                      <a:pt x="8" y="31"/>
                    </a:cubicBezTo>
                    <a:cubicBezTo>
                      <a:pt x="6" y="33"/>
                      <a:pt x="10" y="36"/>
                      <a:pt x="12" y="38"/>
                    </a:cubicBezTo>
                    <a:cubicBezTo>
                      <a:pt x="13" y="37"/>
                      <a:pt x="12" y="35"/>
                      <a:pt x="12" y="34"/>
                    </a:cubicBezTo>
                    <a:cubicBezTo>
                      <a:pt x="13" y="33"/>
                      <a:pt x="16" y="35"/>
                      <a:pt x="15" y="33"/>
                    </a:cubicBezTo>
                    <a:cubicBezTo>
                      <a:pt x="15" y="31"/>
                      <a:pt x="15" y="29"/>
                      <a:pt x="15" y="27"/>
                    </a:cubicBezTo>
                    <a:cubicBezTo>
                      <a:pt x="14" y="25"/>
                      <a:pt x="13" y="24"/>
                      <a:pt x="12" y="22"/>
                    </a:cubicBezTo>
                    <a:cubicBezTo>
                      <a:pt x="11" y="25"/>
                      <a:pt x="8" y="21"/>
                      <a:pt x="8" y="20"/>
                    </a:cubicBezTo>
                    <a:cubicBezTo>
                      <a:pt x="8" y="18"/>
                      <a:pt x="8" y="17"/>
                      <a:pt x="8" y="16"/>
                    </a:cubicBezTo>
                    <a:cubicBezTo>
                      <a:pt x="8" y="14"/>
                      <a:pt x="8" y="15"/>
                      <a:pt x="7" y="14"/>
                    </a:cubicBezTo>
                    <a:cubicBezTo>
                      <a:pt x="6" y="14"/>
                      <a:pt x="8" y="8"/>
                      <a:pt x="8" y="8"/>
                    </a:cubicBezTo>
                    <a:cubicBezTo>
                      <a:pt x="8" y="6"/>
                      <a:pt x="7" y="5"/>
                      <a:pt x="7" y="3"/>
                    </a:cubicBezTo>
                    <a:cubicBezTo>
                      <a:pt x="6" y="2"/>
                      <a:pt x="5" y="0"/>
                      <a:pt x="7" y="1"/>
                    </a:cubicBezTo>
                    <a:cubicBezTo>
                      <a:pt x="6" y="0"/>
                      <a:pt x="3" y="0"/>
                      <a:pt x="2" y="0"/>
                    </a:cubicBezTo>
                    <a:cubicBezTo>
                      <a:pt x="2" y="1"/>
                      <a:pt x="6" y="5"/>
                      <a:pt x="4" y="6"/>
                    </a:cubicBezTo>
                    <a:cubicBezTo>
                      <a:pt x="1" y="7"/>
                      <a:pt x="2" y="12"/>
                      <a:pt x="4" y="14"/>
                    </a:cubicBezTo>
                    <a:cubicBezTo>
                      <a:pt x="4" y="15"/>
                      <a:pt x="2" y="15"/>
                      <a:pt x="2" y="16"/>
                    </a:cubicBezTo>
                    <a:cubicBezTo>
                      <a:pt x="1" y="16"/>
                      <a:pt x="1" y="19"/>
                      <a:pt x="1" y="20"/>
                    </a:cubicBezTo>
                    <a:cubicBezTo>
                      <a:pt x="0" y="22"/>
                      <a:pt x="3" y="24"/>
                      <a:pt x="4" y="25"/>
                    </a:cubicBezTo>
                    <a:cubicBezTo>
                      <a:pt x="5" y="26"/>
                      <a:pt x="4" y="24"/>
                      <a:pt x="4" y="2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4" name="Freeform 731">
                <a:extLst>
                  <a:ext uri="{FF2B5EF4-FFF2-40B4-BE49-F238E27FC236}">
                    <a16:creationId xmlns:a16="http://schemas.microsoft.com/office/drawing/2014/main" id="{05A977E8-9833-9144-B3A3-D6BF2D0E4583}"/>
                  </a:ext>
                </a:extLst>
              </p:cNvPr>
              <p:cNvSpPr>
                <a:spLocks/>
              </p:cNvSpPr>
              <p:nvPr/>
            </p:nvSpPr>
            <p:spPr bwMode="auto">
              <a:xfrm>
                <a:off x="12674715" y="9418522"/>
                <a:ext cx="560509" cy="468277"/>
              </a:xfrm>
              <a:custGeom>
                <a:avLst/>
                <a:gdLst>
                  <a:gd name="T0" fmla="*/ 56 w 60"/>
                  <a:gd name="T1" fmla="*/ 30 h 50"/>
                  <a:gd name="T2" fmla="*/ 55 w 60"/>
                  <a:gd name="T3" fmla="*/ 24 h 50"/>
                  <a:gd name="T4" fmla="*/ 57 w 60"/>
                  <a:gd name="T5" fmla="*/ 22 h 50"/>
                  <a:gd name="T6" fmla="*/ 57 w 60"/>
                  <a:gd name="T7" fmla="*/ 19 h 50"/>
                  <a:gd name="T8" fmla="*/ 58 w 60"/>
                  <a:gd name="T9" fmla="*/ 13 h 50"/>
                  <a:gd name="T10" fmla="*/ 56 w 60"/>
                  <a:gd name="T11" fmla="*/ 8 h 50"/>
                  <a:gd name="T12" fmla="*/ 51 w 60"/>
                  <a:gd name="T13" fmla="*/ 5 h 50"/>
                  <a:gd name="T14" fmla="*/ 48 w 60"/>
                  <a:gd name="T15" fmla="*/ 3 h 50"/>
                  <a:gd name="T16" fmla="*/ 45 w 60"/>
                  <a:gd name="T17" fmla="*/ 0 h 50"/>
                  <a:gd name="T18" fmla="*/ 38 w 60"/>
                  <a:gd name="T19" fmla="*/ 1 h 50"/>
                  <a:gd name="T20" fmla="*/ 34 w 60"/>
                  <a:gd name="T21" fmla="*/ 4 h 50"/>
                  <a:gd name="T22" fmla="*/ 35 w 60"/>
                  <a:gd name="T23" fmla="*/ 10 h 50"/>
                  <a:gd name="T24" fmla="*/ 33 w 60"/>
                  <a:gd name="T25" fmla="*/ 17 h 50"/>
                  <a:gd name="T26" fmla="*/ 37 w 60"/>
                  <a:gd name="T27" fmla="*/ 21 h 50"/>
                  <a:gd name="T28" fmla="*/ 40 w 60"/>
                  <a:gd name="T29" fmla="*/ 23 h 50"/>
                  <a:gd name="T30" fmla="*/ 39 w 60"/>
                  <a:gd name="T31" fmla="*/ 26 h 50"/>
                  <a:gd name="T32" fmla="*/ 35 w 60"/>
                  <a:gd name="T33" fmla="*/ 26 h 50"/>
                  <a:gd name="T34" fmla="*/ 31 w 60"/>
                  <a:gd name="T35" fmla="*/ 22 h 50"/>
                  <a:gd name="T36" fmla="*/ 27 w 60"/>
                  <a:gd name="T37" fmla="*/ 17 h 50"/>
                  <a:gd name="T38" fmla="*/ 20 w 60"/>
                  <a:gd name="T39" fmla="*/ 18 h 50"/>
                  <a:gd name="T40" fmla="*/ 16 w 60"/>
                  <a:gd name="T41" fmla="*/ 16 h 50"/>
                  <a:gd name="T42" fmla="*/ 14 w 60"/>
                  <a:gd name="T43" fmla="*/ 16 h 50"/>
                  <a:gd name="T44" fmla="*/ 11 w 60"/>
                  <a:gd name="T45" fmla="*/ 14 h 50"/>
                  <a:gd name="T46" fmla="*/ 11 w 60"/>
                  <a:gd name="T47" fmla="*/ 20 h 50"/>
                  <a:gd name="T48" fmla="*/ 10 w 60"/>
                  <a:gd name="T49" fmla="*/ 24 h 50"/>
                  <a:gd name="T50" fmla="*/ 2 w 60"/>
                  <a:gd name="T51" fmla="*/ 24 h 50"/>
                  <a:gd name="T52" fmla="*/ 1 w 60"/>
                  <a:gd name="T53" fmla="*/ 29 h 50"/>
                  <a:gd name="T54" fmla="*/ 3 w 60"/>
                  <a:gd name="T55" fmla="*/ 43 h 50"/>
                  <a:gd name="T56" fmla="*/ 8 w 60"/>
                  <a:gd name="T57" fmla="*/ 48 h 50"/>
                  <a:gd name="T58" fmla="*/ 16 w 60"/>
                  <a:gd name="T59" fmla="*/ 50 h 50"/>
                  <a:gd name="T60" fmla="*/ 18 w 60"/>
                  <a:gd name="T61" fmla="*/ 50 h 50"/>
                  <a:gd name="T62" fmla="*/ 22 w 60"/>
                  <a:gd name="T63" fmla="*/ 50 h 50"/>
                  <a:gd name="T64" fmla="*/ 28 w 60"/>
                  <a:gd name="T65" fmla="*/ 47 h 50"/>
                  <a:gd name="T66" fmla="*/ 31 w 60"/>
                  <a:gd name="T67" fmla="*/ 44 h 50"/>
                  <a:gd name="T68" fmla="*/ 35 w 60"/>
                  <a:gd name="T69" fmla="*/ 41 h 50"/>
                  <a:gd name="T70" fmla="*/ 37 w 60"/>
                  <a:gd name="T71" fmla="*/ 38 h 50"/>
                  <a:gd name="T72" fmla="*/ 43 w 60"/>
                  <a:gd name="T73" fmla="*/ 38 h 50"/>
                  <a:gd name="T74" fmla="*/ 42 w 60"/>
                  <a:gd name="T75" fmla="*/ 35 h 50"/>
                  <a:gd name="T76" fmla="*/ 46 w 60"/>
                  <a:gd name="T77" fmla="*/ 33 h 50"/>
                  <a:gd name="T78" fmla="*/ 56 w 60"/>
                  <a:gd name="T79" fmla="*/ 30 h 50"/>
                  <a:gd name="T80" fmla="*/ 56 w 60"/>
                  <a:gd name="T81"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50">
                    <a:moveTo>
                      <a:pt x="56" y="30"/>
                    </a:moveTo>
                    <a:cubicBezTo>
                      <a:pt x="54" y="27"/>
                      <a:pt x="56" y="27"/>
                      <a:pt x="55" y="24"/>
                    </a:cubicBezTo>
                    <a:cubicBezTo>
                      <a:pt x="55" y="23"/>
                      <a:pt x="56" y="23"/>
                      <a:pt x="57" y="22"/>
                    </a:cubicBezTo>
                    <a:cubicBezTo>
                      <a:pt x="58" y="21"/>
                      <a:pt x="57" y="20"/>
                      <a:pt x="57" y="19"/>
                    </a:cubicBezTo>
                    <a:cubicBezTo>
                      <a:pt x="56" y="17"/>
                      <a:pt x="56" y="14"/>
                      <a:pt x="58" y="13"/>
                    </a:cubicBezTo>
                    <a:cubicBezTo>
                      <a:pt x="60" y="12"/>
                      <a:pt x="57" y="9"/>
                      <a:pt x="56" y="8"/>
                    </a:cubicBezTo>
                    <a:cubicBezTo>
                      <a:pt x="55" y="6"/>
                      <a:pt x="53" y="5"/>
                      <a:pt x="51" y="5"/>
                    </a:cubicBezTo>
                    <a:cubicBezTo>
                      <a:pt x="50" y="4"/>
                      <a:pt x="49" y="3"/>
                      <a:pt x="48" y="3"/>
                    </a:cubicBezTo>
                    <a:cubicBezTo>
                      <a:pt x="47" y="2"/>
                      <a:pt x="46" y="1"/>
                      <a:pt x="45" y="0"/>
                    </a:cubicBezTo>
                    <a:cubicBezTo>
                      <a:pt x="45" y="0"/>
                      <a:pt x="39" y="1"/>
                      <a:pt x="38" y="1"/>
                    </a:cubicBezTo>
                    <a:cubicBezTo>
                      <a:pt x="36" y="1"/>
                      <a:pt x="36" y="3"/>
                      <a:pt x="34" y="4"/>
                    </a:cubicBezTo>
                    <a:cubicBezTo>
                      <a:pt x="33" y="6"/>
                      <a:pt x="34" y="9"/>
                      <a:pt x="35" y="10"/>
                    </a:cubicBezTo>
                    <a:cubicBezTo>
                      <a:pt x="35" y="13"/>
                      <a:pt x="33" y="14"/>
                      <a:pt x="33" y="17"/>
                    </a:cubicBezTo>
                    <a:cubicBezTo>
                      <a:pt x="33" y="18"/>
                      <a:pt x="35" y="21"/>
                      <a:pt x="37" y="21"/>
                    </a:cubicBezTo>
                    <a:cubicBezTo>
                      <a:pt x="39" y="21"/>
                      <a:pt x="40" y="20"/>
                      <a:pt x="40" y="23"/>
                    </a:cubicBezTo>
                    <a:cubicBezTo>
                      <a:pt x="40" y="25"/>
                      <a:pt x="40" y="26"/>
                      <a:pt x="39" y="26"/>
                    </a:cubicBezTo>
                    <a:cubicBezTo>
                      <a:pt x="37" y="27"/>
                      <a:pt x="36" y="28"/>
                      <a:pt x="35" y="26"/>
                    </a:cubicBezTo>
                    <a:cubicBezTo>
                      <a:pt x="34" y="24"/>
                      <a:pt x="33" y="22"/>
                      <a:pt x="31" y="22"/>
                    </a:cubicBezTo>
                    <a:cubicBezTo>
                      <a:pt x="29" y="21"/>
                      <a:pt x="28" y="19"/>
                      <a:pt x="27" y="17"/>
                    </a:cubicBezTo>
                    <a:cubicBezTo>
                      <a:pt x="25" y="21"/>
                      <a:pt x="23" y="19"/>
                      <a:pt x="20" y="18"/>
                    </a:cubicBezTo>
                    <a:cubicBezTo>
                      <a:pt x="18" y="18"/>
                      <a:pt x="18" y="16"/>
                      <a:pt x="16" y="16"/>
                    </a:cubicBezTo>
                    <a:cubicBezTo>
                      <a:pt x="16" y="16"/>
                      <a:pt x="15" y="17"/>
                      <a:pt x="14" y="16"/>
                    </a:cubicBezTo>
                    <a:cubicBezTo>
                      <a:pt x="13" y="16"/>
                      <a:pt x="13" y="14"/>
                      <a:pt x="11" y="14"/>
                    </a:cubicBezTo>
                    <a:cubicBezTo>
                      <a:pt x="11" y="16"/>
                      <a:pt x="11" y="18"/>
                      <a:pt x="11" y="20"/>
                    </a:cubicBezTo>
                    <a:cubicBezTo>
                      <a:pt x="11" y="22"/>
                      <a:pt x="12" y="24"/>
                      <a:pt x="10" y="24"/>
                    </a:cubicBezTo>
                    <a:cubicBezTo>
                      <a:pt x="7" y="24"/>
                      <a:pt x="4" y="24"/>
                      <a:pt x="2" y="24"/>
                    </a:cubicBezTo>
                    <a:cubicBezTo>
                      <a:pt x="1" y="24"/>
                      <a:pt x="1" y="28"/>
                      <a:pt x="1" y="29"/>
                    </a:cubicBezTo>
                    <a:cubicBezTo>
                      <a:pt x="1" y="33"/>
                      <a:pt x="0" y="40"/>
                      <a:pt x="3" y="43"/>
                    </a:cubicBezTo>
                    <a:cubicBezTo>
                      <a:pt x="4" y="44"/>
                      <a:pt x="7" y="48"/>
                      <a:pt x="8" y="48"/>
                    </a:cubicBezTo>
                    <a:cubicBezTo>
                      <a:pt x="10" y="47"/>
                      <a:pt x="19" y="47"/>
                      <a:pt x="16" y="50"/>
                    </a:cubicBezTo>
                    <a:cubicBezTo>
                      <a:pt x="18" y="50"/>
                      <a:pt x="17" y="50"/>
                      <a:pt x="18" y="50"/>
                    </a:cubicBezTo>
                    <a:cubicBezTo>
                      <a:pt x="20" y="49"/>
                      <a:pt x="21" y="50"/>
                      <a:pt x="22" y="50"/>
                    </a:cubicBezTo>
                    <a:cubicBezTo>
                      <a:pt x="25" y="50"/>
                      <a:pt x="27" y="50"/>
                      <a:pt x="28" y="47"/>
                    </a:cubicBezTo>
                    <a:cubicBezTo>
                      <a:pt x="29" y="46"/>
                      <a:pt x="30" y="45"/>
                      <a:pt x="31" y="44"/>
                    </a:cubicBezTo>
                    <a:cubicBezTo>
                      <a:pt x="32" y="43"/>
                      <a:pt x="34" y="43"/>
                      <a:pt x="35" y="41"/>
                    </a:cubicBezTo>
                    <a:cubicBezTo>
                      <a:pt x="36" y="40"/>
                      <a:pt x="36" y="39"/>
                      <a:pt x="37" y="38"/>
                    </a:cubicBezTo>
                    <a:cubicBezTo>
                      <a:pt x="39" y="38"/>
                      <a:pt x="41" y="38"/>
                      <a:pt x="43" y="38"/>
                    </a:cubicBezTo>
                    <a:cubicBezTo>
                      <a:pt x="42" y="37"/>
                      <a:pt x="42" y="35"/>
                      <a:pt x="42" y="35"/>
                    </a:cubicBezTo>
                    <a:cubicBezTo>
                      <a:pt x="44" y="34"/>
                      <a:pt x="45" y="34"/>
                      <a:pt x="46" y="33"/>
                    </a:cubicBezTo>
                    <a:cubicBezTo>
                      <a:pt x="49" y="32"/>
                      <a:pt x="53" y="31"/>
                      <a:pt x="56" y="30"/>
                    </a:cubicBezTo>
                    <a:cubicBezTo>
                      <a:pt x="55" y="29"/>
                      <a:pt x="55" y="30"/>
                      <a:pt x="56" y="3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5" name="Freeform 732">
                <a:extLst>
                  <a:ext uri="{FF2B5EF4-FFF2-40B4-BE49-F238E27FC236}">
                    <a16:creationId xmlns:a16="http://schemas.microsoft.com/office/drawing/2014/main" id="{6B98B36D-DD03-8347-BB13-66D465A0855C}"/>
                  </a:ext>
                </a:extLst>
              </p:cNvPr>
              <p:cNvSpPr>
                <a:spLocks/>
              </p:cNvSpPr>
              <p:nvPr/>
            </p:nvSpPr>
            <p:spPr bwMode="auto">
              <a:xfrm>
                <a:off x="12247966" y="9839014"/>
                <a:ext cx="595542" cy="589329"/>
              </a:xfrm>
              <a:custGeom>
                <a:avLst/>
                <a:gdLst>
                  <a:gd name="T0" fmla="*/ 33 w 64"/>
                  <a:gd name="T1" fmla="*/ 5 h 63"/>
                  <a:gd name="T2" fmla="*/ 31 w 64"/>
                  <a:gd name="T3" fmla="*/ 2 h 63"/>
                  <a:gd name="T4" fmla="*/ 28 w 64"/>
                  <a:gd name="T5" fmla="*/ 2 h 63"/>
                  <a:gd name="T6" fmla="*/ 18 w 64"/>
                  <a:gd name="T7" fmla="*/ 2 h 63"/>
                  <a:gd name="T8" fmla="*/ 10 w 64"/>
                  <a:gd name="T9" fmla="*/ 2 h 63"/>
                  <a:gd name="T10" fmla="*/ 7 w 64"/>
                  <a:gd name="T11" fmla="*/ 0 h 63"/>
                  <a:gd name="T12" fmla="*/ 4 w 64"/>
                  <a:gd name="T13" fmla="*/ 2 h 63"/>
                  <a:gd name="T14" fmla="*/ 1 w 64"/>
                  <a:gd name="T15" fmla="*/ 2 h 63"/>
                  <a:gd name="T16" fmla="*/ 6 w 64"/>
                  <a:gd name="T17" fmla="*/ 14 h 63"/>
                  <a:gd name="T18" fmla="*/ 9 w 64"/>
                  <a:gd name="T19" fmla="*/ 21 h 63"/>
                  <a:gd name="T20" fmla="*/ 13 w 64"/>
                  <a:gd name="T21" fmla="*/ 29 h 63"/>
                  <a:gd name="T22" fmla="*/ 13 w 64"/>
                  <a:gd name="T23" fmla="*/ 34 h 63"/>
                  <a:gd name="T24" fmla="*/ 14 w 64"/>
                  <a:gd name="T25" fmla="*/ 42 h 63"/>
                  <a:gd name="T26" fmla="*/ 16 w 64"/>
                  <a:gd name="T27" fmla="*/ 51 h 63"/>
                  <a:gd name="T28" fmla="*/ 22 w 64"/>
                  <a:gd name="T29" fmla="*/ 61 h 63"/>
                  <a:gd name="T30" fmla="*/ 28 w 64"/>
                  <a:gd name="T31" fmla="*/ 62 h 63"/>
                  <a:gd name="T32" fmla="*/ 33 w 64"/>
                  <a:gd name="T33" fmla="*/ 62 h 63"/>
                  <a:gd name="T34" fmla="*/ 38 w 64"/>
                  <a:gd name="T35" fmla="*/ 58 h 63"/>
                  <a:gd name="T36" fmla="*/ 38 w 64"/>
                  <a:gd name="T37" fmla="*/ 40 h 63"/>
                  <a:gd name="T38" fmla="*/ 38 w 64"/>
                  <a:gd name="T39" fmla="*/ 28 h 63"/>
                  <a:gd name="T40" fmla="*/ 39 w 64"/>
                  <a:gd name="T41" fmla="*/ 26 h 63"/>
                  <a:gd name="T42" fmla="*/ 43 w 64"/>
                  <a:gd name="T43" fmla="*/ 26 h 63"/>
                  <a:gd name="T44" fmla="*/ 43 w 64"/>
                  <a:gd name="T45" fmla="*/ 7 h 63"/>
                  <a:gd name="T46" fmla="*/ 51 w 64"/>
                  <a:gd name="T47" fmla="*/ 6 h 63"/>
                  <a:gd name="T48" fmla="*/ 53 w 64"/>
                  <a:gd name="T49" fmla="*/ 5 h 63"/>
                  <a:gd name="T50" fmla="*/ 56 w 64"/>
                  <a:gd name="T51" fmla="*/ 8 h 63"/>
                  <a:gd name="T52" fmla="*/ 58 w 64"/>
                  <a:gd name="T53" fmla="*/ 6 h 63"/>
                  <a:gd name="T54" fmla="*/ 62 w 64"/>
                  <a:gd name="T55" fmla="*/ 5 h 63"/>
                  <a:gd name="T56" fmla="*/ 59 w 64"/>
                  <a:gd name="T57" fmla="*/ 2 h 63"/>
                  <a:gd name="T58" fmla="*/ 45 w 64"/>
                  <a:gd name="T59" fmla="*/ 5 h 63"/>
                  <a:gd name="T60" fmla="*/ 33 w 64"/>
                  <a:gd name="T61" fmla="*/ 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63">
                    <a:moveTo>
                      <a:pt x="33" y="5"/>
                    </a:moveTo>
                    <a:cubicBezTo>
                      <a:pt x="32" y="5"/>
                      <a:pt x="31" y="2"/>
                      <a:pt x="31" y="2"/>
                    </a:cubicBezTo>
                    <a:cubicBezTo>
                      <a:pt x="30" y="2"/>
                      <a:pt x="29" y="2"/>
                      <a:pt x="28" y="2"/>
                    </a:cubicBezTo>
                    <a:cubicBezTo>
                      <a:pt x="25" y="2"/>
                      <a:pt x="21" y="2"/>
                      <a:pt x="18" y="2"/>
                    </a:cubicBezTo>
                    <a:cubicBezTo>
                      <a:pt x="15" y="2"/>
                      <a:pt x="13" y="2"/>
                      <a:pt x="10" y="2"/>
                    </a:cubicBezTo>
                    <a:cubicBezTo>
                      <a:pt x="9" y="2"/>
                      <a:pt x="9" y="0"/>
                      <a:pt x="7" y="0"/>
                    </a:cubicBezTo>
                    <a:cubicBezTo>
                      <a:pt x="6" y="0"/>
                      <a:pt x="5" y="2"/>
                      <a:pt x="4" y="2"/>
                    </a:cubicBezTo>
                    <a:cubicBezTo>
                      <a:pt x="3" y="2"/>
                      <a:pt x="2" y="2"/>
                      <a:pt x="1" y="2"/>
                    </a:cubicBezTo>
                    <a:cubicBezTo>
                      <a:pt x="0" y="7"/>
                      <a:pt x="4" y="9"/>
                      <a:pt x="6" y="14"/>
                    </a:cubicBezTo>
                    <a:cubicBezTo>
                      <a:pt x="7" y="16"/>
                      <a:pt x="8" y="19"/>
                      <a:pt x="9" y="21"/>
                    </a:cubicBezTo>
                    <a:cubicBezTo>
                      <a:pt x="10" y="24"/>
                      <a:pt x="12" y="26"/>
                      <a:pt x="13" y="29"/>
                    </a:cubicBezTo>
                    <a:cubicBezTo>
                      <a:pt x="13" y="30"/>
                      <a:pt x="13" y="33"/>
                      <a:pt x="13" y="34"/>
                    </a:cubicBezTo>
                    <a:cubicBezTo>
                      <a:pt x="13" y="37"/>
                      <a:pt x="14" y="39"/>
                      <a:pt x="14" y="42"/>
                    </a:cubicBezTo>
                    <a:cubicBezTo>
                      <a:pt x="15" y="45"/>
                      <a:pt x="15" y="48"/>
                      <a:pt x="16" y="51"/>
                    </a:cubicBezTo>
                    <a:cubicBezTo>
                      <a:pt x="17" y="55"/>
                      <a:pt x="20" y="58"/>
                      <a:pt x="22" y="61"/>
                    </a:cubicBezTo>
                    <a:cubicBezTo>
                      <a:pt x="25" y="58"/>
                      <a:pt x="25" y="60"/>
                      <a:pt x="28" y="62"/>
                    </a:cubicBezTo>
                    <a:cubicBezTo>
                      <a:pt x="29" y="63"/>
                      <a:pt x="32" y="63"/>
                      <a:pt x="33" y="62"/>
                    </a:cubicBezTo>
                    <a:cubicBezTo>
                      <a:pt x="36" y="62"/>
                      <a:pt x="38" y="61"/>
                      <a:pt x="38" y="58"/>
                    </a:cubicBezTo>
                    <a:cubicBezTo>
                      <a:pt x="38" y="52"/>
                      <a:pt x="38" y="46"/>
                      <a:pt x="38" y="40"/>
                    </a:cubicBezTo>
                    <a:cubicBezTo>
                      <a:pt x="38" y="36"/>
                      <a:pt x="38" y="32"/>
                      <a:pt x="38" y="28"/>
                    </a:cubicBezTo>
                    <a:cubicBezTo>
                      <a:pt x="38" y="27"/>
                      <a:pt x="38" y="26"/>
                      <a:pt x="39" y="26"/>
                    </a:cubicBezTo>
                    <a:cubicBezTo>
                      <a:pt x="39" y="26"/>
                      <a:pt x="43" y="26"/>
                      <a:pt x="43" y="26"/>
                    </a:cubicBezTo>
                    <a:cubicBezTo>
                      <a:pt x="43" y="20"/>
                      <a:pt x="43" y="13"/>
                      <a:pt x="43" y="7"/>
                    </a:cubicBezTo>
                    <a:cubicBezTo>
                      <a:pt x="46" y="8"/>
                      <a:pt x="48" y="6"/>
                      <a:pt x="51" y="6"/>
                    </a:cubicBezTo>
                    <a:cubicBezTo>
                      <a:pt x="51" y="5"/>
                      <a:pt x="52" y="5"/>
                      <a:pt x="53" y="5"/>
                    </a:cubicBezTo>
                    <a:cubicBezTo>
                      <a:pt x="53" y="5"/>
                      <a:pt x="55" y="8"/>
                      <a:pt x="56" y="8"/>
                    </a:cubicBezTo>
                    <a:cubicBezTo>
                      <a:pt x="57" y="7"/>
                      <a:pt x="56" y="6"/>
                      <a:pt x="58" y="6"/>
                    </a:cubicBezTo>
                    <a:cubicBezTo>
                      <a:pt x="59" y="6"/>
                      <a:pt x="60" y="5"/>
                      <a:pt x="62" y="5"/>
                    </a:cubicBezTo>
                    <a:cubicBezTo>
                      <a:pt x="64" y="4"/>
                      <a:pt x="60" y="2"/>
                      <a:pt x="59" y="2"/>
                    </a:cubicBezTo>
                    <a:cubicBezTo>
                      <a:pt x="54" y="2"/>
                      <a:pt x="50" y="5"/>
                      <a:pt x="45" y="5"/>
                    </a:cubicBezTo>
                    <a:cubicBezTo>
                      <a:pt x="41" y="5"/>
                      <a:pt x="37" y="5"/>
                      <a:pt x="33"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6" name="Freeform 733">
                <a:extLst>
                  <a:ext uri="{FF2B5EF4-FFF2-40B4-BE49-F238E27FC236}">
                    <a16:creationId xmlns:a16="http://schemas.microsoft.com/office/drawing/2014/main" id="{A04FF41E-395C-5F4B-9641-71ECD5C1FA01}"/>
                  </a:ext>
                </a:extLst>
              </p:cNvPr>
              <p:cNvSpPr>
                <a:spLocks/>
              </p:cNvSpPr>
              <p:nvPr/>
            </p:nvSpPr>
            <p:spPr bwMode="auto">
              <a:xfrm>
                <a:off x="12263888" y="8781415"/>
                <a:ext cx="850321" cy="888769"/>
              </a:xfrm>
              <a:custGeom>
                <a:avLst/>
                <a:gdLst>
                  <a:gd name="T0" fmla="*/ 89 w 91"/>
                  <a:gd name="T1" fmla="*/ 10 h 95"/>
                  <a:gd name="T2" fmla="*/ 83 w 91"/>
                  <a:gd name="T3" fmla="*/ 4 h 95"/>
                  <a:gd name="T4" fmla="*/ 77 w 91"/>
                  <a:gd name="T5" fmla="*/ 6 h 95"/>
                  <a:gd name="T6" fmla="*/ 72 w 91"/>
                  <a:gd name="T7" fmla="*/ 1 h 95"/>
                  <a:gd name="T8" fmla="*/ 65 w 91"/>
                  <a:gd name="T9" fmla="*/ 1 h 95"/>
                  <a:gd name="T10" fmla="*/ 57 w 91"/>
                  <a:gd name="T11" fmla="*/ 2 h 95"/>
                  <a:gd name="T12" fmla="*/ 48 w 91"/>
                  <a:gd name="T13" fmla="*/ 6 h 95"/>
                  <a:gd name="T14" fmla="*/ 35 w 91"/>
                  <a:gd name="T15" fmla="*/ 2 h 95"/>
                  <a:gd name="T16" fmla="*/ 30 w 91"/>
                  <a:gd name="T17" fmla="*/ 12 h 95"/>
                  <a:gd name="T18" fmla="*/ 19 w 91"/>
                  <a:gd name="T19" fmla="*/ 35 h 95"/>
                  <a:gd name="T20" fmla="*/ 17 w 91"/>
                  <a:gd name="T21" fmla="*/ 48 h 95"/>
                  <a:gd name="T22" fmla="*/ 10 w 91"/>
                  <a:gd name="T23" fmla="*/ 49 h 95"/>
                  <a:gd name="T24" fmla="*/ 2 w 91"/>
                  <a:gd name="T25" fmla="*/ 55 h 95"/>
                  <a:gd name="T26" fmla="*/ 1 w 91"/>
                  <a:gd name="T27" fmla="*/ 59 h 95"/>
                  <a:gd name="T28" fmla="*/ 18 w 91"/>
                  <a:gd name="T29" fmla="*/ 57 h 95"/>
                  <a:gd name="T30" fmla="*/ 26 w 91"/>
                  <a:gd name="T31" fmla="*/ 68 h 95"/>
                  <a:gd name="T32" fmla="*/ 35 w 91"/>
                  <a:gd name="T33" fmla="*/ 63 h 95"/>
                  <a:gd name="T34" fmla="*/ 41 w 91"/>
                  <a:gd name="T35" fmla="*/ 64 h 95"/>
                  <a:gd name="T36" fmla="*/ 46 w 91"/>
                  <a:gd name="T37" fmla="*/ 70 h 95"/>
                  <a:gd name="T38" fmla="*/ 47 w 91"/>
                  <a:gd name="T39" fmla="*/ 78 h 95"/>
                  <a:gd name="T40" fmla="*/ 53 w 91"/>
                  <a:gd name="T41" fmla="*/ 82 h 95"/>
                  <a:gd name="T42" fmla="*/ 60 w 91"/>
                  <a:gd name="T43" fmla="*/ 84 h 95"/>
                  <a:gd name="T44" fmla="*/ 66 w 91"/>
                  <a:gd name="T45" fmla="*/ 87 h 95"/>
                  <a:gd name="T46" fmla="*/ 76 w 91"/>
                  <a:gd name="T47" fmla="*/ 90 h 95"/>
                  <a:gd name="T48" fmla="*/ 84 w 91"/>
                  <a:gd name="T49" fmla="*/ 94 h 95"/>
                  <a:gd name="T50" fmla="*/ 77 w 91"/>
                  <a:gd name="T51" fmla="*/ 85 h 95"/>
                  <a:gd name="T52" fmla="*/ 78 w 91"/>
                  <a:gd name="T53" fmla="*/ 73 h 95"/>
                  <a:gd name="T54" fmla="*/ 80 w 91"/>
                  <a:gd name="T55" fmla="*/ 70 h 95"/>
                  <a:gd name="T56" fmla="*/ 84 w 91"/>
                  <a:gd name="T57" fmla="*/ 63 h 95"/>
                  <a:gd name="T58" fmla="*/ 81 w 91"/>
                  <a:gd name="T59" fmla="*/ 55 h 95"/>
                  <a:gd name="T60" fmla="*/ 81 w 91"/>
                  <a:gd name="T61" fmla="*/ 45 h 95"/>
                  <a:gd name="T62" fmla="*/ 83 w 91"/>
                  <a:gd name="T63" fmla="*/ 28 h 95"/>
                  <a:gd name="T64" fmla="*/ 90 w 91"/>
                  <a:gd name="T65" fmla="*/ 18 h 95"/>
                  <a:gd name="T66" fmla="*/ 90 w 91"/>
                  <a:gd name="T67" fmla="*/ 1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1" h="95">
                    <a:moveTo>
                      <a:pt x="90" y="15"/>
                    </a:moveTo>
                    <a:cubicBezTo>
                      <a:pt x="89" y="14"/>
                      <a:pt x="89" y="12"/>
                      <a:pt x="89" y="10"/>
                    </a:cubicBezTo>
                    <a:cubicBezTo>
                      <a:pt x="89" y="9"/>
                      <a:pt x="87" y="8"/>
                      <a:pt x="86" y="7"/>
                    </a:cubicBezTo>
                    <a:cubicBezTo>
                      <a:pt x="86" y="6"/>
                      <a:pt x="84" y="4"/>
                      <a:pt x="83" y="4"/>
                    </a:cubicBezTo>
                    <a:cubicBezTo>
                      <a:pt x="82" y="4"/>
                      <a:pt x="82" y="6"/>
                      <a:pt x="80" y="5"/>
                    </a:cubicBezTo>
                    <a:cubicBezTo>
                      <a:pt x="78" y="4"/>
                      <a:pt x="79" y="5"/>
                      <a:pt x="77" y="6"/>
                    </a:cubicBezTo>
                    <a:cubicBezTo>
                      <a:pt x="77" y="6"/>
                      <a:pt x="75" y="5"/>
                      <a:pt x="75" y="4"/>
                    </a:cubicBezTo>
                    <a:cubicBezTo>
                      <a:pt x="74" y="3"/>
                      <a:pt x="73" y="2"/>
                      <a:pt x="72" y="1"/>
                    </a:cubicBezTo>
                    <a:cubicBezTo>
                      <a:pt x="71" y="0"/>
                      <a:pt x="70" y="2"/>
                      <a:pt x="69" y="2"/>
                    </a:cubicBezTo>
                    <a:cubicBezTo>
                      <a:pt x="68" y="3"/>
                      <a:pt x="66" y="2"/>
                      <a:pt x="65" y="1"/>
                    </a:cubicBezTo>
                    <a:cubicBezTo>
                      <a:pt x="63" y="0"/>
                      <a:pt x="63" y="1"/>
                      <a:pt x="61" y="2"/>
                    </a:cubicBezTo>
                    <a:cubicBezTo>
                      <a:pt x="60" y="3"/>
                      <a:pt x="58" y="2"/>
                      <a:pt x="57" y="2"/>
                    </a:cubicBezTo>
                    <a:cubicBezTo>
                      <a:pt x="56" y="3"/>
                      <a:pt x="53" y="3"/>
                      <a:pt x="52" y="3"/>
                    </a:cubicBezTo>
                    <a:cubicBezTo>
                      <a:pt x="49" y="1"/>
                      <a:pt x="51" y="6"/>
                      <a:pt x="48" y="6"/>
                    </a:cubicBezTo>
                    <a:cubicBezTo>
                      <a:pt x="46" y="7"/>
                      <a:pt x="42" y="6"/>
                      <a:pt x="40" y="5"/>
                    </a:cubicBezTo>
                    <a:cubicBezTo>
                      <a:pt x="38" y="4"/>
                      <a:pt x="37" y="2"/>
                      <a:pt x="35" y="2"/>
                    </a:cubicBezTo>
                    <a:cubicBezTo>
                      <a:pt x="34" y="1"/>
                      <a:pt x="32" y="3"/>
                      <a:pt x="31" y="4"/>
                    </a:cubicBezTo>
                    <a:cubicBezTo>
                      <a:pt x="29" y="6"/>
                      <a:pt x="31" y="9"/>
                      <a:pt x="30" y="12"/>
                    </a:cubicBezTo>
                    <a:cubicBezTo>
                      <a:pt x="27" y="17"/>
                      <a:pt x="27" y="23"/>
                      <a:pt x="24" y="27"/>
                    </a:cubicBezTo>
                    <a:cubicBezTo>
                      <a:pt x="22" y="30"/>
                      <a:pt x="21" y="32"/>
                      <a:pt x="19" y="35"/>
                    </a:cubicBezTo>
                    <a:cubicBezTo>
                      <a:pt x="18" y="37"/>
                      <a:pt x="18" y="39"/>
                      <a:pt x="18" y="41"/>
                    </a:cubicBezTo>
                    <a:cubicBezTo>
                      <a:pt x="18" y="44"/>
                      <a:pt x="19" y="46"/>
                      <a:pt x="17" y="48"/>
                    </a:cubicBezTo>
                    <a:cubicBezTo>
                      <a:pt x="16" y="48"/>
                      <a:pt x="11" y="51"/>
                      <a:pt x="11" y="51"/>
                    </a:cubicBezTo>
                    <a:cubicBezTo>
                      <a:pt x="10" y="51"/>
                      <a:pt x="12" y="48"/>
                      <a:pt x="10" y="49"/>
                    </a:cubicBezTo>
                    <a:cubicBezTo>
                      <a:pt x="7" y="51"/>
                      <a:pt x="7" y="53"/>
                      <a:pt x="5" y="50"/>
                    </a:cubicBezTo>
                    <a:cubicBezTo>
                      <a:pt x="4" y="51"/>
                      <a:pt x="2" y="53"/>
                      <a:pt x="2" y="55"/>
                    </a:cubicBezTo>
                    <a:cubicBezTo>
                      <a:pt x="2" y="55"/>
                      <a:pt x="2" y="56"/>
                      <a:pt x="1" y="56"/>
                    </a:cubicBezTo>
                    <a:cubicBezTo>
                      <a:pt x="0" y="57"/>
                      <a:pt x="1" y="58"/>
                      <a:pt x="1" y="59"/>
                    </a:cubicBezTo>
                    <a:cubicBezTo>
                      <a:pt x="5" y="56"/>
                      <a:pt x="8" y="57"/>
                      <a:pt x="13" y="57"/>
                    </a:cubicBezTo>
                    <a:cubicBezTo>
                      <a:pt x="15" y="57"/>
                      <a:pt x="16" y="57"/>
                      <a:pt x="18" y="57"/>
                    </a:cubicBezTo>
                    <a:cubicBezTo>
                      <a:pt x="20" y="57"/>
                      <a:pt x="21" y="60"/>
                      <a:pt x="22" y="62"/>
                    </a:cubicBezTo>
                    <a:cubicBezTo>
                      <a:pt x="23" y="64"/>
                      <a:pt x="24" y="67"/>
                      <a:pt x="26" y="68"/>
                    </a:cubicBezTo>
                    <a:cubicBezTo>
                      <a:pt x="27" y="69"/>
                      <a:pt x="31" y="68"/>
                      <a:pt x="33" y="67"/>
                    </a:cubicBezTo>
                    <a:cubicBezTo>
                      <a:pt x="34" y="67"/>
                      <a:pt x="34" y="64"/>
                      <a:pt x="35" y="63"/>
                    </a:cubicBezTo>
                    <a:cubicBezTo>
                      <a:pt x="35" y="61"/>
                      <a:pt x="38" y="62"/>
                      <a:pt x="39" y="62"/>
                    </a:cubicBezTo>
                    <a:cubicBezTo>
                      <a:pt x="39" y="64"/>
                      <a:pt x="39" y="64"/>
                      <a:pt x="41" y="64"/>
                    </a:cubicBezTo>
                    <a:cubicBezTo>
                      <a:pt x="42" y="64"/>
                      <a:pt x="45" y="63"/>
                      <a:pt x="45" y="65"/>
                    </a:cubicBezTo>
                    <a:cubicBezTo>
                      <a:pt x="45" y="67"/>
                      <a:pt x="46" y="68"/>
                      <a:pt x="46" y="70"/>
                    </a:cubicBezTo>
                    <a:cubicBezTo>
                      <a:pt x="46" y="71"/>
                      <a:pt x="46" y="72"/>
                      <a:pt x="45" y="74"/>
                    </a:cubicBezTo>
                    <a:cubicBezTo>
                      <a:pt x="45" y="75"/>
                      <a:pt x="46" y="77"/>
                      <a:pt x="47" y="78"/>
                    </a:cubicBezTo>
                    <a:cubicBezTo>
                      <a:pt x="48" y="79"/>
                      <a:pt x="47" y="81"/>
                      <a:pt x="47" y="82"/>
                    </a:cubicBezTo>
                    <a:cubicBezTo>
                      <a:pt x="47" y="85"/>
                      <a:pt x="52" y="82"/>
                      <a:pt x="53" y="82"/>
                    </a:cubicBezTo>
                    <a:cubicBezTo>
                      <a:pt x="55" y="82"/>
                      <a:pt x="56" y="82"/>
                      <a:pt x="57" y="83"/>
                    </a:cubicBezTo>
                    <a:cubicBezTo>
                      <a:pt x="59" y="85"/>
                      <a:pt x="58" y="84"/>
                      <a:pt x="60" y="84"/>
                    </a:cubicBezTo>
                    <a:cubicBezTo>
                      <a:pt x="62" y="84"/>
                      <a:pt x="62" y="85"/>
                      <a:pt x="63" y="86"/>
                    </a:cubicBezTo>
                    <a:cubicBezTo>
                      <a:pt x="64" y="86"/>
                      <a:pt x="65" y="87"/>
                      <a:pt x="66" y="87"/>
                    </a:cubicBezTo>
                    <a:cubicBezTo>
                      <a:pt x="69" y="88"/>
                      <a:pt x="70" y="88"/>
                      <a:pt x="71" y="85"/>
                    </a:cubicBezTo>
                    <a:cubicBezTo>
                      <a:pt x="72" y="88"/>
                      <a:pt x="73" y="89"/>
                      <a:pt x="76" y="90"/>
                    </a:cubicBezTo>
                    <a:cubicBezTo>
                      <a:pt x="78" y="91"/>
                      <a:pt x="78" y="94"/>
                      <a:pt x="80" y="95"/>
                    </a:cubicBezTo>
                    <a:cubicBezTo>
                      <a:pt x="80" y="95"/>
                      <a:pt x="84" y="94"/>
                      <a:pt x="84" y="94"/>
                    </a:cubicBezTo>
                    <a:cubicBezTo>
                      <a:pt x="84" y="92"/>
                      <a:pt x="85" y="88"/>
                      <a:pt x="83" y="89"/>
                    </a:cubicBezTo>
                    <a:cubicBezTo>
                      <a:pt x="80" y="90"/>
                      <a:pt x="78" y="88"/>
                      <a:pt x="77" y="85"/>
                    </a:cubicBezTo>
                    <a:cubicBezTo>
                      <a:pt x="77" y="83"/>
                      <a:pt x="79" y="80"/>
                      <a:pt x="78" y="77"/>
                    </a:cubicBezTo>
                    <a:cubicBezTo>
                      <a:pt x="78" y="76"/>
                      <a:pt x="77" y="74"/>
                      <a:pt x="78" y="73"/>
                    </a:cubicBezTo>
                    <a:cubicBezTo>
                      <a:pt x="78" y="73"/>
                      <a:pt x="78" y="72"/>
                      <a:pt x="79" y="72"/>
                    </a:cubicBezTo>
                    <a:cubicBezTo>
                      <a:pt x="80" y="72"/>
                      <a:pt x="79" y="70"/>
                      <a:pt x="80" y="70"/>
                    </a:cubicBezTo>
                    <a:cubicBezTo>
                      <a:pt x="81" y="68"/>
                      <a:pt x="86" y="68"/>
                      <a:pt x="87" y="68"/>
                    </a:cubicBezTo>
                    <a:cubicBezTo>
                      <a:pt x="85" y="67"/>
                      <a:pt x="86" y="64"/>
                      <a:pt x="84" y="63"/>
                    </a:cubicBezTo>
                    <a:cubicBezTo>
                      <a:pt x="83" y="62"/>
                      <a:pt x="82" y="61"/>
                      <a:pt x="82" y="60"/>
                    </a:cubicBezTo>
                    <a:cubicBezTo>
                      <a:pt x="82" y="58"/>
                      <a:pt x="82" y="56"/>
                      <a:pt x="81" y="55"/>
                    </a:cubicBezTo>
                    <a:cubicBezTo>
                      <a:pt x="81" y="53"/>
                      <a:pt x="80" y="52"/>
                      <a:pt x="80" y="50"/>
                    </a:cubicBezTo>
                    <a:cubicBezTo>
                      <a:pt x="80" y="49"/>
                      <a:pt x="80" y="44"/>
                      <a:pt x="81" y="45"/>
                    </a:cubicBezTo>
                    <a:cubicBezTo>
                      <a:pt x="80" y="41"/>
                      <a:pt x="80" y="39"/>
                      <a:pt x="82" y="35"/>
                    </a:cubicBezTo>
                    <a:cubicBezTo>
                      <a:pt x="83" y="32"/>
                      <a:pt x="83" y="31"/>
                      <a:pt x="83" y="28"/>
                    </a:cubicBezTo>
                    <a:cubicBezTo>
                      <a:pt x="83" y="25"/>
                      <a:pt x="85" y="23"/>
                      <a:pt x="87" y="21"/>
                    </a:cubicBezTo>
                    <a:cubicBezTo>
                      <a:pt x="88" y="20"/>
                      <a:pt x="89" y="19"/>
                      <a:pt x="90" y="18"/>
                    </a:cubicBezTo>
                    <a:cubicBezTo>
                      <a:pt x="91" y="17"/>
                      <a:pt x="91" y="17"/>
                      <a:pt x="90" y="15"/>
                    </a:cubicBezTo>
                    <a:cubicBezTo>
                      <a:pt x="89" y="15"/>
                      <a:pt x="91" y="16"/>
                      <a:pt x="90" y="1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7" name="Freeform 734">
                <a:extLst>
                  <a:ext uri="{FF2B5EF4-FFF2-40B4-BE49-F238E27FC236}">
                    <a16:creationId xmlns:a16="http://schemas.microsoft.com/office/drawing/2014/main" id="{8D543E20-F844-984B-9C56-E34CC9E0CB3D}"/>
                  </a:ext>
                </a:extLst>
              </p:cNvPr>
              <p:cNvSpPr>
                <a:spLocks/>
              </p:cNvSpPr>
              <p:nvPr/>
            </p:nvSpPr>
            <p:spPr bwMode="auto">
              <a:xfrm>
                <a:off x="12254333" y="9307030"/>
                <a:ext cx="525479" cy="589329"/>
              </a:xfrm>
              <a:custGeom>
                <a:avLst/>
                <a:gdLst>
                  <a:gd name="T0" fmla="*/ 51 w 56"/>
                  <a:gd name="T1" fmla="*/ 27 h 63"/>
                  <a:gd name="T2" fmla="*/ 48 w 56"/>
                  <a:gd name="T3" fmla="*/ 26 h 63"/>
                  <a:gd name="T4" fmla="*/ 47 w 56"/>
                  <a:gd name="T5" fmla="*/ 21 h 63"/>
                  <a:gd name="T6" fmla="*/ 46 w 56"/>
                  <a:gd name="T7" fmla="*/ 12 h 63"/>
                  <a:gd name="T8" fmla="*/ 46 w 56"/>
                  <a:gd name="T9" fmla="*/ 8 h 63"/>
                  <a:gd name="T10" fmla="*/ 43 w 56"/>
                  <a:gd name="T11" fmla="*/ 8 h 63"/>
                  <a:gd name="T12" fmla="*/ 40 w 56"/>
                  <a:gd name="T13" fmla="*/ 6 h 63"/>
                  <a:gd name="T14" fmla="*/ 35 w 56"/>
                  <a:gd name="T15" fmla="*/ 8 h 63"/>
                  <a:gd name="T16" fmla="*/ 34 w 56"/>
                  <a:gd name="T17" fmla="*/ 11 h 63"/>
                  <a:gd name="T18" fmla="*/ 29 w 56"/>
                  <a:gd name="T19" fmla="*/ 12 h 63"/>
                  <a:gd name="T20" fmla="*/ 18 w 56"/>
                  <a:gd name="T21" fmla="*/ 1 h 63"/>
                  <a:gd name="T22" fmla="*/ 3 w 56"/>
                  <a:gd name="T23" fmla="*/ 2 h 63"/>
                  <a:gd name="T24" fmla="*/ 6 w 56"/>
                  <a:gd name="T25" fmla="*/ 12 h 63"/>
                  <a:gd name="T26" fmla="*/ 6 w 56"/>
                  <a:gd name="T27" fmla="*/ 16 h 63"/>
                  <a:gd name="T28" fmla="*/ 6 w 56"/>
                  <a:gd name="T29" fmla="*/ 20 h 63"/>
                  <a:gd name="T30" fmla="*/ 8 w 56"/>
                  <a:gd name="T31" fmla="*/ 33 h 63"/>
                  <a:gd name="T32" fmla="*/ 3 w 56"/>
                  <a:gd name="T33" fmla="*/ 41 h 63"/>
                  <a:gd name="T34" fmla="*/ 0 w 56"/>
                  <a:gd name="T35" fmla="*/ 50 h 63"/>
                  <a:gd name="T36" fmla="*/ 0 w 56"/>
                  <a:gd name="T37" fmla="*/ 55 h 63"/>
                  <a:gd name="T38" fmla="*/ 0 w 56"/>
                  <a:gd name="T39" fmla="*/ 59 h 63"/>
                  <a:gd name="T40" fmla="*/ 3 w 56"/>
                  <a:gd name="T41" fmla="*/ 59 h 63"/>
                  <a:gd name="T42" fmla="*/ 8 w 56"/>
                  <a:gd name="T43" fmla="*/ 58 h 63"/>
                  <a:gd name="T44" fmla="*/ 9 w 56"/>
                  <a:gd name="T45" fmla="*/ 59 h 63"/>
                  <a:gd name="T46" fmla="*/ 16 w 56"/>
                  <a:gd name="T47" fmla="*/ 59 h 63"/>
                  <a:gd name="T48" fmla="*/ 25 w 56"/>
                  <a:gd name="T49" fmla="*/ 59 h 63"/>
                  <a:gd name="T50" fmla="*/ 30 w 56"/>
                  <a:gd name="T51" fmla="*/ 59 h 63"/>
                  <a:gd name="T52" fmla="*/ 39 w 56"/>
                  <a:gd name="T53" fmla="*/ 62 h 63"/>
                  <a:gd name="T54" fmla="*/ 53 w 56"/>
                  <a:gd name="T55" fmla="*/ 60 h 63"/>
                  <a:gd name="T56" fmla="*/ 46 w 56"/>
                  <a:gd name="T57" fmla="*/ 51 h 63"/>
                  <a:gd name="T58" fmla="*/ 46 w 56"/>
                  <a:gd name="T59" fmla="*/ 37 h 63"/>
                  <a:gd name="T60" fmla="*/ 56 w 56"/>
                  <a:gd name="T61" fmla="*/ 35 h 63"/>
                  <a:gd name="T62" fmla="*/ 56 w 56"/>
                  <a:gd name="T63" fmla="*/ 27 h 63"/>
                  <a:gd name="T64" fmla="*/ 51 w 56"/>
                  <a:gd name="T6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 h="63">
                    <a:moveTo>
                      <a:pt x="51" y="27"/>
                    </a:moveTo>
                    <a:cubicBezTo>
                      <a:pt x="49" y="27"/>
                      <a:pt x="48" y="28"/>
                      <a:pt x="48" y="26"/>
                    </a:cubicBezTo>
                    <a:cubicBezTo>
                      <a:pt x="48" y="24"/>
                      <a:pt x="48" y="23"/>
                      <a:pt x="47" y="21"/>
                    </a:cubicBezTo>
                    <a:cubicBezTo>
                      <a:pt x="45" y="18"/>
                      <a:pt x="48" y="15"/>
                      <a:pt x="46" y="12"/>
                    </a:cubicBezTo>
                    <a:cubicBezTo>
                      <a:pt x="46" y="11"/>
                      <a:pt x="46" y="8"/>
                      <a:pt x="46" y="8"/>
                    </a:cubicBezTo>
                    <a:cubicBezTo>
                      <a:pt x="46" y="8"/>
                      <a:pt x="43" y="8"/>
                      <a:pt x="43" y="8"/>
                    </a:cubicBezTo>
                    <a:cubicBezTo>
                      <a:pt x="40" y="8"/>
                      <a:pt x="40" y="9"/>
                      <a:pt x="40" y="6"/>
                    </a:cubicBezTo>
                    <a:cubicBezTo>
                      <a:pt x="37" y="6"/>
                      <a:pt x="36" y="5"/>
                      <a:pt x="35" y="8"/>
                    </a:cubicBezTo>
                    <a:cubicBezTo>
                      <a:pt x="35" y="8"/>
                      <a:pt x="35" y="11"/>
                      <a:pt x="34" y="11"/>
                    </a:cubicBezTo>
                    <a:cubicBezTo>
                      <a:pt x="33" y="12"/>
                      <a:pt x="31" y="12"/>
                      <a:pt x="29" y="12"/>
                    </a:cubicBezTo>
                    <a:cubicBezTo>
                      <a:pt x="22" y="13"/>
                      <a:pt x="24" y="1"/>
                      <a:pt x="18" y="1"/>
                    </a:cubicBezTo>
                    <a:cubicBezTo>
                      <a:pt x="13" y="1"/>
                      <a:pt x="7" y="0"/>
                      <a:pt x="3" y="2"/>
                    </a:cubicBezTo>
                    <a:cubicBezTo>
                      <a:pt x="1" y="4"/>
                      <a:pt x="6" y="10"/>
                      <a:pt x="6" y="12"/>
                    </a:cubicBezTo>
                    <a:cubicBezTo>
                      <a:pt x="7" y="13"/>
                      <a:pt x="7" y="15"/>
                      <a:pt x="6" y="16"/>
                    </a:cubicBezTo>
                    <a:cubicBezTo>
                      <a:pt x="4" y="17"/>
                      <a:pt x="6" y="19"/>
                      <a:pt x="6" y="20"/>
                    </a:cubicBezTo>
                    <a:cubicBezTo>
                      <a:pt x="9" y="24"/>
                      <a:pt x="11" y="29"/>
                      <a:pt x="8" y="33"/>
                    </a:cubicBezTo>
                    <a:cubicBezTo>
                      <a:pt x="6" y="36"/>
                      <a:pt x="4" y="38"/>
                      <a:pt x="3" y="41"/>
                    </a:cubicBezTo>
                    <a:cubicBezTo>
                      <a:pt x="2" y="44"/>
                      <a:pt x="1" y="47"/>
                      <a:pt x="0" y="50"/>
                    </a:cubicBezTo>
                    <a:cubicBezTo>
                      <a:pt x="0" y="52"/>
                      <a:pt x="0" y="54"/>
                      <a:pt x="0" y="55"/>
                    </a:cubicBezTo>
                    <a:cubicBezTo>
                      <a:pt x="0" y="56"/>
                      <a:pt x="0" y="58"/>
                      <a:pt x="0" y="59"/>
                    </a:cubicBezTo>
                    <a:cubicBezTo>
                      <a:pt x="1" y="59"/>
                      <a:pt x="2" y="59"/>
                      <a:pt x="3" y="59"/>
                    </a:cubicBezTo>
                    <a:cubicBezTo>
                      <a:pt x="5" y="59"/>
                      <a:pt x="5" y="56"/>
                      <a:pt x="8" y="58"/>
                    </a:cubicBezTo>
                    <a:cubicBezTo>
                      <a:pt x="8" y="58"/>
                      <a:pt x="9" y="59"/>
                      <a:pt x="9" y="59"/>
                    </a:cubicBezTo>
                    <a:cubicBezTo>
                      <a:pt x="12" y="59"/>
                      <a:pt x="14" y="59"/>
                      <a:pt x="16" y="59"/>
                    </a:cubicBezTo>
                    <a:cubicBezTo>
                      <a:pt x="19" y="59"/>
                      <a:pt x="22" y="59"/>
                      <a:pt x="25" y="59"/>
                    </a:cubicBezTo>
                    <a:cubicBezTo>
                      <a:pt x="26" y="59"/>
                      <a:pt x="29" y="59"/>
                      <a:pt x="30" y="59"/>
                    </a:cubicBezTo>
                    <a:cubicBezTo>
                      <a:pt x="32" y="63"/>
                      <a:pt x="36" y="62"/>
                      <a:pt x="39" y="62"/>
                    </a:cubicBezTo>
                    <a:cubicBezTo>
                      <a:pt x="44" y="62"/>
                      <a:pt x="48" y="61"/>
                      <a:pt x="53" y="60"/>
                    </a:cubicBezTo>
                    <a:cubicBezTo>
                      <a:pt x="50" y="57"/>
                      <a:pt x="46" y="55"/>
                      <a:pt x="46" y="51"/>
                    </a:cubicBezTo>
                    <a:cubicBezTo>
                      <a:pt x="46" y="46"/>
                      <a:pt x="46" y="41"/>
                      <a:pt x="46" y="37"/>
                    </a:cubicBezTo>
                    <a:cubicBezTo>
                      <a:pt x="46" y="36"/>
                      <a:pt x="56" y="38"/>
                      <a:pt x="56" y="35"/>
                    </a:cubicBezTo>
                    <a:cubicBezTo>
                      <a:pt x="56" y="33"/>
                      <a:pt x="56" y="30"/>
                      <a:pt x="56" y="27"/>
                    </a:cubicBezTo>
                    <a:cubicBezTo>
                      <a:pt x="56" y="24"/>
                      <a:pt x="53" y="27"/>
                      <a:pt x="51" y="2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8" name="Freeform 735">
                <a:extLst>
                  <a:ext uri="{FF2B5EF4-FFF2-40B4-BE49-F238E27FC236}">
                    <a16:creationId xmlns:a16="http://schemas.microsoft.com/office/drawing/2014/main" id="{E71A0716-0E5C-3C44-861E-7195AC22BDE4}"/>
                  </a:ext>
                </a:extLst>
              </p:cNvPr>
              <p:cNvSpPr>
                <a:spLocks/>
              </p:cNvSpPr>
              <p:nvPr/>
            </p:nvSpPr>
            <p:spPr bwMode="auto">
              <a:xfrm>
                <a:off x="12591915" y="9867685"/>
                <a:ext cx="429938" cy="449163"/>
              </a:xfrm>
              <a:custGeom>
                <a:avLst/>
                <a:gdLst>
                  <a:gd name="T0" fmla="*/ 25 w 46"/>
                  <a:gd name="T1" fmla="*/ 2 h 48"/>
                  <a:gd name="T2" fmla="*/ 21 w 46"/>
                  <a:gd name="T3" fmla="*/ 3 h 48"/>
                  <a:gd name="T4" fmla="*/ 18 w 46"/>
                  <a:gd name="T5" fmla="*/ 4 h 48"/>
                  <a:gd name="T6" fmla="*/ 6 w 46"/>
                  <a:gd name="T7" fmla="*/ 4 h 48"/>
                  <a:gd name="T8" fmla="*/ 6 w 46"/>
                  <a:gd name="T9" fmla="*/ 18 h 48"/>
                  <a:gd name="T10" fmla="*/ 6 w 46"/>
                  <a:gd name="T11" fmla="*/ 23 h 48"/>
                  <a:gd name="T12" fmla="*/ 1 w 46"/>
                  <a:gd name="T13" fmla="*/ 24 h 48"/>
                  <a:gd name="T14" fmla="*/ 1 w 46"/>
                  <a:gd name="T15" fmla="*/ 31 h 48"/>
                  <a:gd name="T16" fmla="*/ 1 w 46"/>
                  <a:gd name="T17" fmla="*/ 38 h 48"/>
                  <a:gd name="T18" fmla="*/ 4 w 46"/>
                  <a:gd name="T19" fmla="*/ 47 h 48"/>
                  <a:gd name="T20" fmla="*/ 8 w 46"/>
                  <a:gd name="T21" fmla="*/ 48 h 48"/>
                  <a:gd name="T22" fmla="*/ 13 w 46"/>
                  <a:gd name="T23" fmla="*/ 44 h 48"/>
                  <a:gd name="T24" fmla="*/ 19 w 46"/>
                  <a:gd name="T25" fmla="*/ 41 h 48"/>
                  <a:gd name="T26" fmla="*/ 29 w 46"/>
                  <a:gd name="T27" fmla="*/ 39 h 48"/>
                  <a:gd name="T28" fmla="*/ 31 w 46"/>
                  <a:gd name="T29" fmla="*/ 37 h 48"/>
                  <a:gd name="T30" fmla="*/ 34 w 46"/>
                  <a:gd name="T31" fmla="*/ 34 h 48"/>
                  <a:gd name="T32" fmla="*/ 43 w 46"/>
                  <a:gd name="T33" fmla="*/ 26 h 48"/>
                  <a:gd name="T34" fmla="*/ 44 w 46"/>
                  <a:gd name="T35" fmla="*/ 22 h 48"/>
                  <a:gd name="T36" fmla="*/ 40 w 46"/>
                  <a:gd name="T37" fmla="*/ 21 h 48"/>
                  <a:gd name="T38" fmla="*/ 38 w 46"/>
                  <a:gd name="T39" fmla="*/ 17 h 48"/>
                  <a:gd name="T40" fmla="*/ 39 w 46"/>
                  <a:gd name="T41" fmla="*/ 15 h 48"/>
                  <a:gd name="T42" fmla="*/ 36 w 46"/>
                  <a:gd name="T43" fmla="*/ 14 h 48"/>
                  <a:gd name="T44" fmla="*/ 36 w 46"/>
                  <a:gd name="T45" fmla="*/ 13 h 48"/>
                  <a:gd name="T46" fmla="*/ 34 w 46"/>
                  <a:gd name="T47" fmla="*/ 12 h 48"/>
                  <a:gd name="T48" fmla="*/ 30 w 46"/>
                  <a:gd name="T49" fmla="*/ 7 h 48"/>
                  <a:gd name="T50" fmla="*/ 25 w 46"/>
                  <a:gd name="T51" fmla="*/ 2 h 48"/>
                  <a:gd name="T52" fmla="*/ 25 w 46"/>
                  <a:gd name="T53"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 h="48">
                    <a:moveTo>
                      <a:pt x="25" y="2"/>
                    </a:moveTo>
                    <a:cubicBezTo>
                      <a:pt x="24" y="3"/>
                      <a:pt x="22" y="3"/>
                      <a:pt x="21" y="3"/>
                    </a:cubicBezTo>
                    <a:cubicBezTo>
                      <a:pt x="19" y="3"/>
                      <a:pt x="20" y="6"/>
                      <a:pt x="18" y="4"/>
                    </a:cubicBezTo>
                    <a:cubicBezTo>
                      <a:pt x="15" y="0"/>
                      <a:pt x="10" y="5"/>
                      <a:pt x="6" y="4"/>
                    </a:cubicBezTo>
                    <a:cubicBezTo>
                      <a:pt x="6" y="9"/>
                      <a:pt x="6" y="14"/>
                      <a:pt x="6" y="18"/>
                    </a:cubicBezTo>
                    <a:cubicBezTo>
                      <a:pt x="6" y="19"/>
                      <a:pt x="7" y="23"/>
                      <a:pt x="6" y="23"/>
                    </a:cubicBezTo>
                    <a:cubicBezTo>
                      <a:pt x="5" y="24"/>
                      <a:pt x="1" y="22"/>
                      <a:pt x="1" y="24"/>
                    </a:cubicBezTo>
                    <a:cubicBezTo>
                      <a:pt x="1" y="26"/>
                      <a:pt x="1" y="29"/>
                      <a:pt x="1" y="31"/>
                    </a:cubicBezTo>
                    <a:cubicBezTo>
                      <a:pt x="1" y="33"/>
                      <a:pt x="0" y="36"/>
                      <a:pt x="1" y="38"/>
                    </a:cubicBezTo>
                    <a:cubicBezTo>
                      <a:pt x="5" y="39"/>
                      <a:pt x="6" y="44"/>
                      <a:pt x="4" y="47"/>
                    </a:cubicBezTo>
                    <a:cubicBezTo>
                      <a:pt x="4" y="48"/>
                      <a:pt x="8" y="48"/>
                      <a:pt x="8" y="48"/>
                    </a:cubicBezTo>
                    <a:cubicBezTo>
                      <a:pt x="10" y="48"/>
                      <a:pt x="11" y="46"/>
                      <a:pt x="13" y="44"/>
                    </a:cubicBezTo>
                    <a:cubicBezTo>
                      <a:pt x="15" y="42"/>
                      <a:pt x="15" y="39"/>
                      <a:pt x="19" y="41"/>
                    </a:cubicBezTo>
                    <a:cubicBezTo>
                      <a:pt x="23" y="43"/>
                      <a:pt x="27" y="44"/>
                      <a:pt x="29" y="39"/>
                    </a:cubicBezTo>
                    <a:cubicBezTo>
                      <a:pt x="29" y="38"/>
                      <a:pt x="29" y="37"/>
                      <a:pt x="31" y="37"/>
                    </a:cubicBezTo>
                    <a:cubicBezTo>
                      <a:pt x="33" y="37"/>
                      <a:pt x="34" y="35"/>
                      <a:pt x="34" y="34"/>
                    </a:cubicBezTo>
                    <a:cubicBezTo>
                      <a:pt x="36" y="31"/>
                      <a:pt x="40" y="28"/>
                      <a:pt x="43" y="26"/>
                    </a:cubicBezTo>
                    <a:cubicBezTo>
                      <a:pt x="45" y="25"/>
                      <a:pt x="46" y="24"/>
                      <a:pt x="44" y="22"/>
                    </a:cubicBezTo>
                    <a:cubicBezTo>
                      <a:pt x="43" y="21"/>
                      <a:pt x="40" y="22"/>
                      <a:pt x="40" y="21"/>
                    </a:cubicBezTo>
                    <a:cubicBezTo>
                      <a:pt x="39" y="20"/>
                      <a:pt x="38" y="19"/>
                      <a:pt x="38" y="17"/>
                    </a:cubicBezTo>
                    <a:cubicBezTo>
                      <a:pt x="38" y="17"/>
                      <a:pt x="39" y="16"/>
                      <a:pt x="39" y="15"/>
                    </a:cubicBezTo>
                    <a:cubicBezTo>
                      <a:pt x="38" y="15"/>
                      <a:pt x="37" y="15"/>
                      <a:pt x="36" y="14"/>
                    </a:cubicBezTo>
                    <a:cubicBezTo>
                      <a:pt x="36" y="14"/>
                      <a:pt x="37" y="13"/>
                      <a:pt x="36" y="13"/>
                    </a:cubicBezTo>
                    <a:cubicBezTo>
                      <a:pt x="35" y="13"/>
                      <a:pt x="35" y="12"/>
                      <a:pt x="34" y="12"/>
                    </a:cubicBezTo>
                    <a:cubicBezTo>
                      <a:pt x="32" y="11"/>
                      <a:pt x="31" y="10"/>
                      <a:pt x="30" y="7"/>
                    </a:cubicBezTo>
                    <a:cubicBezTo>
                      <a:pt x="30" y="6"/>
                      <a:pt x="27" y="2"/>
                      <a:pt x="25" y="2"/>
                    </a:cubicBezTo>
                    <a:cubicBezTo>
                      <a:pt x="25" y="2"/>
                      <a:pt x="26" y="2"/>
                      <a:pt x="25"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59" name="Freeform 736">
                <a:extLst>
                  <a:ext uri="{FF2B5EF4-FFF2-40B4-BE49-F238E27FC236}">
                    <a16:creationId xmlns:a16="http://schemas.microsoft.com/office/drawing/2014/main" id="{1346F1FD-394F-F04A-B502-ECD9F6342B67}"/>
                  </a:ext>
                </a:extLst>
              </p:cNvPr>
              <p:cNvSpPr>
                <a:spLocks/>
              </p:cNvSpPr>
              <p:nvPr/>
            </p:nvSpPr>
            <p:spPr bwMode="auto">
              <a:xfrm>
                <a:off x="12824398" y="9775302"/>
                <a:ext cx="366243" cy="324926"/>
              </a:xfrm>
              <a:custGeom>
                <a:avLst/>
                <a:gdLst>
                  <a:gd name="T0" fmla="*/ 39 w 39"/>
                  <a:gd name="T1" fmla="*/ 22 h 35"/>
                  <a:gd name="T2" fmla="*/ 38 w 39"/>
                  <a:gd name="T3" fmla="*/ 18 h 35"/>
                  <a:gd name="T4" fmla="*/ 39 w 39"/>
                  <a:gd name="T5" fmla="*/ 14 h 35"/>
                  <a:gd name="T6" fmla="*/ 38 w 39"/>
                  <a:gd name="T7" fmla="*/ 7 h 35"/>
                  <a:gd name="T8" fmla="*/ 27 w 39"/>
                  <a:gd name="T9" fmla="*/ 2 h 35"/>
                  <a:gd name="T10" fmla="*/ 24 w 39"/>
                  <a:gd name="T11" fmla="*/ 0 h 35"/>
                  <a:gd name="T12" fmla="*/ 19 w 39"/>
                  <a:gd name="T13" fmla="*/ 3 h 35"/>
                  <a:gd name="T14" fmla="*/ 13 w 39"/>
                  <a:gd name="T15" fmla="*/ 7 h 35"/>
                  <a:gd name="T16" fmla="*/ 9 w 39"/>
                  <a:gd name="T17" fmla="*/ 12 h 35"/>
                  <a:gd name="T18" fmla="*/ 2 w 39"/>
                  <a:gd name="T19" fmla="*/ 12 h 35"/>
                  <a:gd name="T20" fmla="*/ 5 w 39"/>
                  <a:gd name="T21" fmla="*/ 16 h 35"/>
                  <a:gd name="T22" fmla="*/ 8 w 39"/>
                  <a:gd name="T23" fmla="*/ 21 h 35"/>
                  <a:gd name="T24" fmla="*/ 11 w 39"/>
                  <a:gd name="T25" fmla="*/ 23 h 35"/>
                  <a:gd name="T26" fmla="*/ 11 w 39"/>
                  <a:gd name="T27" fmla="*/ 24 h 35"/>
                  <a:gd name="T28" fmla="*/ 14 w 39"/>
                  <a:gd name="T29" fmla="*/ 25 h 35"/>
                  <a:gd name="T30" fmla="*/ 13 w 39"/>
                  <a:gd name="T31" fmla="*/ 28 h 35"/>
                  <a:gd name="T32" fmla="*/ 15 w 39"/>
                  <a:gd name="T33" fmla="*/ 31 h 35"/>
                  <a:gd name="T34" fmla="*/ 20 w 39"/>
                  <a:gd name="T35" fmla="*/ 34 h 35"/>
                  <a:gd name="T36" fmla="*/ 25 w 39"/>
                  <a:gd name="T37" fmla="*/ 35 h 35"/>
                  <a:gd name="T38" fmla="*/ 27 w 39"/>
                  <a:gd name="T39" fmla="*/ 35 h 35"/>
                  <a:gd name="T40" fmla="*/ 34 w 39"/>
                  <a:gd name="T41" fmla="*/ 31 h 35"/>
                  <a:gd name="T42" fmla="*/ 36 w 39"/>
                  <a:gd name="T43" fmla="*/ 27 h 35"/>
                  <a:gd name="T44" fmla="*/ 39 w 39"/>
                  <a:gd name="T4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 h="35">
                    <a:moveTo>
                      <a:pt x="39" y="22"/>
                    </a:moveTo>
                    <a:cubicBezTo>
                      <a:pt x="39" y="21"/>
                      <a:pt x="38" y="19"/>
                      <a:pt x="38" y="18"/>
                    </a:cubicBezTo>
                    <a:cubicBezTo>
                      <a:pt x="38" y="16"/>
                      <a:pt x="39" y="15"/>
                      <a:pt x="39" y="14"/>
                    </a:cubicBezTo>
                    <a:cubicBezTo>
                      <a:pt x="39" y="11"/>
                      <a:pt x="39" y="9"/>
                      <a:pt x="38" y="7"/>
                    </a:cubicBezTo>
                    <a:cubicBezTo>
                      <a:pt x="38" y="4"/>
                      <a:pt x="29" y="2"/>
                      <a:pt x="27" y="2"/>
                    </a:cubicBezTo>
                    <a:cubicBezTo>
                      <a:pt x="27" y="0"/>
                      <a:pt x="27" y="0"/>
                      <a:pt x="24" y="0"/>
                    </a:cubicBezTo>
                    <a:cubicBezTo>
                      <a:pt x="21" y="0"/>
                      <a:pt x="21" y="1"/>
                      <a:pt x="19" y="3"/>
                    </a:cubicBezTo>
                    <a:cubicBezTo>
                      <a:pt x="18" y="5"/>
                      <a:pt x="15" y="6"/>
                      <a:pt x="13" y="7"/>
                    </a:cubicBezTo>
                    <a:cubicBezTo>
                      <a:pt x="12" y="9"/>
                      <a:pt x="11" y="12"/>
                      <a:pt x="9" y="12"/>
                    </a:cubicBezTo>
                    <a:cubicBezTo>
                      <a:pt x="7" y="12"/>
                      <a:pt x="5" y="11"/>
                      <a:pt x="2" y="12"/>
                    </a:cubicBezTo>
                    <a:cubicBezTo>
                      <a:pt x="0" y="13"/>
                      <a:pt x="4" y="15"/>
                      <a:pt x="5" y="16"/>
                    </a:cubicBezTo>
                    <a:cubicBezTo>
                      <a:pt x="6" y="18"/>
                      <a:pt x="6" y="20"/>
                      <a:pt x="8" y="21"/>
                    </a:cubicBezTo>
                    <a:cubicBezTo>
                      <a:pt x="9" y="22"/>
                      <a:pt x="10" y="23"/>
                      <a:pt x="11" y="23"/>
                    </a:cubicBezTo>
                    <a:cubicBezTo>
                      <a:pt x="12" y="23"/>
                      <a:pt x="11" y="24"/>
                      <a:pt x="11" y="24"/>
                    </a:cubicBezTo>
                    <a:cubicBezTo>
                      <a:pt x="12" y="24"/>
                      <a:pt x="13" y="25"/>
                      <a:pt x="14" y="25"/>
                    </a:cubicBezTo>
                    <a:cubicBezTo>
                      <a:pt x="14" y="26"/>
                      <a:pt x="13" y="27"/>
                      <a:pt x="13" y="28"/>
                    </a:cubicBezTo>
                    <a:cubicBezTo>
                      <a:pt x="13" y="29"/>
                      <a:pt x="14" y="31"/>
                      <a:pt x="15" y="31"/>
                    </a:cubicBezTo>
                    <a:cubicBezTo>
                      <a:pt x="18" y="31"/>
                      <a:pt x="19" y="31"/>
                      <a:pt x="20" y="34"/>
                    </a:cubicBezTo>
                    <a:cubicBezTo>
                      <a:pt x="21" y="35"/>
                      <a:pt x="23" y="34"/>
                      <a:pt x="25" y="35"/>
                    </a:cubicBezTo>
                    <a:cubicBezTo>
                      <a:pt x="26" y="35"/>
                      <a:pt x="26" y="35"/>
                      <a:pt x="27" y="35"/>
                    </a:cubicBezTo>
                    <a:cubicBezTo>
                      <a:pt x="31" y="35"/>
                      <a:pt x="32" y="34"/>
                      <a:pt x="34" y="31"/>
                    </a:cubicBezTo>
                    <a:cubicBezTo>
                      <a:pt x="35" y="30"/>
                      <a:pt x="36" y="28"/>
                      <a:pt x="36" y="27"/>
                    </a:cubicBezTo>
                    <a:cubicBezTo>
                      <a:pt x="37" y="25"/>
                      <a:pt x="39" y="24"/>
                      <a:pt x="39" y="2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0" name="Freeform 737">
                <a:extLst>
                  <a:ext uri="{FF2B5EF4-FFF2-40B4-BE49-F238E27FC236}">
                    <a16:creationId xmlns:a16="http://schemas.microsoft.com/office/drawing/2014/main" id="{B85BD7B7-C8D5-8846-A1D3-24463648288A}"/>
                  </a:ext>
                </a:extLst>
              </p:cNvPr>
              <p:cNvSpPr>
                <a:spLocks/>
              </p:cNvSpPr>
              <p:nvPr/>
            </p:nvSpPr>
            <p:spPr bwMode="auto">
              <a:xfrm>
                <a:off x="13069621" y="10259505"/>
                <a:ext cx="92356" cy="105124"/>
              </a:xfrm>
              <a:custGeom>
                <a:avLst/>
                <a:gdLst>
                  <a:gd name="T0" fmla="*/ 5 w 10"/>
                  <a:gd name="T1" fmla="*/ 1 h 11"/>
                  <a:gd name="T2" fmla="*/ 7 w 10"/>
                  <a:gd name="T3" fmla="*/ 9 h 11"/>
                  <a:gd name="T4" fmla="*/ 5 w 10"/>
                  <a:gd name="T5" fmla="*/ 1 h 11"/>
                  <a:gd name="T6" fmla="*/ 5 w 10"/>
                  <a:gd name="T7" fmla="*/ 1 h 11"/>
                </a:gdLst>
                <a:ahLst/>
                <a:cxnLst>
                  <a:cxn ang="0">
                    <a:pos x="T0" y="T1"/>
                  </a:cxn>
                  <a:cxn ang="0">
                    <a:pos x="T2" y="T3"/>
                  </a:cxn>
                  <a:cxn ang="0">
                    <a:pos x="T4" y="T5"/>
                  </a:cxn>
                  <a:cxn ang="0">
                    <a:pos x="T6" y="T7"/>
                  </a:cxn>
                </a:cxnLst>
                <a:rect l="0" t="0" r="r" b="b"/>
                <a:pathLst>
                  <a:path w="10" h="11">
                    <a:moveTo>
                      <a:pt x="5" y="1"/>
                    </a:moveTo>
                    <a:cubicBezTo>
                      <a:pt x="0" y="2"/>
                      <a:pt x="3" y="11"/>
                      <a:pt x="7" y="9"/>
                    </a:cubicBezTo>
                    <a:cubicBezTo>
                      <a:pt x="10" y="8"/>
                      <a:pt x="9" y="0"/>
                      <a:pt x="5" y="1"/>
                    </a:cubicBezTo>
                    <a:cubicBezTo>
                      <a:pt x="3" y="1"/>
                      <a:pt x="6" y="1"/>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1" name="Freeform 738">
                <a:extLst>
                  <a:ext uri="{FF2B5EF4-FFF2-40B4-BE49-F238E27FC236}">
                    <a16:creationId xmlns:a16="http://schemas.microsoft.com/office/drawing/2014/main" id="{E2F0BFB0-2BA6-8E44-BCB2-FFE460A005BC}"/>
                  </a:ext>
                </a:extLst>
              </p:cNvPr>
              <p:cNvSpPr>
                <a:spLocks noEditPoints="1"/>
              </p:cNvSpPr>
              <p:nvPr/>
            </p:nvSpPr>
            <p:spPr bwMode="auto">
              <a:xfrm>
                <a:off x="12442232" y="10090673"/>
                <a:ext cx="738853" cy="646665"/>
              </a:xfrm>
              <a:custGeom>
                <a:avLst/>
                <a:gdLst>
                  <a:gd name="T0" fmla="*/ 74 w 79"/>
                  <a:gd name="T1" fmla="*/ 27 h 69"/>
                  <a:gd name="T2" fmla="*/ 69 w 79"/>
                  <a:gd name="T3" fmla="*/ 22 h 69"/>
                  <a:gd name="T4" fmla="*/ 72 w 79"/>
                  <a:gd name="T5" fmla="*/ 19 h 69"/>
                  <a:gd name="T6" fmla="*/ 75 w 79"/>
                  <a:gd name="T7" fmla="*/ 20 h 69"/>
                  <a:gd name="T8" fmla="*/ 75 w 79"/>
                  <a:gd name="T9" fmla="*/ 11 h 69"/>
                  <a:gd name="T10" fmla="*/ 73 w 79"/>
                  <a:gd name="T11" fmla="*/ 7 h 69"/>
                  <a:gd name="T12" fmla="*/ 72 w 79"/>
                  <a:gd name="T13" fmla="*/ 1 h 69"/>
                  <a:gd name="T14" fmla="*/ 66 w 79"/>
                  <a:gd name="T15" fmla="*/ 1 h 69"/>
                  <a:gd name="T16" fmla="*/ 60 w 79"/>
                  <a:gd name="T17" fmla="*/ 2 h 69"/>
                  <a:gd name="T18" fmla="*/ 55 w 79"/>
                  <a:gd name="T19" fmla="*/ 5 h 69"/>
                  <a:gd name="T20" fmla="*/ 51 w 79"/>
                  <a:gd name="T21" fmla="*/ 8 h 69"/>
                  <a:gd name="T22" fmla="*/ 49 w 79"/>
                  <a:gd name="T23" fmla="*/ 12 h 69"/>
                  <a:gd name="T24" fmla="*/ 45 w 79"/>
                  <a:gd name="T25" fmla="*/ 14 h 69"/>
                  <a:gd name="T26" fmla="*/ 44 w 79"/>
                  <a:gd name="T27" fmla="*/ 17 h 69"/>
                  <a:gd name="T28" fmla="*/ 34 w 79"/>
                  <a:gd name="T29" fmla="*/ 17 h 69"/>
                  <a:gd name="T30" fmla="*/ 28 w 79"/>
                  <a:gd name="T31" fmla="*/ 21 h 69"/>
                  <a:gd name="T32" fmla="*/ 24 w 79"/>
                  <a:gd name="T33" fmla="*/ 24 h 69"/>
                  <a:gd name="T34" fmla="*/ 20 w 79"/>
                  <a:gd name="T35" fmla="*/ 23 h 69"/>
                  <a:gd name="T36" fmla="*/ 17 w 79"/>
                  <a:gd name="T37" fmla="*/ 14 h 69"/>
                  <a:gd name="T38" fmla="*/ 17 w 79"/>
                  <a:gd name="T39" fmla="*/ 29 h 69"/>
                  <a:gd name="T40" fmla="*/ 17 w 79"/>
                  <a:gd name="T41" fmla="*/ 33 h 69"/>
                  <a:gd name="T42" fmla="*/ 9 w 79"/>
                  <a:gd name="T43" fmla="*/ 35 h 69"/>
                  <a:gd name="T44" fmla="*/ 6 w 79"/>
                  <a:gd name="T45" fmla="*/ 34 h 69"/>
                  <a:gd name="T46" fmla="*/ 2 w 79"/>
                  <a:gd name="T47" fmla="*/ 33 h 69"/>
                  <a:gd name="T48" fmla="*/ 3 w 79"/>
                  <a:gd name="T49" fmla="*/ 40 h 69"/>
                  <a:gd name="T50" fmla="*/ 5 w 79"/>
                  <a:gd name="T51" fmla="*/ 45 h 69"/>
                  <a:gd name="T52" fmla="*/ 9 w 79"/>
                  <a:gd name="T53" fmla="*/ 56 h 69"/>
                  <a:gd name="T54" fmla="*/ 8 w 79"/>
                  <a:gd name="T55" fmla="*/ 60 h 69"/>
                  <a:gd name="T56" fmla="*/ 9 w 79"/>
                  <a:gd name="T57" fmla="*/ 62 h 69"/>
                  <a:gd name="T58" fmla="*/ 10 w 79"/>
                  <a:gd name="T59" fmla="*/ 66 h 69"/>
                  <a:gd name="T60" fmla="*/ 11 w 79"/>
                  <a:gd name="T61" fmla="*/ 64 h 69"/>
                  <a:gd name="T62" fmla="*/ 15 w 79"/>
                  <a:gd name="T63" fmla="*/ 68 h 69"/>
                  <a:gd name="T64" fmla="*/ 21 w 79"/>
                  <a:gd name="T65" fmla="*/ 66 h 69"/>
                  <a:gd name="T66" fmla="*/ 26 w 79"/>
                  <a:gd name="T67" fmla="*/ 65 h 69"/>
                  <a:gd name="T68" fmla="*/ 31 w 79"/>
                  <a:gd name="T69" fmla="*/ 64 h 69"/>
                  <a:gd name="T70" fmla="*/ 38 w 79"/>
                  <a:gd name="T71" fmla="*/ 64 h 69"/>
                  <a:gd name="T72" fmla="*/ 39 w 79"/>
                  <a:gd name="T73" fmla="*/ 64 h 69"/>
                  <a:gd name="T74" fmla="*/ 41 w 79"/>
                  <a:gd name="T75" fmla="*/ 63 h 69"/>
                  <a:gd name="T76" fmla="*/ 42 w 79"/>
                  <a:gd name="T77" fmla="*/ 62 h 69"/>
                  <a:gd name="T78" fmla="*/ 44 w 79"/>
                  <a:gd name="T79" fmla="*/ 65 h 69"/>
                  <a:gd name="T80" fmla="*/ 46 w 79"/>
                  <a:gd name="T81" fmla="*/ 62 h 69"/>
                  <a:gd name="T82" fmla="*/ 57 w 79"/>
                  <a:gd name="T83" fmla="*/ 56 h 69"/>
                  <a:gd name="T84" fmla="*/ 65 w 79"/>
                  <a:gd name="T85" fmla="*/ 48 h 69"/>
                  <a:gd name="T86" fmla="*/ 72 w 79"/>
                  <a:gd name="T87" fmla="*/ 37 h 69"/>
                  <a:gd name="T88" fmla="*/ 77 w 79"/>
                  <a:gd name="T89" fmla="*/ 33 h 69"/>
                  <a:gd name="T90" fmla="*/ 79 w 79"/>
                  <a:gd name="T91" fmla="*/ 25 h 69"/>
                  <a:gd name="T92" fmla="*/ 76 w 79"/>
                  <a:gd name="T93" fmla="*/ 25 h 69"/>
                  <a:gd name="T94" fmla="*/ 74 w 79"/>
                  <a:gd name="T95" fmla="*/ 27 h 69"/>
                  <a:gd name="T96" fmla="*/ 62 w 79"/>
                  <a:gd name="T97" fmla="*/ 39 h 69"/>
                  <a:gd name="T98" fmla="*/ 61 w 79"/>
                  <a:gd name="T99" fmla="*/ 41 h 69"/>
                  <a:gd name="T100" fmla="*/ 57 w 79"/>
                  <a:gd name="T101" fmla="*/ 43 h 69"/>
                  <a:gd name="T102" fmla="*/ 55 w 79"/>
                  <a:gd name="T103" fmla="*/ 44 h 69"/>
                  <a:gd name="T104" fmla="*/ 52 w 79"/>
                  <a:gd name="T105" fmla="*/ 41 h 69"/>
                  <a:gd name="T106" fmla="*/ 56 w 79"/>
                  <a:gd name="T107" fmla="*/ 35 h 69"/>
                  <a:gd name="T108" fmla="*/ 60 w 79"/>
                  <a:gd name="T109" fmla="*/ 35 h 69"/>
                  <a:gd name="T110" fmla="*/ 62 w 79"/>
                  <a:gd name="T111" fmla="*/ 39 h 69"/>
                  <a:gd name="T112" fmla="*/ 62 w 79"/>
                  <a:gd name="T113" fmla="*/ 3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9" h="69">
                    <a:moveTo>
                      <a:pt x="74" y="27"/>
                    </a:moveTo>
                    <a:cubicBezTo>
                      <a:pt x="71" y="27"/>
                      <a:pt x="68" y="24"/>
                      <a:pt x="69" y="22"/>
                    </a:cubicBezTo>
                    <a:cubicBezTo>
                      <a:pt x="69" y="20"/>
                      <a:pt x="71" y="19"/>
                      <a:pt x="72" y="19"/>
                    </a:cubicBezTo>
                    <a:cubicBezTo>
                      <a:pt x="73" y="19"/>
                      <a:pt x="74" y="20"/>
                      <a:pt x="75" y="20"/>
                    </a:cubicBezTo>
                    <a:cubicBezTo>
                      <a:pt x="75" y="17"/>
                      <a:pt x="76" y="14"/>
                      <a:pt x="75" y="11"/>
                    </a:cubicBezTo>
                    <a:cubicBezTo>
                      <a:pt x="74" y="10"/>
                      <a:pt x="73" y="8"/>
                      <a:pt x="73" y="7"/>
                    </a:cubicBezTo>
                    <a:cubicBezTo>
                      <a:pt x="72" y="5"/>
                      <a:pt x="72" y="3"/>
                      <a:pt x="72" y="1"/>
                    </a:cubicBezTo>
                    <a:cubicBezTo>
                      <a:pt x="70" y="2"/>
                      <a:pt x="67" y="1"/>
                      <a:pt x="66" y="1"/>
                    </a:cubicBezTo>
                    <a:cubicBezTo>
                      <a:pt x="63" y="0"/>
                      <a:pt x="61" y="0"/>
                      <a:pt x="60" y="2"/>
                    </a:cubicBezTo>
                    <a:cubicBezTo>
                      <a:pt x="58" y="3"/>
                      <a:pt x="56" y="3"/>
                      <a:pt x="55" y="5"/>
                    </a:cubicBezTo>
                    <a:cubicBezTo>
                      <a:pt x="54" y="6"/>
                      <a:pt x="52" y="7"/>
                      <a:pt x="51" y="8"/>
                    </a:cubicBezTo>
                    <a:cubicBezTo>
                      <a:pt x="50" y="9"/>
                      <a:pt x="50" y="11"/>
                      <a:pt x="49" y="12"/>
                    </a:cubicBezTo>
                    <a:cubicBezTo>
                      <a:pt x="48" y="14"/>
                      <a:pt x="46" y="12"/>
                      <a:pt x="45" y="14"/>
                    </a:cubicBezTo>
                    <a:cubicBezTo>
                      <a:pt x="44" y="15"/>
                      <a:pt x="45" y="16"/>
                      <a:pt x="44" y="17"/>
                    </a:cubicBezTo>
                    <a:cubicBezTo>
                      <a:pt x="42" y="21"/>
                      <a:pt x="37" y="18"/>
                      <a:pt x="34" y="17"/>
                    </a:cubicBezTo>
                    <a:cubicBezTo>
                      <a:pt x="31" y="15"/>
                      <a:pt x="30" y="19"/>
                      <a:pt x="28" y="21"/>
                    </a:cubicBezTo>
                    <a:cubicBezTo>
                      <a:pt x="27" y="22"/>
                      <a:pt x="26" y="24"/>
                      <a:pt x="24" y="24"/>
                    </a:cubicBezTo>
                    <a:cubicBezTo>
                      <a:pt x="24" y="24"/>
                      <a:pt x="20" y="24"/>
                      <a:pt x="20" y="23"/>
                    </a:cubicBezTo>
                    <a:cubicBezTo>
                      <a:pt x="22" y="20"/>
                      <a:pt x="21" y="15"/>
                      <a:pt x="17" y="14"/>
                    </a:cubicBezTo>
                    <a:cubicBezTo>
                      <a:pt x="17" y="19"/>
                      <a:pt x="17" y="24"/>
                      <a:pt x="17" y="29"/>
                    </a:cubicBezTo>
                    <a:cubicBezTo>
                      <a:pt x="17" y="29"/>
                      <a:pt x="18" y="32"/>
                      <a:pt x="17" y="33"/>
                    </a:cubicBezTo>
                    <a:cubicBezTo>
                      <a:pt x="14" y="35"/>
                      <a:pt x="13" y="36"/>
                      <a:pt x="9" y="35"/>
                    </a:cubicBezTo>
                    <a:cubicBezTo>
                      <a:pt x="8" y="35"/>
                      <a:pt x="7" y="35"/>
                      <a:pt x="6" y="34"/>
                    </a:cubicBezTo>
                    <a:cubicBezTo>
                      <a:pt x="5" y="32"/>
                      <a:pt x="4" y="31"/>
                      <a:pt x="2" y="33"/>
                    </a:cubicBezTo>
                    <a:cubicBezTo>
                      <a:pt x="0" y="35"/>
                      <a:pt x="2" y="38"/>
                      <a:pt x="3" y="40"/>
                    </a:cubicBezTo>
                    <a:cubicBezTo>
                      <a:pt x="4" y="41"/>
                      <a:pt x="5" y="43"/>
                      <a:pt x="5" y="45"/>
                    </a:cubicBezTo>
                    <a:cubicBezTo>
                      <a:pt x="7" y="49"/>
                      <a:pt x="11" y="51"/>
                      <a:pt x="9" y="56"/>
                    </a:cubicBezTo>
                    <a:cubicBezTo>
                      <a:pt x="8" y="58"/>
                      <a:pt x="7" y="58"/>
                      <a:pt x="8" y="60"/>
                    </a:cubicBezTo>
                    <a:cubicBezTo>
                      <a:pt x="9" y="61"/>
                      <a:pt x="9" y="62"/>
                      <a:pt x="9" y="62"/>
                    </a:cubicBezTo>
                    <a:cubicBezTo>
                      <a:pt x="10" y="63"/>
                      <a:pt x="9" y="65"/>
                      <a:pt x="10" y="66"/>
                    </a:cubicBezTo>
                    <a:cubicBezTo>
                      <a:pt x="10" y="66"/>
                      <a:pt x="10" y="64"/>
                      <a:pt x="11" y="64"/>
                    </a:cubicBezTo>
                    <a:cubicBezTo>
                      <a:pt x="11" y="64"/>
                      <a:pt x="14" y="67"/>
                      <a:pt x="15" y="68"/>
                    </a:cubicBezTo>
                    <a:cubicBezTo>
                      <a:pt x="17" y="69"/>
                      <a:pt x="19" y="66"/>
                      <a:pt x="21" y="66"/>
                    </a:cubicBezTo>
                    <a:cubicBezTo>
                      <a:pt x="23" y="65"/>
                      <a:pt x="25" y="67"/>
                      <a:pt x="26" y="65"/>
                    </a:cubicBezTo>
                    <a:cubicBezTo>
                      <a:pt x="28" y="64"/>
                      <a:pt x="29" y="64"/>
                      <a:pt x="31" y="64"/>
                    </a:cubicBezTo>
                    <a:cubicBezTo>
                      <a:pt x="33" y="64"/>
                      <a:pt x="35" y="64"/>
                      <a:pt x="38" y="64"/>
                    </a:cubicBezTo>
                    <a:cubicBezTo>
                      <a:pt x="38" y="64"/>
                      <a:pt x="39" y="64"/>
                      <a:pt x="39" y="64"/>
                    </a:cubicBezTo>
                    <a:cubicBezTo>
                      <a:pt x="40" y="64"/>
                      <a:pt x="40" y="63"/>
                      <a:pt x="41" y="63"/>
                    </a:cubicBezTo>
                    <a:cubicBezTo>
                      <a:pt x="41" y="63"/>
                      <a:pt x="41" y="62"/>
                      <a:pt x="42" y="62"/>
                    </a:cubicBezTo>
                    <a:cubicBezTo>
                      <a:pt x="42" y="63"/>
                      <a:pt x="42" y="65"/>
                      <a:pt x="44" y="65"/>
                    </a:cubicBezTo>
                    <a:cubicBezTo>
                      <a:pt x="44" y="65"/>
                      <a:pt x="43" y="61"/>
                      <a:pt x="46" y="62"/>
                    </a:cubicBezTo>
                    <a:cubicBezTo>
                      <a:pt x="50" y="63"/>
                      <a:pt x="54" y="59"/>
                      <a:pt x="57" y="56"/>
                    </a:cubicBezTo>
                    <a:cubicBezTo>
                      <a:pt x="60" y="54"/>
                      <a:pt x="62" y="51"/>
                      <a:pt x="65" y="48"/>
                    </a:cubicBezTo>
                    <a:cubicBezTo>
                      <a:pt x="68" y="45"/>
                      <a:pt x="69" y="41"/>
                      <a:pt x="72" y="37"/>
                    </a:cubicBezTo>
                    <a:cubicBezTo>
                      <a:pt x="73" y="36"/>
                      <a:pt x="76" y="35"/>
                      <a:pt x="77" y="33"/>
                    </a:cubicBezTo>
                    <a:cubicBezTo>
                      <a:pt x="78" y="31"/>
                      <a:pt x="79" y="27"/>
                      <a:pt x="79" y="25"/>
                    </a:cubicBezTo>
                    <a:cubicBezTo>
                      <a:pt x="78" y="25"/>
                      <a:pt x="77" y="25"/>
                      <a:pt x="76" y="25"/>
                    </a:cubicBezTo>
                    <a:cubicBezTo>
                      <a:pt x="75" y="25"/>
                      <a:pt x="75" y="27"/>
                      <a:pt x="74" y="27"/>
                    </a:cubicBezTo>
                    <a:close/>
                    <a:moveTo>
                      <a:pt x="62" y="39"/>
                    </a:moveTo>
                    <a:cubicBezTo>
                      <a:pt x="61" y="39"/>
                      <a:pt x="61" y="41"/>
                      <a:pt x="61" y="41"/>
                    </a:cubicBezTo>
                    <a:cubicBezTo>
                      <a:pt x="60" y="43"/>
                      <a:pt x="58" y="42"/>
                      <a:pt x="57" y="43"/>
                    </a:cubicBezTo>
                    <a:cubicBezTo>
                      <a:pt x="56" y="43"/>
                      <a:pt x="56" y="44"/>
                      <a:pt x="55" y="44"/>
                    </a:cubicBezTo>
                    <a:cubicBezTo>
                      <a:pt x="53" y="44"/>
                      <a:pt x="52" y="42"/>
                      <a:pt x="52" y="41"/>
                    </a:cubicBezTo>
                    <a:cubicBezTo>
                      <a:pt x="51" y="39"/>
                      <a:pt x="54" y="36"/>
                      <a:pt x="56" y="35"/>
                    </a:cubicBezTo>
                    <a:cubicBezTo>
                      <a:pt x="57" y="34"/>
                      <a:pt x="59" y="34"/>
                      <a:pt x="60" y="35"/>
                    </a:cubicBezTo>
                    <a:cubicBezTo>
                      <a:pt x="61" y="36"/>
                      <a:pt x="64" y="38"/>
                      <a:pt x="62" y="39"/>
                    </a:cubicBezTo>
                    <a:cubicBezTo>
                      <a:pt x="61" y="39"/>
                      <a:pt x="63" y="38"/>
                      <a:pt x="62" y="39"/>
                    </a:cubicBezTo>
                    <a:close/>
                  </a:path>
                </a:pathLst>
              </a:custGeom>
              <a:grpFill/>
              <a:ln w="9525"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2" name="Freeform 739">
                <a:extLst>
                  <a:ext uri="{FF2B5EF4-FFF2-40B4-BE49-F238E27FC236}">
                    <a16:creationId xmlns:a16="http://schemas.microsoft.com/office/drawing/2014/main" id="{33415000-4A3C-B341-A141-BA2697DAAC4E}"/>
                  </a:ext>
                </a:extLst>
              </p:cNvPr>
              <p:cNvSpPr>
                <a:spLocks/>
              </p:cNvSpPr>
              <p:nvPr/>
            </p:nvSpPr>
            <p:spPr bwMode="auto">
              <a:xfrm>
                <a:off x="12919938" y="10399671"/>
                <a:ext cx="121018" cy="124237"/>
              </a:xfrm>
              <a:custGeom>
                <a:avLst/>
                <a:gdLst>
                  <a:gd name="T0" fmla="*/ 11 w 13"/>
                  <a:gd name="T1" fmla="*/ 4 h 13"/>
                  <a:gd name="T2" fmla="*/ 3 w 13"/>
                  <a:gd name="T3" fmla="*/ 3 h 13"/>
                  <a:gd name="T4" fmla="*/ 2 w 13"/>
                  <a:gd name="T5" fmla="*/ 9 h 13"/>
                  <a:gd name="T6" fmla="*/ 7 w 13"/>
                  <a:gd name="T7" fmla="*/ 9 h 13"/>
                  <a:gd name="T8" fmla="*/ 11 w 13"/>
                  <a:gd name="T9" fmla="*/ 4 h 13"/>
                  <a:gd name="T10" fmla="*/ 11 w 13"/>
                  <a:gd name="T11" fmla="*/ 4 h 13"/>
                </a:gdLst>
                <a:ahLst/>
                <a:cxnLst>
                  <a:cxn ang="0">
                    <a:pos x="T0" y="T1"/>
                  </a:cxn>
                  <a:cxn ang="0">
                    <a:pos x="T2" y="T3"/>
                  </a:cxn>
                  <a:cxn ang="0">
                    <a:pos x="T4" y="T5"/>
                  </a:cxn>
                  <a:cxn ang="0">
                    <a:pos x="T6" y="T7"/>
                  </a:cxn>
                  <a:cxn ang="0">
                    <a:pos x="T8" y="T9"/>
                  </a:cxn>
                  <a:cxn ang="0">
                    <a:pos x="T10" y="T11"/>
                  </a:cxn>
                </a:cxnLst>
                <a:rect l="0" t="0" r="r" b="b"/>
                <a:pathLst>
                  <a:path w="13" h="13">
                    <a:moveTo>
                      <a:pt x="11" y="4"/>
                    </a:moveTo>
                    <a:cubicBezTo>
                      <a:pt x="9" y="2"/>
                      <a:pt x="5" y="0"/>
                      <a:pt x="3" y="3"/>
                    </a:cubicBezTo>
                    <a:cubicBezTo>
                      <a:pt x="1" y="5"/>
                      <a:pt x="0" y="7"/>
                      <a:pt x="2" y="9"/>
                    </a:cubicBezTo>
                    <a:cubicBezTo>
                      <a:pt x="4" y="13"/>
                      <a:pt x="5" y="9"/>
                      <a:pt x="7" y="9"/>
                    </a:cubicBezTo>
                    <a:cubicBezTo>
                      <a:pt x="10" y="9"/>
                      <a:pt x="13" y="5"/>
                      <a:pt x="11" y="4"/>
                    </a:cubicBezTo>
                    <a:cubicBezTo>
                      <a:pt x="10" y="3"/>
                      <a:pt x="12" y="4"/>
                      <a:pt x="11"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3" name="Freeform 740">
                <a:extLst>
                  <a:ext uri="{FF2B5EF4-FFF2-40B4-BE49-F238E27FC236}">
                    <a16:creationId xmlns:a16="http://schemas.microsoft.com/office/drawing/2014/main" id="{296AE222-D986-C040-8098-CF31E687DAE9}"/>
                  </a:ext>
                </a:extLst>
              </p:cNvPr>
              <p:cNvSpPr>
                <a:spLocks/>
              </p:cNvSpPr>
              <p:nvPr/>
            </p:nvSpPr>
            <p:spPr bwMode="auto">
              <a:xfrm>
                <a:off x="12263888" y="9240129"/>
                <a:ext cx="47770" cy="76452"/>
              </a:xfrm>
              <a:custGeom>
                <a:avLst/>
                <a:gdLst>
                  <a:gd name="T0" fmla="*/ 2 w 5"/>
                  <a:gd name="T1" fmla="*/ 5 h 8"/>
                  <a:gd name="T2" fmla="*/ 5 w 5"/>
                  <a:gd name="T3" fmla="*/ 1 h 8"/>
                  <a:gd name="T4" fmla="*/ 1 w 5"/>
                  <a:gd name="T5" fmla="*/ 3 h 8"/>
                  <a:gd name="T6" fmla="*/ 0 w 5"/>
                  <a:gd name="T7" fmla="*/ 8 h 8"/>
                  <a:gd name="T8" fmla="*/ 2 w 5"/>
                  <a:gd name="T9" fmla="*/ 5 h 8"/>
                </a:gdLst>
                <a:ahLst/>
                <a:cxnLst>
                  <a:cxn ang="0">
                    <a:pos x="T0" y="T1"/>
                  </a:cxn>
                  <a:cxn ang="0">
                    <a:pos x="T2" y="T3"/>
                  </a:cxn>
                  <a:cxn ang="0">
                    <a:pos x="T4" y="T5"/>
                  </a:cxn>
                  <a:cxn ang="0">
                    <a:pos x="T6" y="T7"/>
                  </a:cxn>
                  <a:cxn ang="0">
                    <a:pos x="T8" y="T9"/>
                  </a:cxn>
                </a:cxnLst>
                <a:rect l="0" t="0" r="r" b="b"/>
                <a:pathLst>
                  <a:path w="5" h="8">
                    <a:moveTo>
                      <a:pt x="2" y="5"/>
                    </a:moveTo>
                    <a:cubicBezTo>
                      <a:pt x="2" y="4"/>
                      <a:pt x="4" y="2"/>
                      <a:pt x="5" y="1"/>
                    </a:cubicBezTo>
                    <a:cubicBezTo>
                      <a:pt x="4" y="0"/>
                      <a:pt x="2" y="2"/>
                      <a:pt x="1" y="3"/>
                    </a:cubicBezTo>
                    <a:cubicBezTo>
                      <a:pt x="0" y="4"/>
                      <a:pt x="0" y="6"/>
                      <a:pt x="0" y="8"/>
                    </a:cubicBezTo>
                    <a:cubicBezTo>
                      <a:pt x="2" y="7"/>
                      <a:pt x="2" y="6"/>
                      <a:pt x="2"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4" name="Freeform 741">
                <a:extLst>
                  <a:ext uri="{FF2B5EF4-FFF2-40B4-BE49-F238E27FC236}">
                    <a16:creationId xmlns:a16="http://schemas.microsoft.com/office/drawing/2014/main" id="{DB6F0340-4F23-7F4D-B17F-BFC7DB593DAB}"/>
                  </a:ext>
                </a:extLst>
              </p:cNvPr>
              <p:cNvSpPr>
                <a:spLocks/>
              </p:cNvSpPr>
              <p:nvPr/>
            </p:nvSpPr>
            <p:spPr bwMode="auto">
              <a:xfrm>
                <a:off x="12219300" y="8857867"/>
                <a:ext cx="324842" cy="420492"/>
              </a:xfrm>
              <a:custGeom>
                <a:avLst/>
                <a:gdLst>
                  <a:gd name="T0" fmla="*/ 11 w 35"/>
                  <a:gd name="T1" fmla="*/ 44 h 45"/>
                  <a:gd name="T2" fmla="*/ 15 w 35"/>
                  <a:gd name="T3" fmla="*/ 41 h 45"/>
                  <a:gd name="T4" fmla="*/ 16 w 35"/>
                  <a:gd name="T5" fmla="*/ 43 h 45"/>
                  <a:gd name="T6" fmla="*/ 23 w 35"/>
                  <a:gd name="T7" fmla="*/ 37 h 45"/>
                  <a:gd name="T8" fmla="*/ 25 w 35"/>
                  <a:gd name="T9" fmla="*/ 26 h 45"/>
                  <a:gd name="T10" fmla="*/ 31 w 35"/>
                  <a:gd name="T11" fmla="*/ 16 h 45"/>
                  <a:gd name="T12" fmla="*/ 33 w 35"/>
                  <a:gd name="T13" fmla="*/ 8 h 45"/>
                  <a:gd name="T14" fmla="*/ 35 w 35"/>
                  <a:gd name="T15" fmla="*/ 2 h 45"/>
                  <a:gd name="T16" fmla="*/ 29 w 35"/>
                  <a:gd name="T17" fmla="*/ 1 h 45"/>
                  <a:gd name="T18" fmla="*/ 26 w 35"/>
                  <a:gd name="T19" fmla="*/ 2 h 45"/>
                  <a:gd name="T20" fmla="*/ 25 w 35"/>
                  <a:gd name="T21" fmla="*/ 6 h 45"/>
                  <a:gd name="T22" fmla="*/ 20 w 35"/>
                  <a:gd name="T23" fmla="*/ 10 h 45"/>
                  <a:gd name="T24" fmla="*/ 10 w 35"/>
                  <a:gd name="T25" fmla="*/ 8 h 45"/>
                  <a:gd name="T26" fmla="*/ 13 w 35"/>
                  <a:gd name="T27" fmla="*/ 13 h 45"/>
                  <a:gd name="T28" fmla="*/ 14 w 35"/>
                  <a:gd name="T29" fmla="*/ 19 h 45"/>
                  <a:gd name="T30" fmla="*/ 15 w 35"/>
                  <a:gd name="T31" fmla="*/ 22 h 45"/>
                  <a:gd name="T32" fmla="*/ 16 w 35"/>
                  <a:gd name="T33" fmla="*/ 25 h 45"/>
                  <a:gd name="T34" fmla="*/ 15 w 35"/>
                  <a:gd name="T35" fmla="*/ 32 h 45"/>
                  <a:gd name="T36" fmla="*/ 13 w 35"/>
                  <a:gd name="T37" fmla="*/ 31 h 45"/>
                  <a:gd name="T38" fmla="*/ 10 w 35"/>
                  <a:gd name="T39" fmla="*/ 32 h 45"/>
                  <a:gd name="T40" fmla="*/ 8 w 35"/>
                  <a:gd name="T41" fmla="*/ 29 h 45"/>
                  <a:gd name="T42" fmla="*/ 6 w 35"/>
                  <a:gd name="T43" fmla="*/ 32 h 45"/>
                  <a:gd name="T44" fmla="*/ 4 w 35"/>
                  <a:gd name="T45" fmla="*/ 32 h 45"/>
                  <a:gd name="T46" fmla="*/ 3 w 35"/>
                  <a:gd name="T47" fmla="*/ 35 h 45"/>
                  <a:gd name="T48" fmla="*/ 0 w 35"/>
                  <a:gd name="T49" fmla="*/ 39 h 45"/>
                  <a:gd name="T50" fmla="*/ 5 w 35"/>
                  <a:gd name="T51" fmla="*/ 45 h 45"/>
                  <a:gd name="T52" fmla="*/ 8 w 35"/>
                  <a:gd name="T53" fmla="*/ 42 h 45"/>
                  <a:gd name="T54" fmla="*/ 11 w 35"/>
                  <a:gd name="T55" fmla="*/ 44 h 45"/>
                  <a:gd name="T56" fmla="*/ 11 w 35"/>
                  <a:gd name="T5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5">
                    <a:moveTo>
                      <a:pt x="11" y="44"/>
                    </a:moveTo>
                    <a:cubicBezTo>
                      <a:pt x="12" y="44"/>
                      <a:pt x="14" y="42"/>
                      <a:pt x="15" y="41"/>
                    </a:cubicBezTo>
                    <a:cubicBezTo>
                      <a:pt x="17" y="40"/>
                      <a:pt x="15" y="43"/>
                      <a:pt x="16" y="43"/>
                    </a:cubicBezTo>
                    <a:cubicBezTo>
                      <a:pt x="16" y="43"/>
                      <a:pt x="23" y="39"/>
                      <a:pt x="23" y="37"/>
                    </a:cubicBezTo>
                    <a:cubicBezTo>
                      <a:pt x="23" y="33"/>
                      <a:pt x="23" y="29"/>
                      <a:pt x="25" y="26"/>
                    </a:cubicBezTo>
                    <a:cubicBezTo>
                      <a:pt x="27" y="22"/>
                      <a:pt x="30" y="19"/>
                      <a:pt x="31" y="16"/>
                    </a:cubicBezTo>
                    <a:cubicBezTo>
                      <a:pt x="32" y="13"/>
                      <a:pt x="32" y="11"/>
                      <a:pt x="33" y="8"/>
                    </a:cubicBezTo>
                    <a:cubicBezTo>
                      <a:pt x="33" y="6"/>
                      <a:pt x="35" y="4"/>
                      <a:pt x="35" y="2"/>
                    </a:cubicBezTo>
                    <a:cubicBezTo>
                      <a:pt x="33" y="2"/>
                      <a:pt x="31" y="0"/>
                      <a:pt x="29" y="1"/>
                    </a:cubicBezTo>
                    <a:cubicBezTo>
                      <a:pt x="28" y="1"/>
                      <a:pt x="26" y="1"/>
                      <a:pt x="26" y="2"/>
                    </a:cubicBezTo>
                    <a:cubicBezTo>
                      <a:pt x="25" y="4"/>
                      <a:pt x="25" y="5"/>
                      <a:pt x="25" y="6"/>
                    </a:cubicBezTo>
                    <a:cubicBezTo>
                      <a:pt x="24" y="9"/>
                      <a:pt x="23" y="10"/>
                      <a:pt x="20" y="10"/>
                    </a:cubicBezTo>
                    <a:cubicBezTo>
                      <a:pt x="17" y="9"/>
                      <a:pt x="13" y="8"/>
                      <a:pt x="10" y="8"/>
                    </a:cubicBezTo>
                    <a:cubicBezTo>
                      <a:pt x="10" y="10"/>
                      <a:pt x="9" y="14"/>
                      <a:pt x="13" y="13"/>
                    </a:cubicBezTo>
                    <a:cubicBezTo>
                      <a:pt x="17" y="11"/>
                      <a:pt x="14" y="17"/>
                      <a:pt x="14" y="19"/>
                    </a:cubicBezTo>
                    <a:cubicBezTo>
                      <a:pt x="14" y="20"/>
                      <a:pt x="14" y="21"/>
                      <a:pt x="15" y="22"/>
                    </a:cubicBezTo>
                    <a:cubicBezTo>
                      <a:pt x="16" y="23"/>
                      <a:pt x="16" y="24"/>
                      <a:pt x="16" y="25"/>
                    </a:cubicBezTo>
                    <a:cubicBezTo>
                      <a:pt x="16" y="27"/>
                      <a:pt x="16" y="30"/>
                      <a:pt x="15" y="32"/>
                    </a:cubicBezTo>
                    <a:cubicBezTo>
                      <a:pt x="15" y="33"/>
                      <a:pt x="13" y="31"/>
                      <a:pt x="13" y="31"/>
                    </a:cubicBezTo>
                    <a:cubicBezTo>
                      <a:pt x="11" y="31"/>
                      <a:pt x="11" y="33"/>
                      <a:pt x="10" y="32"/>
                    </a:cubicBezTo>
                    <a:cubicBezTo>
                      <a:pt x="10" y="31"/>
                      <a:pt x="9" y="30"/>
                      <a:pt x="8" y="29"/>
                    </a:cubicBezTo>
                    <a:cubicBezTo>
                      <a:pt x="7" y="29"/>
                      <a:pt x="7" y="31"/>
                      <a:pt x="6" y="32"/>
                    </a:cubicBezTo>
                    <a:cubicBezTo>
                      <a:pt x="6" y="32"/>
                      <a:pt x="4" y="32"/>
                      <a:pt x="4" y="32"/>
                    </a:cubicBezTo>
                    <a:cubicBezTo>
                      <a:pt x="2" y="32"/>
                      <a:pt x="3" y="34"/>
                      <a:pt x="3" y="35"/>
                    </a:cubicBezTo>
                    <a:cubicBezTo>
                      <a:pt x="4" y="38"/>
                      <a:pt x="3" y="37"/>
                      <a:pt x="0" y="39"/>
                    </a:cubicBezTo>
                    <a:cubicBezTo>
                      <a:pt x="2" y="41"/>
                      <a:pt x="4" y="42"/>
                      <a:pt x="5" y="45"/>
                    </a:cubicBezTo>
                    <a:cubicBezTo>
                      <a:pt x="6" y="44"/>
                      <a:pt x="7" y="43"/>
                      <a:pt x="8" y="42"/>
                    </a:cubicBezTo>
                    <a:cubicBezTo>
                      <a:pt x="10" y="41"/>
                      <a:pt x="10" y="43"/>
                      <a:pt x="11" y="44"/>
                    </a:cubicBezTo>
                    <a:cubicBezTo>
                      <a:pt x="12" y="44"/>
                      <a:pt x="10" y="43"/>
                      <a:pt x="11" y="4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5" name="Freeform 742">
                <a:extLst>
                  <a:ext uri="{FF2B5EF4-FFF2-40B4-BE49-F238E27FC236}">
                    <a16:creationId xmlns:a16="http://schemas.microsoft.com/office/drawing/2014/main" id="{D077FE35-B410-D04A-AD67-5B613F188040}"/>
                  </a:ext>
                </a:extLst>
              </p:cNvPr>
              <p:cNvSpPr>
                <a:spLocks/>
              </p:cNvSpPr>
              <p:nvPr/>
            </p:nvSpPr>
            <p:spPr bwMode="auto">
              <a:xfrm>
                <a:off x="12359429" y="8520197"/>
                <a:ext cx="595542" cy="420492"/>
              </a:xfrm>
              <a:custGeom>
                <a:avLst/>
                <a:gdLst>
                  <a:gd name="T0" fmla="*/ 12 w 64"/>
                  <a:gd name="T1" fmla="*/ 37 h 45"/>
                  <a:gd name="T2" fmla="*/ 17 w 64"/>
                  <a:gd name="T3" fmla="*/ 37 h 45"/>
                  <a:gd name="T4" fmla="*/ 20 w 64"/>
                  <a:gd name="T5" fmla="*/ 38 h 45"/>
                  <a:gd name="T6" fmla="*/ 21 w 64"/>
                  <a:gd name="T7" fmla="*/ 33 h 45"/>
                  <a:gd name="T8" fmla="*/ 25 w 64"/>
                  <a:gd name="T9" fmla="*/ 30 h 45"/>
                  <a:gd name="T10" fmla="*/ 30 w 64"/>
                  <a:gd name="T11" fmla="*/ 33 h 45"/>
                  <a:gd name="T12" fmla="*/ 36 w 64"/>
                  <a:gd name="T13" fmla="*/ 34 h 45"/>
                  <a:gd name="T14" fmla="*/ 39 w 64"/>
                  <a:gd name="T15" fmla="*/ 34 h 45"/>
                  <a:gd name="T16" fmla="*/ 41 w 64"/>
                  <a:gd name="T17" fmla="*/ 30 h 45"/>
                  <a:gd name="T18" fmla="*/ 45 w 64"/>
                  <a:gd name="T19" fmla="*/ 31 h 45"/>
                  <a:gd name="T20" fmla="*/ 50 w 64"/>
                  <a:gd name="T21" fmla="*/ 31 h 45"/>
                  <a:gd name="T22" fmla="*/ 55 w 64"/>
                  <a:gd name="T23" fmla="*/ 29 h 45"/>
                  <a:gd name="T24" fmla="*/ 60 w 64"/>
                  <a:gd name="T25" fmla="*/ 30 h 45"/>
                  <a:gd name="T26" fmla="*/ 58 w 64"/>
                  <a:gd name="T27" fmla="*/ 24 h 45"/>
                  <a:gd name="T28" fmla="*/ 55 w 64"/>
                  <a:gd name="T29" fmla="*/ 20 h 45"/>
                  <a:gd name="T30" fmla="*/ 51 w 64"/>
                  <a:gd name="T31" fmla="*/ 16 h 45"/>
                  <a:gd name="T32" fmla="*/ 47 w 64"/>
                  <a:gd name="T33" fmla="*/ 13 h 45"/>
                  <a:gd name="T34" fmla="*/ 46 w 64"/>
                  <a:gd name="T35" fmla="*/ 12 h 45"/>
                  <a:gd name="T36" fmla="*/ 44 w 64"/>
                  <a:gd name="T37" fmla="*/ 12 h 45"/>
                  <a:gd name="T38" fmla="*/ 44 w 64"/>
                  <a:gd name="T39" fmla="*/ 6 h 45"/>
                  <a:gd name="T40" fmla="*/ 41 w 64"/>
                  <a:gd name="T41" fmla="*/ 1 h 45"/>
                  <a:gd name="T42" fmla="*/ 41 w 64"/>
                  <a:gd name="T43" fmla="*/ 0 h 45"/>
                  <a:gd name="T44" fmla="*/ 38 w 64"/>
                  <a:gd name="T45" fmla="*/ 0 h 45"/>
                  <a:gd name="T46" fmla="*/ 35 w 64"/>
                  <a:gd name="T47" fmla="*/ 3 h 45"/>
                  <a:gd name="T48" fmla="*/ 26 w 64"/>
                  <a:gd name="T49" fmla="*/ 10 h 45"/>
                  <a:gd name="T50" fmla="*/ 22 w 64"/>
                  <a:gd name="T51" fmla="*/ 11 h 45"/>
                  <a:gd name="T52" fmla="*/ 19 w 64"/>
                  <a:gd name="T53" fmla="*/ 15 h 45"/>
                  <a:gd name="T54" fmla="*/ 13 w 64"/>
                  <a:gd name="T55" fmla="*/ 17 h 45"/>
                  <a:gd name="T56" fmla="*/ 9 w 64"/>
                  <a:gd name="T57" fmla="*/ 17 h 45"/>
                  <a:gd name="T58" fmla="*/ 6 w 64"/>
                  <a:gd name="T59" fmla="*/ 18 h 45"/>
                  <a:gd name="T60" fmla="*/ 3 w 64"/>
                  <a:gd name="T61" fmla="*/ 23 h 45"/>
                  <a:gd name="T62" fmla="*/ 4 w 64"/>
                  <a:gd name="T63" fmla="*/ 34 h 45"/>
                  <a:gd name="T64" fmla="*/ 6 w 64"/>
                  <a:gd name="T65" fmla="*/ 39 h 45"/>
                  <a:gd name="T66" fmla="*/ 9 w 64"/>
                  <a:gd name="T67" fmla="*/ 45 h 45"/>
                  <a:gd name="T68" fmla="*/ 12 w 64"/>
                  <a:gd name="T69"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 h="45">
                    <a:moveTo>
                      <a:pt x="12" y="37"/>
                    </a:moveTo>
                    <a:cubicBezTo>
                      <a:pt x="13" y="37"/>
                      <a:pt x="16" y="36"/>
                      <a:pt x="17" y="37"/>
                    </a:cubicBezTo>
                    <a:cubicBezTo>
                      <a:pt x="17" y="38"/>
                      <a:pt x="20" y="38"/>
                      <a:pt x="20" y="38"/>
                    </a:cubicBezTo>
                    <a:cubicBezTo>
                      <a:pt x="21" y="36"/>
                      <a:pt x="20" y="34"/>
                      <a:pt x="21" y="33"/>
                    </a:cubicBezTo>
                    <a:cubicBezTo>
                      <a:pt x="21" y="32"/>
                      <a:pt x="23" y="29"/>
                      <a:pt x="25" y="30"/>
                    </a:cubicBezTo>
                    <a:cubicBezTo>
                      <a:pt x="27" y="30"/>
                      <a:pt x="28" y="32"/>
                      <a:pt x="30" y="33"/>
                    </a:cubicBezTo>
                    <a:cubicBezTo>
                      <a:pt x="32" y="34"/>
                      <a:pt x="34" y="34"/>
                      <a:pt x="36" y="34"/>
                    </a:cubicBezTo>
                    <a:cubicBezTo>
                      <a:pt x="37" y="34"/>
                      <a:pt x="39" y="35"/>
                      <a:pt x="39" y="34"/>
                    </a:cubicBezTo>
                    <a:cubicBezTo>
                      <a:pt x="40" y="33"/>
                      <a:pt x="40" y="29"/>
                      <a:pt x="41" y="30"/>
                    </a:cubicBezTo>
                    <a:cubicBezTo>
                      <a:pt x="43" y="31"/>
                      <a:pt x="43" y="31"/>
                      <a:pt x="45" y="31"/>
                    </a:cubicBezTo>
                    <a:cubicBezTo>
                      <a:pt x="47" y="30"/>
                      <a:pt x="48" y="31"/>
                      <a:pt x="50" y="31"/>
                    </a:cubicBezTo>
                    <a:cubicBezTo>
                      <a:pt x="52" y="31"/>
                      <a:pt x="53" y="28"/>
                      <a:pt x="55" y="29"/>
                    </a:cubicBezTo>
                    <a:cubicBezTo>
                      <a:pt x="56" y="29"/>
                      <a:pt x="58" y="31"/>
                      <a:pt x="60" y="30"/>
                    </a:cubicBezTo>
                    <a:cubicBezTo>
                      <a:pt x="64" y="28"/>
                      <a:pt x="59" y="26"/>
                      <a:pt x="58" y="24"/>
                    </a:cubicBezTo>
                    <a:cubicBezTo>
                      <a:pt x="57" y="22"/>
                      <a:pt x="57" y="21"/>
                      <a:pt x="55" y="20"/>
                    </a:cubicBezTo>
                    <a:cubicBezTo>
                      <a:pt x="53" y="19"/>
                      <a:pt x="52" y="18"/>
                      <a:pt x="51" y="16"/>
                    </a:cubicBezTo>
                    <a:cubicBezTo>
                      <a:pt x="51" y="14"/>
                      <a:pt x="49" y="14"/>
                      <a:pt x="47" y="13"/>
                    </a:cubicBezTo>
                    <a:cubicBezTo>
                      <a:pt x="47" y="13"/>
                      <a:pt x="47" y="12"/>
                      <a:pt x="46" y="12"/>
                    </a:cubicBezTo>
                    <a:cubicBezTo>
                      <a:pt x="46" y="12"/>
                      <a:pt x="44" y="12"/>
                      <a:pt x="44" y="12"/>
                    </a:cubicBezTo>
                    <a:cubicBezTo>
                      <a:pt x="43" y="11"/>
                      <a:pt x="44" y="7"/>
                      <a:pt x="44" y="6"/>
                    </a:cubicBezTo>
                    <a:cubicBezTo>
                      <a:pt x="44" y="4"/>
                      <a:pt x="42" y="3"/>
                      <a:pt x="41" y="1"/>
                    </a:cubicBezTo>
                    <a:cubicBezTo>
                      <a:pt x="41" y="1"/>
                      <a:pt x="41" y="0"/>
                      <a:pt x="41" y="0"/>
                    </a:cubicBezTo>
                    <a:cubicBezTo>
                      <a:pt x="40" y="0"/>
                      <a:pt x="39" y="0"/>
                      <a:pt x="38" y="0"/>
                    </a:cubicBezTo>
                    <a:cubicBezTo>
                      <a:pt x="36" y="1"/>
                      <a:pt x="36" y="1"/>
                      <a:pt x="35" y="3"/>
                    </a:cubicBezTo>
                    <a:cubicBezTo>
                      <a:pt x="35" y="6"/>
                      <a:pt x="28" y="10"/>
                      <a:pt x="26" y="10"/>
                    </a:cubicBezTo>
                    <a:cubicBezTo>
                      <a:pt x="25" y="10"/>
                      <a:pt x="21" y="10"/>
                      <a:pt x="22" y="11"/>
                    </a:cubicBezTo>
                    <a:cubicBezTo>
                      <a:pt x="23" y="13"/>
                      <a:pt x="20" y="15"/>
                      <a:pt x="19" y="15"/>
                    </a:cubicBezTo>
                    <a:cubicBezTo>
                      <a:pt x="17" y="16"/>
                      <a:pt x="15" y="17"/>
                      <a:pt x="13" y="17"/>
                    </a:cubicBezTo>
                    <a:cubicBezTo>
                      <a:pt x="11" y="18"/>
                      <a:pt x="11" y="16"/>
                      <a:pt x="9" y="17"/>
                    </a:cubicBezTo>
                    <a:cubicBezTo>
                      <a:pt x="7" y="18"/>
                      <a:pt x="6" y="17"/>
                      <a:pt x="6" y="18"/>
                    </a:cubicBezTo>
                    <a:cubicBezTo>
                      <a:pt x="5" y="20"/>
                      <a:pt x="4" y="22"/>
                      <a:pt x="3" y="23"/>
                    </a:cubicBezTo>
                    <a:cubicBezTo>
                      <a:pt x="0" y="27"/>
                      <a:pt x="2" y="30"/>
                      <a:pt x="4" y="34"/>
                    </a:cubicBezTo>
                    <a:cubicBezTo>
                      <a:pt x="5" y="36"/>
                      <a:pt x="5" y="37"/>
                      <a:pt x="6" y="39"/>
                    </a:cubicBezTo>
                    <a:cubicBezTo>
                      <a:pt x="8" y="41"/>
                      <a:pt x="9" y="42"/>
                      <a:pt x="9" y="45"/>
                    </a:cubicBezTo>
                    <a:cubicBezTo>
                      <a:pt x="9" y="44"/>
                      <a:pt x="10" y="37"/>
                      <a:pt x="12" y="3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6" name="Freeform 743">
                <a:extLst>
                  <a:ext uri="{FF2B5EF4-FFF2-40B4-BE49-F238E27FC236}">
                    <a16:creationId xmlns:a16="http://schemas.microsoft.com/office/drawing/2014/main" id="{795956D7-F719-F147-815C-1855236AD7F4}"/>
                  </a:ext>
                </a:extLst>
              </p:cNvPr>
              <p:cNvSpPr>
                <a:spLocks/>
              </p:cNvSpPr>
              <p:nvPr/>
            </p:nvSpPr>
            <p:spPr bwMode="auto">
              <a:xfrm>
                <a:off x="11697008" y="7921315"/>
                <a:ext cx="1092359" cy="767717"/>
              </a:xfrm>
              <a:custGeom>
                <a:avLst/>
                <a:gdLst>
                  <a:gd name="T0" fmla="*/ 83 w 117"/>
                  <a:gd name="T1" fmla="*/ 82 h 82"/>
                  <a:gd name="T2" fmla="*/ 93 w 117"/>
                  <a:gd name="T3" fmla="*/ 76 h 82"/>
                  <a:gd name="T4" fmla="*/ 105 w 117"/>
                  <a:gd name="T5" fmla="*/ 68 h 82"/>
                  <a:gd name="T6" fmla="*/ 112 w 117"/>
                  <a:gd name="T7" fmla="*/ 64 h 82"/>
                  <a:gd name="T8" fmla="*/ 107 w 117"/>
                  <a:gd name="T9" fmla="*/ 55 h 82"/>
                  <a:gd name="T10" fmla="*/ 110 w 117"/>
                  <a:gd name="T11" fmla="*/ 46 h 82"/>
                  <a:gd name="T12" fmla="*/ 114 w 117"/>
                  <a:gd name="T13" fmla="*/ 40 h 82"/>
                  <a:gd name="T14" fmla="*/ 117 w 117"/>
                  <a:gd name="T15" fmla="*/ 21 h 82"/>
                  <a:gd name="T16" fmla="*/ 81 w 117"/>
                  <a:gd name="T17" fmla="*/ 1 h 82"/>
                  <a:gd name="T18" fmla="*/ 75 w 117"/>
                  <a:gd name="T19" fmla="*/ 2 h 82"/>
                  <a:gd name="T20" fmla="*/ 67 w 117"/>
                  <a:gd name="T21" fmla="*/ 2 h 82"/>
                  <a:gd name="T22" fmla="*/ 59 w 117"/>
                  <a:gd name="T23" fmla="*/ 1 h 82"/>
                  <a:gd name="T24" fmla="*/ 29 w 117"/>
                  <a:gd name="T25" fmla="*/ 21 h 82"/>
                  <a:gd name="T26" fmla="*/ 22 w 117"/>
                  <a:gd name="T27" fmla="*/ 25 h 82"/>
                  <a:gd name="T28" fmla="*/ 19 w 117"/>
                  <a:gd name="T29" fmla="*/ 42 h 82"/>
                  <a:gd name="T30" fmla="*/ 8 w 117"/>
                  <a:gd name="T31" fmla="*/ 43 h 82"/>
                  <a:gd name="T32" fmla="*/ 5 w 117"/>
                  <a:gd name="T33" fmla="*/ 51 h 82"/>
                  <a:gd name="T34" fmla="*/ 11 w 117"/>
                  <a:gd name="T35" fmla="*/ 56 h 82"/>
                  <a:gd name="T36" fmla="*/ 19 w 117"/>
                  <a:gd name="T37" fmla="*/ 62 h 82"/>
                  <a:gd name="T38" fmla="*/ 21 w 117"/>
                  <a:gd name="T39" fmla="*/ 55 h 82"/>
                  <a:gd name="T40" fmla="*/ 28 w 117"/>
                  <a:gd name="T41" fmla="*/ 50 h 82"/>
                  <a:gd name="T42" fmla="*/ 35 w 117"/>
                  <a:gd name="T43" fmla="*/ 53 h 82"/>
                  <a:gd name="T44" fmla="*/ 46 w 117"/>
                  <a:gd name="T45" fmla="*/ 55 h 82"/>
                  <a:gd name="T46" fmla="*/ 64 w 117"/>
                  <a:gd name="T47" fmla="*/ 53 h 82"/>
                  <a:gd name="T48" fmla="*/ 68 w 117"/>
                  <a:gd name="T49" fmla="*/ 47 h 82"/>
                  <a:gd name="T50" fmla="*/ 77 w 117"/>
                  <a:gd name="T51" fmla="*/ 31 h 82"/>
                  <a:gd name="T52" fmla="*/ 79 w 117"/>
                  <a:gd name="T53" fmla="*/ 16 h 82"/>
                  <a:gd name="T54" fmla="*/ 75 w 117"/>
                  <a:gd name="T55" fmla="*/ 2 h 82"/>
                  <a:gd name="T56" fmla="*/ 78 w 117"/>
                  <a:gd name="T57" fmla="*/ 16 h 82"/>
                  <a:gd name="T58" fmla="*/ 77 w 117"/>
                  <a:gd name="T59" fmla="*/ 35 h 82"/>
                  <a:gd name="T60" fmla="*/ 68 w 117"/>
                  <a:gd name="T61" fmla="*/ 46 h 82"/>
                  <a:gd name="T62" fmla="*/ 72 w 117"/>
                  <a:gd name="T63" fmla="*/ 55 h 82"/>
                  <a:gd name="T64" fmla="*/ 75 w 117"/>
                  <a:gd name="T65" fmla="*/ 65 h 82"/>
                  <a:gd name="T66" fmla="*/ 72 w 117"/>
                  <a:gd name="T67" fmla="*/ 74 h 82"/>
                  <a:gd name="T68" fmla="*/ 77 w 117"/>
                  <a:gd name="T69" fmla="*/ 81 h 82"/>
                  <a:gd name="T70" fmla="*/ 80 w 117"/>
                  <a:gd name="T71" fmla="*/ 8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 h="82">
                    <a:moveTo>
                      <a:pt x="80" y="81"/>
                    </a:moveTo>
                    <a:cubicBezTo>
                      <a:pt x="81" y="80"/>
                      <a:pt x="82" y="82"/>
                      <a:pt x="83" y="82"/>
                    </a:cubicBezTo>
                    <a:cubicBezTo>
                      <a:pt x="85" y="81"/>
                      <a:pt x="87" y="80"/>
                      <a:pt x="89" y="79"/>
                    </a:cubicBezTo>
                    <a:cubicBezTo>
                      <a:pt x="90" y="79"/>
                      <a:pt x="93" y="78"/>
                      <a:pt x="93" y="76"/>
                    </a:cubicBezTo>
                    <a:cubicBezTo>
                      <a:pt x="93" y="74"/>
                      <a:pt x="94" y="75"/>
                      <a:pt x="96" y="74"/>
                    </a:cubicBezTo>
                    <a:cubicBezTo>
                      <a:pt x="99" y="74"/>
                      <a:pt x="103" y="71"/>
                      <a:pt x="105" y="68"/>
                    </a:cubicBezTo>
                    <a:cubicBezTo>
                      <a:pt x="106" y="67"/>
                      <a:pt x="106" y="66"/>
                      <a:pt x="107" y="65"/>
                    </a:cubicBezTo>
                    <a:cubicBezTo>
                      <a:pt x="108" y="64"/>
                      <a:pt x="110" y="64"/>
                      <a:pt x="112" y="64"/>
                    </a:cubicBezTo>
                    <a:cubicBezTo>
                      <a:pt x="112" y="62"/>
                      <a:pt x="110" y="61"/>
                      <a:pt x="109" y="59"/>
                    </a:cubicBezTo>
                    <a:cubicBezTo>
                      <a:pt x="109" y="58"/>
                      <a:pt x="110" y="55"/>
                      <a:pt x="107" y="55"/>
                    </a:cubicBezTo>
                    <a:cubicBezTo>
                      <a:pt x="106" y="55"/>
                      <a:pt x="109" y="53"/>
                      <a:pt x="108" y="52"/>
                    </a:cubicBezTo>
                    <a:cubicBezTo>
                      <a:pt x="108" y="49"/>
                      <a:pt x="109" y="48"/>
                      <a:pt x="110" y="46"/>
                    </a:cubicBezTo>
                    <a:cubicBezTo>
                      <a:pt x="110" y="44"/>
                      <a:pt x="112" y="44"/>
                      <a:pt x="112" y="42"/>
                    </a:cubicBezTo>
                    <a:cubicBezTo>
                      <a:pt x="112" y="41"/>
                      <a:pt x="113" y="40"/>
                      <a:pt x="114" y="40"/>
                    </a:cubicBezTo>
                    <a:cubicBezTo>
                      <a:pt x="117" y="40"/>
                      <a:pt x="117" y="40"/>
                      <a:pt x="117" y="38"/>
                    </a:cubicBezTo>
                    <a:cubicBezTo>
                      <a:pt x="117" y="32"/>
                      <a:pt x="117" y="27"/>
                      <a:pt x="117" y="21"/>
                    </a:cubicBezTo>
                    <a:cubicBezTo>
                      <a:pt x="117" y="19"/>
                      <a:pt x="113" y="18"/>
                      <a:pt x="111" y="17"/>
                    </a:cubicBezTo>
                    <a:cubicBezTo>
                      <a:pt x="101" y="12"/>
                      <a:pt x="91" y="6"/>
                      <a:pt x="81" y="1"/>
                    </a:cubicBezTo>
                    <a:cubicBezTo>
                      <a:pt x="80" y="1"/>
                      <a:pt x="80" y="0"/>
                      <a:pt x="79" y="0"/>
                    </a:cubicBezTo>
                    <a:cubicBezTo>
                      <a:pt x="78" y="1"/>
                      <a:pt x="76" y="2"/>
                      <a:pt x="75" y="2"/>
                    </a:cubicBezTo>
                    <a:cubicBezTo>
                      <a:pt x="74" y="3"/>
                      <a:pt x="72" y="5"/>
                      <a:pt x="71" y="5"/>
                    </a:cubicBezTo>
                    <a:cubicBezTo>
                      <a:pt x="70" y="5"/>
                      <a:pt x="69" y="3"/>
                      <a:pt x="67" y="2"/>
                    </a:cubicBezTo>
                    <a:cubicBezTo>
                      <a:pt x="66" y="1"/>
                      <a:pt x="65" y="1"/>
                      <a:pt x="64" y="1"/>
                    </a:cubicBezTo>
                    <a:cubicBezTo>
                      <a:pt x="62" y="0"/>
                      <a:pt x="61" y="0"/>
                      <a:pt x="59" y="1"/>
                    </a:cubicBezTo>
                    <a:cubicBezTo>
                      <a:pt x="52" y="5"/>
                      <a:pt x="45" y="10"/>
                      <a:pt x="38" y="14"/>
                    </a:cubicBezTo>
                    <a:cubicBezTo>
                      <a:pt x="35" y="16"/>
                      <a:pt x="32" y="18"/>
                      <a:pt x="29" y="21"/>
                    </a:cubicBezTo>
                    <a:cubicBezTo>
                      <a:pt x="28" y="22"/>
                      <a:pt x="27" y="22"/>
                      <a:pt x="26" y="22"/>
                    </a:cubicBezTo>
                    <a:cubicBezTo>
                      <a:pt x="23" y="22"/>
                      <a:pt x="22" y="22"/>
                      <a:pt x="22" y="25"/>
                    </a:cubicBezTo>
                    <a:cubicBezTo>
                      <a:pt x="22" y="28"/>
                      <a:pt x="22" y="31"/>
                      <a:pt x="22" y="34"/>
                    </a:cubicBezTo>
                    <a:cubicBezTo>
                      <a:pt x="22" y="37"/>
                      <a:pt x="21" y="40"/>
                      <a:pt x="19" y="42"/>
                    </a:cubicBezTo>
                    <a:cubicBezTo>
                      <a:pt x="18" y="43"/>
                      <a:pt x="15" y="43"/>
                      <a:pt x="14" y="43"/>
                    </a:cubicBezTo>
                    <a:cubicBezTo>
                      <a:pt x="12" y="43"/>
                      <a:pt x="10" y="43"/>
                      <a:pt x="8" y="43"/>
                    </a:cubicBezTo>
                    <a:cubicBezTo>
                      <a:pt x="6" y="43"/>
                      <a:pt x="4" y="44"/>
                      <a:pt x="2" y="44"/>
                    </a:cubicBezTo>
                    <a:cubicBezTo>
                      <a:pt x="0" y="44"/>
                      <a:pt x="5" y="51"/>
                      <a:pt x="5" y="51"/>
                    </a:cubicBezTo>
                    <a:cubicBezTo>
                      <a:pt x="6" y="54"/>
                      <a:pt x="7" y="56"/>
                      <a:pt x="10" y="57"/>
                    </a:cubicBezTo>
                    <a:cubicBezTo>
                      <a:pt x="10" y="57"/>
                      <a:pt x="11" y="56"/>
                      <a:pt x="11" y="56"/>
                    </a:cubicBezTo>
                    <a:cubicBezTo>
                      <a:pt x="12" y="57"/>
                      <a:pt x="12" y="60"/>
                      <a:pt x="14" y="58"/>
                    </a:cubicBezTo>
                    <a:cubicBezTo>
                      <a:pt x="16" y="56"/>
                      <a:pt x="18" y="61"/>
                      <a:pt x="19" y="62"/>
                    </a:cubicBezTo>
                    <a:cubicBezTo>
                      <a:pt x="19" y="61"/>
                      <a:pt x="20" y="59"/>
                      <a:pt x="20" y="58"/>
                    </a:cubicBezTo>
                    <a:cubicBezTo>
                      <a:pt x="20" y="57"/>
                      <a:pt x="21" y="56"/>
                      <a:pt x="21" y="55"/>
                    </a:cubicBezTo>
                    <a:cubicBezTo>
                      <a:pt x="22" y="52"/>
                      <a:pt x="22" y="52"/>
                      <a:pt x="25" y="51"/>
                    </a:cubicBezTo>
                    <a:cubicBezTo>
                      <a:pt x="26" y="50"/>
                      <a:pt x="27" y="50"/>
                      <a:pt x="28" y="50"/>
                    </a:cubicBezTo>
                    <a:cubicBezTo>
                      <a:pt x="29" y="49"/>
                      <a:pt x="30" y="51"/>
                      <a:pt x="31" y="51"/>
                    </a:cubicBezTo>
                    <a:cubicBezTo>
                      <a:pt x="33" y="51"/>
                      <a:pt x="34" y="52"/>
                      <a:pt x="35" y="53"/>
                    </a:cubicBezTo>
                    <a:cubicBezTo>
                      <a:pt x="36" y="54"/>
                      <a:pt x="37" y="54"/>
                      <a:pt x="39" y="54"/>
                    </a:cubicBezTo>
                    <a:cubicBezTo>
                      <a:pt x="42" y="52"/>
                      <a:pt x="43" y="55"/>
                      <a:pt x="46" y="55"/>
                    </a:cubicBezTo>
                    <a:cubicBezTo>
                      <a:pt x="49" y="55"/>
                      <a:pt x="52" y="53"/>
                      <a:pt x="55" y="53"/>
                    </a:cubicBezTo>
                    <a:cubicBezTo>
                      <a:pt x="57" y="53"/>
                      <a:pt x="61" y="54"/>
                      <a:pt x="64" y="53"/>
                    </a:cubicBezTo>
                    <a:cubicBezTo>
                      <a:pt x="65" y="53"/>
                      <a:pt x="66" y="52"/>
                      <a:pt x="67" y="51"/>
                    </a:cubicBezTo>
                    <a:cubicBezTo>
                      <a:pt x="69" y="50"/>
                      <a:pt x="68" y="49"/>
                      <a:pt x="68" y="47"/>
                    </a:cubicBezTo>
                    <a:cubicBezTo>
                      <a:pt x="68" y="42"/>
                      <a:pt x="73" y="39"/>
                      <a:pt x="77" y="35"/>
                    </a:cubicBezTo>
                    <a:cubicBezTo>
                      <a:pt x="78" y="34"/>
                      <a:pt x="77" y="32"/>
                      <a:pt x="77" y="31"/>
                    </a:cubicBezTo>
                    <a:cubicBezTo>
                      <a:pt x="77" y="28"/>
                      <a:pt x="77" y="26"/>
                      <a:pt x="77" y="23"/>
                    </a:cubicBezTo>
                    <a:cubicBezTo>
                      <a:pt x="78" y="21"/>
                      <a:pt x="79" y="18"/>
                      <a:pt x="79" y="16"/>
                    </a:cubicBezTo>
                    <a:cubicBezTo>
                      <a:pt x="78" y="14"/>
                      <a:pt x="77" y="12"/>
                      <a:pt x="76" y="11"/>
                    </a:cubicBezTo>
                    <a:cubicBezTo>
                      <a:pt x="74" y="8"/>
                      <a:pt x="75" y="5"/>
                      <a:pt x="75" y="2"/>
                    </a:cubicBezTo>
                    <a:cubicBezTo>
                      <a:pt x="75" y="5"/>
                      <a:pt x="75" y="7"/>
                      <a:pt x="75" y="9"/>
                    </a:cubicBezTo>
                    <a:cubicBezTo>
                      <a:pt x="75" y="11"/>
                      <a:pt x="78" y="14"/>
                      <a:pt x="78" y="16"/>
                    </a:cubicBezTo>
                    <a:cubicBezTo>
                      <a:pt x="79" y="19"/>
                      <a:pt x="77" y="23"/>
                      <a:pt x="77" y="26"/>
                    </a:cubicBezTo>
                    <a:cubicBezTo>
                      <a:pt x="77" y="28"/>
                      <a:pt x="78" y="32"/>
                      <a:pt x="77" y="35"/>
                    </a:cubicBezTo>
                    <a:cubicBezTo>
                      <a:pt x="76" y="37"/>
                      <a:pt x="72" y="39"/>
                      <a:pt x="71" y="41"/>
                    </a:cubicBezTo>
                    <a:cubicBezTo>
                      <a:pt x="69" y="42"/>
                      <a:pt x="68" y="44"/>
                      <a:pt x="68" y="46"/>
                    </a:cubicBezTo>
                    <a:cubicBezTo>
                      <a:pt x="67" y="49"/>
                      <a:pt x="69" y="50"/>
                      <a:pt x="70" y="53"/>
                    </a:cubicBezTo>
                    <a:cubicBezTo>
                      <a:pt x="70" y="54"/>
                      <a:pt x="71" y="54"/>
                      <a:pt x="72" y="55"/>
                    </a:cubicBezTo>
                    <a:cubicBezTo>
                      <a:pt x="74" y="56"/>
                      <a:pt x="75" y="57"/>
                      <a:pt x="75" y="59"/>
                    </a:cubicBezTo>
                    <a:cubicBezTo>
                      <a:pt x="75" y="61"/>
                      <a:pt x="75" y="63"/>
                      <a:pt x="75" y="65"/>
                    </a:cubicBezTo>
                    <a:cubicBezTo>
                      <a:pt x="75" y="66"/>
                      <a:pt x="76" y="68"/>
                      <a:pt x="77" y="70"/>
                    </a:cubicBezTo>
                    <a:cubicBezTo>
                      <a:pt x="74" y="70"/>
                      <a:pt x="67" y="70"/>
                      <a:pt x="72" y="74"/>
                    </a:cubicBezTo>
                    <a:cubicBezTo>
                      <a:pt x="74" y="75"/>
                      <a:pt x="75" y="76"/>
                      <a:pt x="76" y="78"/>
                    </a:cubicBezTo>
                    <a:cubicBezTo>
                      <a:pt x="76" y="79"/>
                      <a:pt x="77" y="80"/>
                      <a:pt x="77" y="81"/>
                    </a:cubicBezTo>
                    <a:cubicBezTo>
                      <a:pt x="77" y="82"/>
                      <a:pt x="80" y="81"/>
                      <a:pt x="80" y="81"/>
                    </a:cubicBezTo>
                    <a:cubicBezTo>
                      <a:pt x="82" y="80"/>
                      <a:pt x="80" y="81"/>
                      <a:pt x="80" y="8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7" name="Freeform 744">
                <a:extLst>
                  <a:ext uri="{FF2B5EF4-FFF2-40B4-BE49-F238E27FC236}">
                    <a16:creationId xmlns:a16="http://schemas.microsoft.com/office/drawing/2014/main" id="{1CDDE763-FEB3-8B4C-9947-99455FC89D97}"/>
                  </a:ext>
                </a:extLst>
              </p:cNvPr>
              <p:cNvSpPr>
                <a:spLocks/>
              </p:cNvSpPr>
              <p:nvPr/>
            </p:nvSpPr>
            <p:spPr bwMode="auto">
              <a:xfrm>
                <a:off x="12684268" y="7940429"/>
                <a:ext cx="767517" cy="946107"/>
              </a:xfrm>
              <a:custGeom>
                <a:avLst/>
                <a:gdLst>
                  <a:gd name="T0" fmla="*/ 6 w 82"/>
                  <a:gd name="T1" fmla="*/ 39 h 101"/>
                  <a:gd name="T2" fmla="*/ 6 w 82"/>
                  <a:gd name="T3" fmla="*/ 41 h 101"/>
                  <a:gd name="T4" fmla="*/ 4 w 82"/>
                  <a:gd name="T5" fmla="*/ 43 h 101"/>
                  <a:gd name="T6" fmla="*/ 2 w 82"/>
                  <a:gd name="T7" fmla="*/ 49 h 101"/>
                  <a:gd name="T8" fmla="*/ 2 w 82"/>
                  <a:gd name="T9" fmla="*/ 51 h 101"/>
                  <a:gd name="T10" fmla="*/ 1 w 82"/>
                  <a:gd name="T11" fmla="*/ 53 h 101"/>
                  <a:gd name="T12" fmla="*/ 4 w 82"/>
                  <a:gd name="T13" fmla="*/ 58 h 101"/>
                  <a:gd name="T14" fmla="*/ 6 w 82"/>
                  <a:gd name="T15" fmla="*/ 60 h 101"/>
                  <a:gd name="T16" fmla="*/ 6 w 82"/>
                  <a:gd name="T17" fmla="*/ 63 h 101"/>
                  <a:gd name="T18" fmla="*/ 9 w 82"/>
                  <a:gd name="T19" fmla="*/ 68 h 101"/>
                  <a:gd name="T20" fmla="*/ 9 w 82"/>
                  <a:gd name="T21" fmla="*/ 74 h 101"/>
                  <a:gd name="T22" fmla="*/ 15 w 82"/>
                  <a:gd name="T23" fmla="*/ 76 h 101"/>
                  <a:gd name="T24" fmla="*/ 18 w 82"/>
                  <a:gd name="T25" fmla="*/ 81 h 101"/>
                  <a:gd name="T26" fmla="*/ 22 w 82"/>
                  <a:gd name="T27" fmla="*/ 84 h 101"/>
                  <a:gd name="T28" fmla="*/ 26 w 82"/>
                  <a:gd name="T29" fmla="*/ 88 h 101"/>
                  <a:gd name="T30" fmla="*/ 26 w 82"/>
                  <a:gd name="T31" fmla="*/ 91 h 101"/>
                  <a:gd name="T32" fmla="*/ 28 w 82"/>
                  <a:gd name="T33" fmla="*/ 92 h 101"/>
                  <a:gd name="T34" fmla="*/ 32 w 82"/>
                  <a:gd name="T35" fmla="*/ 96 h 101"/>
                  <a:gd name="T36" fmla="*/ 35 w 82"/>
                  <a:gd name="T37" fmla="*/ 95 h 101"/>
                  <a:gd name="T38" fmla="*/ 39 w 82"/>
                  <a:gd name="T39" fmla="*/ 94 h 101"/>
                  <a:gd name="T40" fmla="*/ 44 w 82"/>
                  <a:gd name="T41" fmla="*/ 100 h 101"/>
                  <a:gd name="T42" fmla="*/ 51 w 82"/>
                  <a:gd name="T43" fmla="*/ 100 h 101"/>
                  <a:gd name="T44" fmla="*/ 55 w 82"/>
                  <a:gd name="T45" fmla="*/ 98 h 101"/>
                  <a:gd name="T46" fmla="*/ 59 w 82"/>
                  <a:gd name="T47" fmla="*/ 97 h 101"/>
                  <a:gd name="T48" fmla="*/ 69 w 82"/>
                  <a:gd name="T49" fmla="*/ 94 h 101"/>
                  <a:gd name="T50" fmla="*/ 69 w 82"/>
                  <a:gd name="T51" fmla="*/ 91 h 101"/>
                  <a:gd name="T52" fmla="*/ 66 w 82"/>
                  <a:gd name="T53" fmla="*/ 90 h 101"/>
                  <a:gd name="T54" fmla="*/ 61 w 82"/>
                  <a:gd name="T55" fmla="*/ 83 h 101"/>
                  <a:gd name="T56" fmla="*/ 59 w 82"/>
                  <a:gd name="T57" fmla="*/ 80 h 101"/>
                  <a:gd name="T58" fmla="*/ 56 w 82"/>
                  <a:gd name="T59" fmla="*/ 78 h 101"/>
                  <a:gd name="T60" fmla="*/ 59 w 82"/>
                  <a:gd name="T61" fmla="*/ 75 h 101"/>
                  <a:gd name="T62" fmla="*/ 61 w 82"/>
                  <a:gd name="T63" fmla="*/ 67 h 101"/>
                  <a:gd name="T64" fmla="*/ 62 w 82"/>
                  <a:gd name="T65" fmla="*/ 64 h 101"/>
                  <a:gd name="T66" fmla="*/ 65 w 82"/>
                  <a:gd name="T67" fmla="*/ 62 h 101"/>
                  <a:gd name="T68" fmla="*/ 65 w 82"/>
                  <a:gd name="T69" fmla="*/ 58 h 101"/>
                  <a:gd name="T70" fmla="*/ 67 w 82"/>
                  <a:gd name="T71" fmla="*/ 55 h 101"/>
                  <a:gd name="T72" fmla="*/ 71 w 82"/>
                  <a:gd name="T73" fmla="*/ 52 h 101"/>
                  <a:gd name="T74" fmla="*/ 72 w 82"/>
                  <a:gd name="T75" fmla="*/ 45 h 101"/>
                  <a:gd name="T76" fmla="*/ 72 w 82"/>
                  <a:gd name="T77" fmla="*/ 42 h 101"/>
                  <a:gd name="T78" fmla="*/ 74 w 82"/>
                  <a:gd name="T79" fmla="*/ 37 h 101"/>
                  <a:gd name="T80" fmla="*/ 79 w 82"/>
                  <a:gd name="T81" fmla="*/ 29 h 101"/>
                  <a:gd name="T82" fmla="*/ 82 w 82"/>
                  <a:gd name="T83" fmla="*/ 27 h 101"/>
                  <a:gd name="T84" fmla="*/ 79 w 82"/>
                  <a:gd name="T85" fmla="*/ 23 h 101"/>
                  <a:gd name="T86" fmla="*/ 76 w 82"/>
                  <a:gd name="T87" fmla="*/ 17 h 101"/>
                  <a:gd name="T88" fmla="*/ 76 w 82"/>
                  <a:gd name="T89" fmla="*/ 11 h 101"/>
                  <a:gd name="T90" fmla="*/ 75 w 82"/>
                  <a:gd name="T91" fmla="*/ 9 h 101"/>
                  <a:gd name="T92" fmla="*/ 74 w 82"/>
                  <a:gd name="T93" fmla="*/ 5 h 101"/>
                  <a:gd name="T94" fmla="*/ 68 w 82"/>
                  <a:gd name="T95" fmla="*/ 0 h 101"/>
                  <a:gd name="T96" fmla="*/ 64 w 82"/>
                  <a:gd name="T97" fmla="*/ 2 h 101"/>
                  <a:gd name="T98" fmla="*/ 60 w 82"/>
                  <a:gd name="T99" fmla="*/ 5 h 101"/>
                  <a:gd name="T100" fmla="*/ 56 w 82"/>
                  <a:gd name="T101" fmla="*/ 5 h 101"/>
                  <a:gd name="T102" fmla="*/ 46 w 82"/>
                  <a:gd name="T103" fmla="*/ 5 h 101"/>
                  <a:gd name="T104" fmla="*/ 17 w 82"/>
                  <a:gd name="T105" fmla="*/ 5 h 101"/>
                  <a:gd name="T106" fmla="*/ 16 w 82"/>
                  <a:gd name="T107" fmla="*/ 14 h 101"/>
                  <a:gd name="T108" fmla="*/ 13 w 82"/>
                  <a:gd name="T109" fmla="*/ 16 h 101"/>
                  <a:gd name="T110" fmla="*/ 11 w 82"/>
                  <a:gd name="T111" fmla="*/ 18 h 101"/>
                  <a:gd name="T112" fmla="*/ 11 w 82"/>
                  <a:gd name="T113" fmla="*/ 32 h 101"/>
                  <a:gd name="T114" fmla="*/ 11 w 82"/>
                  <a:gd name="T115" fmla="*/ 37 h 101"/>
                  <a:gd name="T116" fmla="*/ 6 w 82"/>
                  <a:gd name="T117" fmla="*/ 3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2" h="101">
                    <a:moveTo>
                      <a:pt x="6" y="39"/>
                    </a:moveTo>
                    <a:cubicBezTo>
                      <a:pt x="6" y="39"/>
                      <a:pt x="6" y="40"/>
                      <a:pt x="6" y="41"/>
                    </a:cubicBezTo>
                    <a:cubicBezTo>
                      <a:pt x="5" y="42"/>
                      <a:pt x="4" y="42"/>
                      <a:pt x="4" y="43"/>
                    </a:cubicBezTo>
                    <a:cubicBezTo>
                      <a:pt x="4" y="45"/>
                      <a:pt x="2" y="47"/>
                      <a:pt x="2" y="49"/>
                    </a:cubicBezTo>
                    <a:cubicBezTo>
                      <a:pt x="2" y="50"/>
                      <a:pt x="3" y="51"/>
                      <a:pt x="2" y="51"/>
                    </a:cubicBezTo>
                    <a:cubicBezTo>
                      <a:pt x="2" y="52"/>
                      <a:pt x="0" y="53"/>
                      <a:pt x="1" y="53"/>
                    </a:cubicBezTo>
                    <a:cubicBezTo>
                      <a:pt x="4" y="53"/>
                      <a:pt x="3" y="57"/>
                      <a:pt x="4" y="58"/>
                    </a:cubicBezTo>
                    <a:cubicBezTo>
                      <a:pt x="4" y="59"/>
                      <a:pt x="5" y="59"/>
                      <a:pt x="6" y="60"/>
                    </a:cubicBezTo>
                    <a:cubicBezTo>
                      <a:pt x="6" y="61"/>
                      <a:pt x="6" y="62"/>
                      <a:pt x="6" y="63"/>
                    </a:cubicBezTo>
                    <a:cubicBezTo>
                      <a:pt x="7" y="65"/>
                      <a:pt x="9" y="66"/>
                      <a:pt x="9" y="68"/>
                    </a:cubicBezTo>
                    <a:cubicBezTo>
                      <a:pt x="9" y="69"/>
                      <a:pt x="8" y="74"/>
                      <a:pt x="9" y="74"/>
                    </a:cubicBezTo>
                    <a:cubicBezTo>
                      <a:pt x="12" y="74"/>
                      <a:pt x="13" y="75"/>
                      <a:pt x="15" y="76"/>
                    </a:cubicBezTo>
                    <a:cubicBezTo>
                      <a:pt x="17" y="77"/>
                      <a:pt x="16" y="80"/>
                      <a:pt x="18" y="81"/>
                    </a:cubicBezTo>
                    <a:cubicBezTo>
                      <a:pt x="19" y="82"/>
                      <a:pt x="22" y="82"/>
                      <a:pt x="22" y="84"/>
                    </a:cubicBezTo>
                    <a:cubicBezTo>
                      <a:pt x="22" y="86"/>
                      <a:pt x="25" y="87"/>
                      <a:pt x="26" y="88"/>
                    </a:cubicBezTo>
                    <a:cubicBezTo>
                      <a:pt x="26" y="89"/>
                      <a:pt x="26" y="90"/>
                      <a:pt x="26" y="91"/>
                    </a:cubicBezTo>
                    <a:cubicBezTo>
                      <a:pt x="27" y="91"/>
                      <a:pt x="28" y="92"/>
                      <a:pt x="28" y="92"/>
                    </a:cubicBezTo>
                    <a:cubicBezTo>
                      <a:pt x="29" y="93"/>
                      <a:pt x="30" y="95"/>
                      <a:pt x="32" y="96"/>
                    </a:cubicBezTo>
                    <a:cubicBezTo>
                      <a:pt x="33" y="97"/>
                      <a:pt x="33" y="93"/>
                      <a:pt x="35" y="95"/>
                    </a:cubicBezTo>
                    <a:cubicBezTo>
                      <a:pt x="37" y="96"/>
                      <a:pt x="37" y="94"/>
                      <a:pt x="39" y="94"/>
                    </a:cubicBezTo>
                    <a:cubicBezTo>
                      <a:pt x="41" y="95"/>
                      <a:pt x="42" y="98"/>
                      <a:pt x="44" y="100"/>
                    </a:cubicBezTo>
                    <a:cubicBezTo>
                      <a:pt x="46" y="95"/>
                      <a:pt x="49" y="101"/>
                      <a:pt x="51" y="100"/>
                    </a:cubicBezTo>
                    <a:cubicBezTo>
                      <a:pt x="52" y="99"/>
                      <a:pt x="53" y="98"/>
                      <a:pt x="55" y="98"/>
                    </a:cubicBezTo>
                    <a:cubicBezTo>
                      <a:pt x="56" y="98"/>
                      <a:pt x="58" y="98"/>
                      <a:pt x="59" y="97"/>
                    </a:cubicBezTo>
                    <a:cubicBezTo>
                      <a:pt x="61" y="93"/>
                      <a:pt x="65" y="91"/>
                      <a:pt x="69" y="94"/>
                    </a:cubicBezTo>
                    <a:cubicBezTo>
                      <a:pt x="69" y="93"/>
                      <a:pt x="69" y="92"/>
                      <a:pt x="69" y="91"/>
                    </a:cubicBezTo>
                    <a:cubicBezTo>
                      <a:pt x="69" y="90"/>
                      <a:pt x="66" y="90"/>
                      <a:pt x="66" y="90"/>
                    </a:cubicBezTo>
                    <a:cubicBezTo>
                      <a:pt x="64" y="88"/>
                      <a:pt x="63" y="85"/>
                      <a:pt x="61" y="83"/>
                    </a:cubicBezTo>
                    <a:cubicBezTo>
                      <a:pt x="60" y="82"/>
                      <a:pt x="60" y="81"/>
                      <a:pt x="59" y="80"/>
                    </a:cubicBezTo>
                    <a:cubicBezTo>
                      <a:pt x="58" y="79"/>
                      <a:pt x="57" y="79"/>
                      <a:pt x="56" y="78"/>
                    </a:cubicBezTo>
                    <a:cubicBezTo>
                      <a:pt x="53" y="75"/>
                      <a:pt x="59" y="75"/>
                      <a:pt x="59" y="75"/>
                    </a:cubicBezTo>
                    <a:cubicBezTo>
                      <a:pt x="61" y="74"/>
                      <a:pt x="60" y="69"/>
                      <a:pt x="61" y="67"/>
                    </a:cubicBezTo>
                    <a:cubicBezTo>
                      <a:pt x="61" y="66"/>
                      <a:pt x="61" y="64"/>
                      <a:pt x="62" y="64"/>
                    </a:cubicBezTo>
                    <a:cubicBezTo>
                      <a:pt x="63" y="63"/>
                      <a:pt x="65" y="63"/>
                      <a:pt x="65" y="62"/>
                    </a:cubicBezTo>
                    <a:cubicBezTo>
                      <a:pt x="65" y="61"/>
                      <a:pt x="65" y="60"/>
                      <a:pt x="65" y="58"/>
                    </a:cubicBezTo>
                    <a:cubicBezTo>
                      <a:pt x="65" y="57"/>
                      <a:pt x="66" y="56"/>
                      <a:pt x="67" y="55"/>
                    </a:cubicBezTo>
                    <a:cubicBezTo>
                      <a:pt x="68" y="53"/>
                      <a:pt x="70" y="54"/>
                      <a:pt x="71" y="52"/>
                    </a:cubicBezTo>
                    <a:cubicBezTo>
                      <a:pt x="71" y="50"/>
                      <a:pt x="72" y="48"/>
                      <a:pt x="72" y="45"/>
                    </a:cubicBezTo>
                    <a:cubicBezTo>
                      <a:pt x="72" y="44"/>
                      <a:pt x="72" y="43"/>
                      <a:pt x="72" y="42"/>
                    </a:cubicBezTo>
                    <a:cubicBezTo>
                      <a:pt x="72" y="40"/>
                      <a:pt x="74" y="38"/>
                      <a:pt x="74" y="37"/>
                    </a:cubicBezTo>
                    <a:cubicBezTo>
                      <a:pt x="74" y="33"/>
                      <a:pt x="75" y="30"/>
                      <a:pt x="79" y="29"/>
                    </a:cubicBezTo>
                    <a:cubicBezTo>
                      <a:pt x="80" y="29"/>
                      <a:pt x="81" y="29"/>
                      <a:pt x="82" y="27"/>
                    </a:cubicBezTo>
                    <a:cubicBezTo>
                      <a:pt x="82" y="26"/>
                      <a:pt x="80" y="24"/>
                      <a:pt x="79" y="23"/>
                    </a:cubicBezTo>
                    <a:cubicBezTo>
                      <a:pt x="77" y="21"/>
                      <a:pt x="76" y="19"/>
                      <a:pt x="76" y="17"/>
                    </a:cubicBezTo>
                    <a:cubicBezTo>
                      <a:pt x="76" y="16"/>
                      <a:pt x="75" y="11"/>
                      <a:pt x="76" y="11"/>
                    </a:cubicBezTo>
                    <a:cubicBezTo>
                      <a:pt x="77" y="10"/>
                      <a:pt x="76" y="10"/>
                      <a:pt x="75" y="9"/>
                    </a:cubicBezTo>
                    <a:cubicBezTo>
                      <a:pt x="74" y="8"/>
                      <a:pt x="74" y="7"/>
                      <a:pt x="74" y="5"/>
                    </a:cubicBezTo>
                    <a:cubicBezTo>
                      <a:pt x="72" y="3"/>
                      <a:pt x="69" y="2"/>
                      <a:pt x="68" y="0"/>
                    </a:cubicBezTo>
                    <a:cubicBezTo>
                      <a:pt x="67" y="0"/>
                      <a:pt x="65" y="1"/>
                      <a:pt x="64" y="2"/>
                    </a:cubicBezTo>
                    <a:cubicBezTo>
                      <a:pt x="63" y="5"/>
                      <a:pt x="61" y="3"/>
                      <a:pt x="60" y="5"/>
                    </a:cubicBezTo>
                    <a:cubicBezTo>
                      <a:pt x="59" y="9"/>
                      <a:pt x="58" y="5"/>
                      <a:pt x="56" y="5"/>
                    </a:cubicBezTo>
                    <a:cubicBezTo>
                      <a:pt x="52" y="5"/>
                      <a:pt x="49" y="5"/>
                      <a:pt x="46" y="5"/>
                    </a:cubicBezTo>
                    <a:cubicBezTo>
                      <a:pt x="37" y="5"/>
                      <a:pt x="27" y="5"/>
                      <a:pt x="17" y="5"/>
                    </a:cubicBezTo>
                    <a:cubicBezTo>
                      <a:pt x="15" y="5"/>
                      <a:pt x="16" y="12"/>
                      <a:pt x="16" y="14"/>
                    </a:cubicBezTo>
                    <a:cubicBezTo>
                      <a:pt x="16" y="16"/>
                      <a:pt x="15" y="16"/>
                      <a:pt x="13" y="16"/>
                    </a:cubicBezTo>
                    <a:cubicBezTo>
                      <a:pt x="10" y="16"/>
                      <a:pt x="11" y="16"/>
                      <a:pt x="11" y="18"/>
                    </a:cubicBezTo>
                    <a:cubicBezTo>
                      <a:pt x="11" y="23"/>
                      <a:pt x="11" y="27"/>
                      <a:pt x="11" y="32"/>
                    </a:cubicBezTo>
                    <a:cubicBezTo>
                      <a:pt x="11" y="34"/>
                      <a:pt x="11" y="36"/>
                      <a:pt x="11" y="37"/>
                    </a:cubicBezTo>
                    <a:cubicBezTo>
                      <a:pt x="11" y="39"/>
                      <a:pt x="7" y="38"/>
                      <a:pt x="6" y="3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8" name="Freeform 745">
                <a:extLst>
                  <a:ext uri="{FF2B5EF4-FFF2-40B4-BE49-F238E27FC236}">
                    <a16:creationId xmlns:a16="http://schemas.microsoft.com/office/drawing/2014/main" id="{6A6287A0-E383-2240-B550-AD9EB39BAD0C}"/>
                  </a:ext>
                </a:extLst>
              </p:cNvPr>
              <p:cNvSpPr>
                <a:spLocks/>
              </p:cNvSpPr>
              <p:nvPr/>
            </p:nvSpPr>
            <p:spPr bwMode="auto">
              <a:xfrm>
                <a:off x="13356248" y="8182530"/>
                <a:ext cx="299364" cy="270773"/>
              </a:xfrm>
              <a:custGeom>
                <a:avLst/>
                <a:gdLst>
                  <a:gd name="T0" fmla="*/ 3 w 32"/>
                  <a:gd name="T1" fmla="*/ 19 h 29"/>
                  <a:gd name="T2" fmla="*/ 7 w 32"/>
                  <a:gd name="T3" fmla="*/ 20 h 29"/>
                  <a:gd name="T4" fmla="*/ 7 w 32"/>
                  <a:gd name="T5" fmla="*/ 17 h 29"/>
                  <a:gd name="T6" fmla="*/ 10 w 32"/>
                  <a:gd name="T7" fmla="*/ 19 h 29"/>
                  <a:gd name="T8" fmla="*/ 12 w 32"/>
                  <a:gd name="T9" fmla="*/ 18 h 29"/>
                  <a:gd name="T10" fmla="*/ 14 w 32"/>
                  <a:gd name="T11" fmla="*/ 18 h 29"/>
                  <a:gd name="T12" fmla="*/ 29 w 32"/>
                  <a:gd name="T13" fmla="*/ 29 h 29"/>
                  <a:gd name="T14" fmla="*/ 32 w 32"/>
                  <a:gd name="T15" fmla="*/ 27 h 29"/>
                  <a:gd name="T16" fmla="*/ 24 w 32"/>
                  <a:gd name="T17" fmla="*/ 19 h 29"/>
                  <a:gd name="T18" fmla="*/ 19 w 32"/>
                  <a:gd name="T19" fmla="*/ 16 h 29"/>
                  <a:gd name="T20" fmla="*/ 17 w 32"/>
                  <a:gd name="T21" fmla="*/ 14 h 29"/>
                  <a:gd name="T22" fmla="*/ 17 w 32"/>
                  <a:gd name="T23" fmla="*/ 16 h 29"/>
                  <a:gd name="T24" fmla="*/ 16 w 32"/>
                  <a:gd name="T25" fmla="*/ 14 h 29"/>
                  <a:gd name="T26" fmla="*/ 14 w 32"/>
                  <a:gd name="T27" fmla="*/ 9 h 29"/>
                  <a:gd name="T28" fmla="*/ 10 w 32"/>
                  <a:gd name="T29" fmla="*/ 0 h 29"/>
                  <a:gd name="T30" fmla="*/ 2 w 32"/>
                  <a:gd name="T31" fmla="*/ 7 h 29"/>
                  <a:gd name="T32" fmla="*/ 1 w 32"/>
                  <a:gd name="T33" fmla="*/ 13 h 29"/>
                  <a:gd name="T34" fmla="*/ 0 w 32"/>
                  <a:gd name="T35" fmla="*/ 20 h 29"/>
                  <a:gd name="T36" fmla="*/ 3 w 32"/>
                  <a:gd name="T37" fmla="*/ 1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 h="29">
                    <a:moveTo>
                      <a:pt x="3" y="19"/>
                    </a:moveTo>
                    <a:cubicBezTo>
                      <a:pt x="4" y="19"/>
                      <a:pt x="6" y="21"/>
                      <a:pt x="7" y="20"/>
                    </a:cubicBezTo>
                    <a:cubicBezTo>
                      <a:pt x="7" y="19"/>
                      <a:pt x="6" y="17"/>
                      <a:pt x="7" y="17"/>
                    </a:cubicBezTo>
                    <a:cubicBezTo>
                      <a:pt x="9" y="17"/>
                      <a:pt x="9" y="19"/>
                      <a:pt x="10" y="19"/>
                    </a:cubicBezTo>
                    <a:cubicBezTo>
                      <a:pt x="11" y="19"/>
                      <a:pt x="12" y="18"/>
                      <a:pt x="12" y="18"/>
                    </a:cubicBezTo>
                    <a:cubicBezTo>
                      <a:pt x="13" y="17"/>
                      <a:pt x="14" y="18"/>
                      <a:pt x="14" y="18"/>
                    </a:cubicBezTo>
                    <a:cubicBezTo>
                      <a:pt x="22" y="18"/>
                      <a:pt x="25" y="24"/>
                      <a:pt x="29" y="29"/>
                    </a:cubicBezTo>
                    <a:cubicBezTo>
                      <a:pt x="30" y="29"/>
                      <a:pt x="31" y="28"/>
                      <a:pt x="32" y="27"/>
                    </a:cubicBezTo>
                    <a:cubicBezTo>
                      <a:pt x="29" y="25"/>
                      <a:pt x="26" y="22"/>
                      <a:pt x="24" y="19"/>
                    </a:cubicBezTo>
                    <a:cubicBezTo>
                      <a:pt x="23" y="17"/>
                      <a:pt x="21" y="17"/>
                      <a:pt x="19" y="16"/>
                    </a:cubicBezTo>
                    <a:cubicBezTo>
                      <a:pt x="18" y="16"/>
                      <a:pt x="18" y="14"/>
                      <a:pt x="17" y="14"/>
                    </a:cubicBezTo>
                    <a:cubicBezTo>
                      <a:pt x="16" y="14"/>
                      <a:pt x="17" y="15"/>
                      <a:pt x="17" y="16"/>
                    </a:cubicBezTo>
                    <a:cubicBezTo>
                      <a:pt x="17" y="16"/>
                      <a:pt x="16" y="14"/>
                      <a:pt x="16" y="14"/>
                    </a:cubicBezTo>
                    <a:cubicBezTo>
                      <a:pt x="15" y="12"/>
                      <a:pt x="14" y="11"/>
                      <a:pt x="14" y="9"/>
                    </a:cubicBezTo>
                    <a:cubicBezTo>
                      <a:pt x="13" y="6"/>
                      <a:pt x="13" y="3"/>
                      <a:pt x="10" y="0"/>
                    </a:cubicBezTo>
                    <a:cubicBezTo>
                      <a:pt x="9" y="4"/>
                      <a:pt x="4" y="4"/>
                      <a:pt x="2" y="7"/>
                    </a:cubicBezTo>
                    <a:cubicBezTo>
                      <a:pt x="1" y="9"/>
                      <a:pt x="2" y="11"/>
                      <a:pt x="1" y="13"/>
                    </a:cubicBezTo>
                    <a:cubicBezTo>
                      <a:pt x="0" y="15"/>
                      <a:pt x="0" y="17"/>
                      <a:pt x="0" y="20"/>
                    </a:cubicBezTo>
                    <a:cubicBezTo>
                      <a:pt x="1" y="19"/>
                      <a:pt x="2" y="19"/>
                      <a:pt x="3" y="1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69" name="Freeform 746">
                <a:extLst>
                  <a:ext uri="{FF2B5EF4-FFF2-40B4-BE49-F238E27FC236}">
                    <a16:creationId xmlns:a16="http://schemas.microsoft.com/office/drawing/2014/main" id="{20A4EE98-E57C-4A4B-8230-E298551ED9D6}"/>
                  </a:ext>
                </a:extLst>
              </p:cNvPr>
              <p:cNvSpPr>
                <a:spLocks/>
              </p:cNvSpPr>
              <p:nvPr/>
            </p:nvSpPr>
            <p:spPr bwMode="auto">
              <a:xfrm>
                <a:off x="13200194" y="8313140"/>
                <a:ext cx="691083" cy="573398"/>
              </a:xfrm>
              <a:custGeom>
                <a:avLst/>
                <a:gdLst>
                  <a:gd name="T0" fmla="*/ 70 w 74"/>
                  <a:gd name="T1" fmla="*/ 38 h 61"/>
                  <a:gd name="T2" fmla="*/ 57 w 74"/>
                  <a:gd name="T3" fmla="*/ 33 h 61"/>
                  <a:gd name="T4" fmla="*/ 51 w 74"/>
                  <a:gd name="T5" fmla="*/ 29 h 61"/>
                  <a:gd name="T6" fmla="*/ 48 w 74"/>
                  <a:gd name="T7" fmla="*/ 24 h 61"/>
                  <a:gd name="T8" fmla="*/ 51 w 74"/>
                  <a:gd name="T9" fmla="*/ 20 h 61"/>
                  <a:gd name="T10" fmla="*/ 45 w 74"/>
                  <a:gd name="T11" fmla="*/ 23 h 61"/>
                  <a:gd name="T12" fmla="*/ 44 w 74"/>
                  <a:gd name="T13" fmla="*/ 18 h 61"/>
                  <a:gd name="T14" fmla="*/ 44 w 74"/>
                  <a:gd name="T15" fmla="*/ 12 h 61"/>
                  <a:gd name="T16" fmla="*/ 37 w 74"/>
                  <a:gd name="T17" fmla="*/ 5 h 61"/>
                  <a:gd name="T18" fmla="*/ 28 w 74"/>
                  <a:gd name="T19" fmla="*/ 4 h 61"/>
                  <a:gd name="T20" fmla="*/ 24 w 74"/>
                  <a:gd name="T21" fmla="*/ 5 h 61"/>
                  <a:gd name="T22" fmla="*/ 21 w 74"/>
                  <a:gd name="T23" fmla="*/ 5 h 61"/>
                  <a:gd name="T24" fmla="*/ 18 w 74"/>
                  <a:gd name="T25" fmla="*/ 5 h 61"/>
                  <a:gd name="T26" fmla="*/ 17 w 74"/>
                  <a:gd name="T27" fmla="*/ 8 h 61"/>
                  <a:gd name="T28" fmla="*/ 15 w 74"/>
                  <a:gd name="T29" fmla="*/ 13 h 61"/>
                  <a:gd name="T30" fmla="*/ 12 w 74"/>
                  <a:gd name="T31" fmla="*/ 14 h 61"/>
                  <a:gd name="T32" fmla="*/ 10 w 74"/>
                  <a:gd name="T33" fmla="*/ 18 h 61"/>
                  <a:gd name="T34" fmla="*/ 10 w 74"/>
                  <a:gd name="T35" fmla="*/ 23 h 61"/>
                  <a:gd name="T36" fmla="*/ 5 w 74"/>
                  <a:gd name="T37" fmla="*/ 34 h 61"/>
                  <a:gd name="T38" fmla="*/ 1 w 74"/>
                  <a:gd name="T39" fmla="*/ 35 h 61"/>
                  <a:gd name="T40" fmla="*/ 2 w 74"/>
                  <a:gd name="T41" fmla="*/ 38 h 61"/>
                  <a:gd name="T42" fmla="*/ 9 w 74"/>
                  <a:gd name="T43" fmla="*/ 47 h 61"/>
                  <a:gd name="T44" fmla="*/ 13 w 74"/>
                  <a:gd name="T45" fmla="*/ 50 h 61"/>
                  <a:gd name="T46" fmla="*/ 14 w 74"/>
                  <a:gd name="T47" fmla="*/ 54 h 61"/>
                  <a:gd name="T48" fmla="*/ 20 w 74"/>
                  <a:gd name="T49" fmla="*/ 55 h 61"/>
                  <a:gd name="T50" fmla="*/ 25 w 74"/>
                  <a:gd name="T51" fmla="*/ 59 h 61"/>
                  <a:gd name="T52" fmla="*/ 33 w 74"/>
                  <a:gd name="T53" fmla="*/ 60 h 61"/>
                  <a:gd name="T54" fmla="*/ 39 w 74"/>
                  <a:gd name="T55" fmla="*/ 57 h 61"/>
                  <a:gd name="T56" fmla="*/ 47 w 74"/>
                  <a:gd name="T57" fmla="*/ 56 h 61"/>
                  <a:gd name="T58" fmla="*/ 54 w 74"/>
                  <a:gd name="T59" fmla="*/ 53 h 61"/>
                  <a:gd name="T60" fmla="*/ 59 w 74"/>
                  <a:gd name="T61" fmla="*/ 53 h 61"/>
                  <a:gd name="T62" fmla="*/ 74 w 74"/>
                  <a:gd name="T63" fmla="*/ 38 h 61"/>
                  <a:gd name="T64" fmla="*/ 70 w 74"/>
                  <a:gd name="T65" fmla="*/ 3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61">
                    <a:moveTo>
                      <a:pt x="70" y="38"/>
                    </a:moveTo>
                    <a:cubicBezTo>
                      <a:pt x="65" y="36"/>
                      <a:pt x="61" y="35"/>
                      <a:pt x="57" y="33"/>
                    </a:cubicBezTo>
                    <a:cubicBezTo>
                      <a:pt x="54" y="32"/>
                      <a:pt x="53" y="31"/>
                      <a:pt x="51" y="29"/>
                    </a:cubicBezTo>
                    <a:cubicBezTo>
                      <a:pt x="50" y="28"/>
                      <a:pt x="49" y="26"/>
                      <a:pt x="48" y="24"/>
                    </a:cubicBezTo>
                    <a:cubicBezTo>
                      <a:pt x="48" y="23"/>
                      <a:pt x="51" y="21"/>
                      <a:pt x="51" y="20"/>
                    </a:cubicBezTo>
                    <a:cubicBezTo>
                      <a:pt x="49" y="21"/>
                      <a:pt x="47" y="22"/>
                      <a:pt x="45" y="23"/>
                    </a:cubicBezTo>
                    <a:cubicBezTo>
                      <a:pt x="43" y="23"/>
                      <a:pt x="43" y="19"/>
                      <a:pt x="44" y="18"/>
                    </a:cubicBezTo>
                    <a:cubicBezTo>
                      <a:pt x="47" y="15"/>
                      <a:pt x="46" y="15"/>
                      <a:pt x="44" y="12"/>
                    </a:cubicBezTo>
                    <a:cubicBezTo>
                      <a:pt x="42" y="10"/>
                      <a:pt x="40" y="6"/>
                      <a:pt x="37" y="5"/>
                    </a:cubicBezTo>
                    <a:cubicBezTo>
                      <a:pt x="35" y="5"/>
                      <a:pt x="30" y="3"/>
                      <a:pt x="28" y="4"/>
                    </a:cubicBezTo>
                    <a:cubicBezTo>
                      <a:pt x="26" y="7"/>
                      <a:pt x="24" y="0"/>
                      <a:pt x="24" y="5"/>
                    </a:cubicBezTo>
                    <a:cubicBezTo>
                      <a:pt x="24" y="7"/>
                      <a:pt x="22" y="6"/>
                      <a:pt x="21" y="5"/>
                    </a:cubicBezTo>
                    <a:cubicBezTo>
                      <a:pt x="20" y="5"/>
                      <a:pt x="19" y="5"/>
                      <a:pt x="18" y="5"/>
                    </a:cubicBezTo>
                    <a:cubicBezTo>
                      <a:pt x="16" y="6"/>
                      <a:pt x="17" y="6"/>
                      <a:pt x="17" y="8"/>
                    </a:cubicBezTo>
                    <a:cubicBezTo>
                      <a:pt x="17" y="9"/>
                      <a:pt x="16" y="12"/>
                      <a:pt x="15" y="13"/>
                    </a:cubicBezTo>
                    <a:cubicBezTo>
                      <a:pt x="15" y="14"/>
                      <a:pt x="12" y="13"/>
                      <a:pt x="12" y="14"/>
                    </a:cubicBezTo>
                    <a:cubicBezTo>
                      <a:pt x="12" y="16"/>
                      <a:pt x="10" y="17"/>
                      <a:pt x="10" y="18"/>
                    </a:cubicBezTo>
                    <a:cubicBezTo>
                      <a:pt x="10" y="19"/>
                      <a:pt x="11" y="22"/>
                      <a:pt x="10" y="23"/>
                    </a:cubicBezTo>
                    <a:cubicBezTo>
                      <a:pt x="4" y="24"/>
                      <a:pt x="6" y="30"/>
                      <a:pt x="5" y="34"/>
                    </a:cubicBezTo>
                    <a:cubicBezTo>
                      <a:pt x="4" y="35"/>
                      <a:pt x="3" y="35"/>
                      <a:pt x="1" y="35"/>
                    </a:cubicBezTo>
                    <a:cubicBezTo>
                      <a:pt x="0" y="36"/>
                      <a:pt x="0" y="38"/>
                      <a:pt x="2" y="38"/>
                    </a:cubicBezTo>
                    <a:cubicBezTo>
                      <a:pt x="5" y="39"/>
                      <a:pt x="8" y="45"/>
                      <a:pt x="9" y="47"/>
                    </a:cubicBezTo>
                    <a:cubicBezTo>
                      <a:pt x="10" y="49"/>
                      <a:pt x="11" y="49"/>
                      <a:pt x="13" y="50"/>
                    </a:cubicBezTo>
                    <a:cubicBezTo>
                      <a:pt x="14" y="51"/>
                      <a:pt x="13" y="53"/>
                      <a:pt x="14" y="54"/>
                    </a:cubicBezTo>
                    <a:cubicBezTo>
                      <a:pt x="16" y="56"/>
                      <a:pt x="18" y="54"/>
                      <a:pt x="20" y="55"/>
                    </a:cubicBezTo>
                    <a:cubicBezTo>
                      <a:pt x="21" y="56"/>
                      <a:pt x="23" y="58"/>
                      <a:pt x="25" y="59"/>
                    </a:cubicBezTo>
                    <a:cubicBezTo>
                      <a:pt x="27" y="59"/>
                      <a:pt x="31" y="61"/>
                      <a:pt x="33" y="60"/>
                    </a:cubicBezTo>
                    <a:cubicBezTo>
                      <a:pt x="35" y="58"/>
                      <a:pt x="36" y="56"/>
                      <a:pt x="39" y="57"/>
                    </a:cubicBezTo>
                    <a:cubicBezTo>
                      <a:pt x="42" y="58"/>
                      <a:pt x="45" y="57"/>
                      <a:pt x="47" y="56"/>
                    </a:cubicBezTo>
                    <a:cubicBezTo>
                      <a:pt x="49" y="54"/>
                      <a:pt x="51" y="53"/>
                      <a:pt x="54" y="53"/>
                    </a:cubicBezTo>
                    <a:cubicBezTo>
                      <a:pt x="55" y="53"/>
                      <a:pt x="59" y="53"/>
                      <a:pt x="59" y="53"/>
                    </a:cubicBezTo>
                    <a:cubicBezTo>
                      <a:pt x="64" y="48"/>
                      <a:pt x="69" y="43"/>
                      <a:pt x="74" y="38"/>
                    </a:cubicBezTo>
                    <a:cubicBezTo>
                      <a:pt x="73" y="38"/>
                      <a:pt x="71" y="38"/>
                      <a:pt x="70" y="3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0" name="Freeform 747">
                <a:extLst>
                  <a:ext uri="{FF2B5EF4-FFF2-40B4-BE49-F238E27FC236}">
                    <a16:creationId xmlns:a16="http://schemas.microsoft.com/office/drawing/2014/main" id="{87BB8123-8783-6F46-AB72-043E210EFD7A}"/>
                  </a:ext>
                </a:extLst>
              </p:cNvPr>
              <p:cNvSpPr>
                <a:spLocks/>
              </p:cNvSpPr>
              <p:nvPr/>
            </p:nvSpPr>
            <p:spPr bwMode="auto">
              <a:xfrm>
                <a:off x="13235227" y="8481973"/>
                <a:ext cx="812103" cy="777272"/>
              </a:xfrm>
              <a:custGeom>
                <a:avLst/>
                <a:gdLst>
                  <a:gd name="T0" fmla="*/ 86 w 87"/>
                  <a:gd name="T1" fmla="*/ 1 h 83"/>
                  <a:gd name="T2" fmla="*/ 83 w 87"/>
                  <a:gd name="T3" fmla="*/ 0 h 83"/>
                  <a:gd name="T4" fmla="*/ 79 w 87"/>
                  <a:gd name="T5" fmla="*/ 3 h 83"/>
                  <a:gd name="T6" fmla="*/ 71 w 87"/>
                  <a:gd name="T7" fmla="*/ 3 h 83"/>
                  <a:gd name="T8" fmla="*/ 69 w 87"/>
                  <a:gd name="T9" fmla="*/ 4 h 83"/>
                  <a:gd name="T10" fmla="*/ 68 w 87"/>
                  <a:gd name="T11" fmla="*/ 3 h 83"/>
                  <a:gd name="T12" fmla="*/ 63 w 87"/>
                  <a:gd name="T13" fmla="*/ 6 h 83"/>
                  <a:gd name="T14" fmla="*/ 58 w 87"/>
                  <a:gd name="T15" fmla="*/ 5 h 83"/>
                  <a:gd name="T16" fmla="*/ 53 w 87"/>
                  <a:gd name="T17" fmla="*/ 7 h 83"/>
                  <a:gd name="T18" fmla="*/ 47 w 87"/>
                  <a:gd name="T19" fmla="*/ 2 h 83"/>
                  <a:gd name="T20" fmla="*/ 44 w 87"/>
                  <a:gd name="T21" fmla="*/ 6 h 83"/>
                  <a:gd name="T22" fmla="*/ 48 w 87"/>
                  <a:gd name="T23" fmla="*/ 12 h 83"/>
                  <a:gd name="T24" fmla="*/ 56 w 87"/>
                  <a:gd name="T25" fmla="*/ 16 h 83"/>
                  <a:gd name="T26" fmla="*/ 70 w 87"/>
                  <a:gd name="T27" fmla="*/ 20 h 83"/>
                  <a:gd name="T28" fmla="*/ 63 w 87"/>
                  <a:gd name="T29" fmla="*/ 27 h 83"/>
                  <a:gd name="T30" fmla="*/ 58 w 87"/>
                  <a:gd name="T31" fmla="*/ 33 h 83"/>
                  <a:gd name="T32" fmla="*/ 55 w 87"/>
                  <a:gd name="T33" fmla="*/ 35 h 83"/>
                  <a:gd name="T34" fmla="*/ 48 w 87"/>
                  <a:gd name="T35" fmla="*/ 35 h 83"/>
                  <a:gd name="T36" fmla="*/ 42 w 87"/>
                  <a:gd name="T37" fmla="*/ 38 h 83"/>
                  <a:gd name="T38" fmla="*/ 36 w 87"/>
                  <a:gd name="T39" fmla="*/ 39 h 83"/>
                  <a:gd name="T40" fmla="*/ 32 w 87"/>
                  <a:gd name="T41" fmla="*/ 39 h 83"/>
                  <a:gd name="T42" fmla="*/ 26 w 87"/>
                  <a:gd name="T43" fmla="*/ 42 h 83"/>
                  <a:gd name="T44" fmla="*/ 21 w 87"/>
                  <a:gd name="T45" fmla="*/ 41 h 83"/>
                  <a:gd name="T46" fmla="*/ 16 w 87"/>
                  <a:gd name="T47" fmla="*/ 37 h 83"/>
                  <a:gd name="T48" fmla="*/ 11 w 87"/>
                  <a:gd name="T49" fmla="*/ 37 h 83"/>
                  <a:gd name="T50" fmla="*/ 7 w 87"/>
                  <a:gd name="T51" fmla="*/ 34 h 83"/>
                  <a:gd name="T52" fmla="*/ 0 w 87"/>
                  <a:gd name="T53" fmla="*/ 39 h 83"/>
                  <a:gd name="T54" fmla="*/ 3 w 87"/>
                  <a:gd name="T55" fmla="*/ 41 h 83"/>
                  <a:gd name="T56" fmla="*/ 4 w 87"/>
                  <a:gd name="T57" fmla="*/ 45 h 83"/>
                  <a:gd name="T58" fmla="*/ 3 w 87"/>
                  <a:gd name="T59" fmla="*/ 54 h 83"/>
                  <a:gd name="T60" fmla="*/ 0 w 87"/>
                  <a:gd name="T61" fmla="*/ 58 h 83"/>
                  <a:gd name="T62" fmla="*/ 3 w 87"/>
                  <a:gd name="T63" fmla="*/ 60 h 83"/>
                  <a:gd name="T64" fmla="*/ 1 w 87"/>
                  <a:gd name="T65" fmla="*/ 65 h 83"/>
                  <a:gd name="T66" fmla="*/ 4 w 87"/>
                  <a:gd name="T67" fmla="*/ 66 h 83"/>
                  <a:gd name="T68" fmla="*/ 15 w 87"/>
                  <a:gd name="T69" fmla="*/ 73 h 83"/>
                  <a:gd name="T70" fmla="*/ 19 w 87"/>
                  <a:gd name="T71" fmla="*/ 77 h 83"/>
                  <a:gd name="T72" fmla="*/ 26 w 87"/>
                  <a:gd name="T73" fmla="*/ 83 h 83"/>
                  <a:gd name="T74" fmla="*/ 30 w 87"/>
                  <a:gd name="T75" fmla="*/ 76 h 83"/>
                  <a:gd name="T76" fmla="*/ 33 w 87"/>
                  <a:gd name="T77" fmla="*/ 72 h 83"/>
                  <a:gd name="T78" fmla="*/ 35 w 87"/>
                  <a:gd name="T79" fmla="*/ 69 h 83"/>
                  <a:gd name="T80" fmla="*/ 40 w 87"/>
                  <a:gd name="T81" fmla="*/ 65 h 83"/>
                  <a:gd name="T82" fmla="*/ 59 w 87"/>
                  <a:gd name="T83" fmla="*/ 48 h 83"/>
                  <a:gd name="T84" fmla="*/ 77 w 87"/>
                  <a:gd name="T85" fmla="*/ 24 h 83"/>
                  <a:gd name="T86" fmla="*/ 84 w 87"/>
                  <a:gd name="T87" fmla="*/ 14 h 83"/>
                  <a:gd name="T88" fmla="*/ 86 w 87"/>
                  <a:gd name="T89" fmla="*/ 7 h 83"/>
                  <a:gd name="T90" fmla="*/ 86 w 87"/>
                  <a:gd name="T91" fmla="*/ 1 h 83"/>
                  <a:gd name="T92" fmla="*/ 86 w 87"/>
                  <a:gd name="T93"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7" h="83">
                    <a:moveTo>
                      <a:pt x="86" y="1"/>
                    </a:moveTo>
                    <a:cubicBezTo>
                      <a:pt x="87" y="0"/>
                      <a:pt x="84" y="0"/>
                      <a:pt x="83" y="0"/>
                    </a:cubicBezTo>
                    <a:cubicBezTo>
                      <a:pt x="82" y="1"/>
                      <a:pt x="81" y="2"/>
                      <a:pt x="79" y="3"/>
                    </a:cubicBezTo>
                    <a:cubicBezTo>
                      <a:pt x="77" y="3"/>
                      <a:pt x="74" y="3"/>
                      <a:pt x="71" y="3"/>
                    </a:cubicBezTo>
                    <a:cubicBezTo>
                      <a:pt x="71" y="4"/>
                      <a:pt x="70" y="4"/>
                      <a:pt x="69" y="4"/>
                    </a:cubicBezTo>
                    <a:cubicBezTo>
                      <a:pt x="68" y="4"/>
                      <a:pt x="68" y="3"/>
                      <a:pt x="68" y="3"/>
                    </a:cubicBezTo>
                    <a:cubicBezTo>
                      <a:pt x="66" y="4"/>
                      <a:pt x="65" y="6"/>
                      <a:pt x="63" y="6"/>
                    </a:cubicBezTo>
                    <a:cubicBezTo>
                      <a:pt x="61" y="6"/>
                      <a:pt x="61" y="5"/>
                      <a:pt x="58" y="5"/>
                    </a:cubicBezTo>
                    <a:cubicBezTo>
                      <a:pt x="57" y="6"/>
                      <a:pt x="55" y="8"/>
                      <a:pt x="53" y="7"/>
                    </a:cubicBezTo>
                    <a:cubicBezTo>
                      <a:pt x="50" y="6"/>
                      <a:pt x="49" y="5"/>
                      <a:pt x="47" y="2"/>
                    </a:cubicBezTo>
                    <a:cubicBezTo>
                      <a:pt x="47" y="3"/>
                      <a:pt x="44" y="5"/>
                      <a:pt x="44" y="6"/>
                    </a:cubicBezTo>
                    <a:cubicBezTo>
                      <a:pt x="45" y="8"/>
                      <a:pt x="46" y="10"/>
                      <a:pt x="48" y="12"/>
                    </a:cubicBezTo>
                    <a:cubicBezTo>
                      <a:pt x="50" y="14"/>
                      <a:pt x="53" y="15"/>
                      <a:pt x="56" y="16"/>
                    </a:cubicBezTo>
                    <a:cubicBezTo>
                      <a:pt x="61" y="18"/>
                      <a:pt x="65" y="20"/>
                      <a:pt x="70" y="20"/>
                    </a:cubicBezTo>
                    <a:cubicBezTo>
                      <a:pt x="68" y="22"/>
                      <a:pt x="65" y="25"/>
                      <a:pt x="63" y="27"/>
                    </a:cubicBezTo>
                    <a:cubicBezTo>
                      <a:pt x="61" y="29"/>
                      <a:pt x="59" y="31"/>
                      <a:pt x="58" y="33"/>
                    </a:cubicBezTo>
                    <a:cubicBezTo>
                      <a:pt x="57" y="33"/>
                      <a:pt x="56" y="35"/>
                      <a:pt x="55" y="35"/>
                    </a:cubicBezTo>
                    <a:cubicBezTo>
                      <a:pt x="53" y="36"/>
                      <a:pt x="50" y="34"/>
                      <a:pt x="48" y="35"/>
                    </a:cubicBezTo>
                    <a:cubicBezTo>
                      <a:pt x="46" y="35"/>
                      <a:pt x="44" y="37"/>
                      <a:pt x="42" y="38"/>
                    </a:cubicBezTo>
                    <a:cubicBezTo>
                      <a:pt x="40" y="39"/>
                      <a:pt x="38" y="40"/>
                      <a:pt x="36" y="39"/>
                    </a:cubicBezTo>
                    <a:cubicBezTo>
                      <a:pt x="35" y="39"/>
                      <a:pt x="33" y="38"/>
                      <a:pt x="32" y="39"/>
                    </a:cubicBezTo>
                    <a:cubicBezTo>
                      <a:pt x="29" y="41"/>
                      <a:pt x="29" y="43"/>
                      <a:pt x="26" y="42"/>
                    </a:cubicBezTo>
                    <a:cubicBezTo>
                      <a:pt x="24" y="41"/>
                      <a:pt x="22" y="41"/>
                      <a:pt x="21" y="41"/>
                    </a:cubicBezTo>
                    <a:cubicBezTo>
                      <a:pt x="19" y="40"/>
                      <a:pt x="17" y="38"/>
                      <a:pt x="16" y="37"/>
                    </a:cubicBezTo>
                    <a:cubicBezTo>
                      <a:pt x="15" y="37"/>
                      <a:pt x="12" y="38"/>
                      <a:pt x="11" y="37"/>
                    </a:cubicBezTo>
                    <a:cubicBezTo>
                      <a:pt x="10" y="36"/>
                      <a:pt x="8" y="34"/>
                      <a:pt x="7" y="34"/>
                    </a:cubicBezTo>
                    <a:cubicBezTo>
                      <a:pt x="3" y="35"/>
                      <a:pt x="2" y="36"/>
                      <a:pt x="0" y="39"/>
                    </a:cubicBezTo>
                    <a:cubicBezTo>
                      <a:pt x="0" y="40"/>
                      <a:pt x="3" y="40"/>
                      <a:pt x="3" y="41"/>
                    </a:cubicBezTo>
                    <a:cubicBezTo>
                      <a:pt x="3" y="43"/>
                      <a:pt x="3" y="44"/>
                      <a:pt x="4" y="45"/>
                    </a:cubicBezTo>
                    <a:cubicBezTo>
                      <a:pt x="6" y="47"/>
                      <a:pt x="5" y="52"/>
                      <a:pt x="3" y="54"/>
                    </a:cubicBezTo>
                    <a:cubicBezTo>
                      <a:pt x="2" y="55"/>
                      <a:pt x="1" y="56"/>
                      <a:pt x="0" y="58"/>
                    </a:cubicBezTo>
                    <a:cubicBezTo>
                      <a:pt x="0" y="61"/>
                      <a:pt x="2" y="59"/>
                      <a:pt x="3" y="60"/>
                    </a:cubicBezTo>
                    <a:cubicBezTo>
                      <a:pt x="3" y="60"/>
                      <a:pt x="0" y="64"/>
                      <a:pt x="1" y="65"/>
                    </a:cubicBezTo>
                    <a:cubicBezTo>
                      <a:pt x="2" y="65"/>
                      <a:pt x="3" y="66"/>
                      <a:pt x="4" y="66"/>
                    </a:cubicBezTo>
                    <a:cubicBezTo>
                      <a:pt x="8" y="69"/>
                      <a:pt x="12" y="71"/>
                      <a:pt x="15" y="73"/>
                    </a:cubicBezTo>
                    <a:cubicBezTo>
                      <a:pt x="18" y="74"/>
                      <a:pt x="19" y="74"/>
                      <a:pt x="19" y="77"/>
                    </a:cubicBezTo>
                    <a:cubicBezTo>
                      <a:pt x="19" y="79"/>
                      <a:pt x="25" y="82"/>
                      <a:pt x="26" y="83"/>
                    </a:cubicBezTo>
                    <a:cubicBezTo>
                      <a:pt x="28" y="80"/>
                      <a:pt x="29" y="78"/>
                      <a:pt x="30" y="76"/>
                    </a:cubicBezTo>
                    <a:cubicBezTo>
                      <a:pt x="30" y="74"/>
                      <a:pt x="31" y="72"/>
                      <a:pt x="33" y="72"/>
                    </a:cubicBezTo>
                    <a:cubicBezTo>
                      <a:pt x="34" y="71"/>
                      <a:pt x="34" y="70"/>
                      <a:pt x="35" y="69"/>
                    </a:cubicBezTo>
                    <a:cubicBezTo>
                      <a:pt x="37" y="68"/>
                      <a:pt x="38" y="67"/>
                      <a:pt x="40" y="65"/>
                    </a:cubicBezTo>
                    <a:cubicBezTo>
                      <a:pt x="45" y="57"/>
                      <a:pt x="52" y="53"/>
                      <a:pt x="59" y="48"/>
                    </a:cubicBezTo>
                    <a:cubicBezTo>
                      <a:pt x="68" y="42"/>
                      <a:pt x="73" y="33"/>
                      <a:pt x="77" y="24"/>
                    </a:cubicBezTo>
                    <a:cubicBezTo>
                      <a:pt x="79" y="20"/>
                      <a:pt x="82" y="18"/>
                      <a:pt x="84" y="14"/>
                    </a:cubicBezTo>
                    <a:cubicBezTo>
                      <a:pt x="85" y="12"/>
                      <a:pt x="85" y="9"/>
                      <a:pt x="86" y="7"/>
                    </a:cubicBezTo>
                    <a:cubicBezTo>
                      <a:pt x="86" y="6"/>
                      <a:pt x="85" y="2"/>
                      <a:pt x="86" y="1"/>
                    </a:cubicBezTo>
                    <a:cubicBezTo>
                      <a:pt x="86" y="1"/>
                      <a:pt x="86" y="1"/>
                      <a:pt x="86"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1" name="Freeform 748">
                <a:extLst>
                  <a:ext uri="{FF2B5EF4-FFF2-40B4-BE49-F238E27FC236}">
                    <a16:creationId xmlns:a16="http://schemas.microsoft.com/office/drawing/2014/main" id="{16F734A0-0A5E-3A46-AAA5-82F9600FD4BF}"/>
                  </a:ext>
                </a:extLst>
              </p:cNvPr>
              <p:cNvSpPr>
                <a:spLocks/>
              </p:cNvSpPr>
              <p:nvPr/>
            </p:nvSpPr>
            <p:spPr bwMode="auto">
              <a:xfrm>
                <a:off x="13601471" y="8437375"/>
                <a:ext cx="82803" cy="101936"/>
              </a:xfrm>
              <a:custGeom>
                <a:avLst/>
                <a:gdLst>
                  <a:gd name="T0" fmla="*/ 3 w 9"/>
                  <a:gd name="T1" fmla="*/ 2 h 11"/>
                  <a:gd name="T2" fmla="*/ 1 w 9"/>
                  <a:gd name="T3" fmla="*/ 5 h 11"/>
                  <a:gd name="T4" fmla="*/ 0 w 9"/>
                  <a:gd name="T5" fmla="*/ 10 h 11"/>
                  <a:gd name="T6" fmla="*/ 8 w 9"/>
                  <a:gd name="T7" fmla="*/ 7 h 11"/>
                  <a:gd name="T8" fmla="*/ 4 w 9"/>
                  <a:gd name="T9" fmla="*/ 6 h 11"/>
                  <a:gd name="T10" fmla="*/ 8 w 9"/>
                  <a:gd name="T11" fmla="*/ 3 h 11"/>
                  <a:gd name="T12" fmla="*/ 3 w 9"/>
                  <a:gd name="T13" fmla="*/ 2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3" y="2"/>
                    </a:moveTo>
                    <a:cubicBezTo>
                      <a:pt x="2" y="3"/>
                      <a:pt x="1" y="4"/>
                      <a:pt x="1" y="5"/>
                    </a:cubicBezTo>
                    <a:cubicBezTo>
                      <a:pt x="0" y="5"/>
                      <a:pt x="0" y="9"/>
                      <a:pt x="0" y="10"/>
                    </a:cubicBezTo>
                    <a:cubicBezTo>
                      <a:pt x="2" y="11"/>
                      <a:pt x="7" y="7"/>
                      <a:pt x="8" y="7"/>
                    </a:cubicBezTo>
                    <a:cubicBezTo>
                      <a:pt x="8" y="6"/>
                      <a:pt x="5" y="5"/>
                      <a:pt x="4" y="6"/>
                    </a:cubicBezTo>
                    <a:cubicBezTo>
                      <a:pt x="5" y="5"/>
                      <a:pt x="9" y="4"/>
                      <a:pt x="8" y="3"/>
                    </a:cubicBezTo>
                    <a:cubicBezTo>
                      <a:pt x="7" y="0"/>
                      <a:pt x="5" y="0"/>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2" name="Freeform 749">
                <a:extLst>
                  <a:ext uri="{FF2B5EF4-FFF2-40B4-BE49-F238E27FC236}">
                    <a16:creationId xmlns:a16="http://schemas.microsoft.com/office/drawing/2014/main" id="{02981D75-C1C5-174C-A8E6-DC0BB9FC20B5}"/>
                  </a:ext>
                </a:extLst>
              </p:cNvPr>
              <p:cNvSpPr>
                <a:spLocks/>
              </p:cNvSpPr>
              <p:nvPr/>
            </p:nvSpPr>
            <p:spPr bwMode="auto">
              <a:xfrm>
                <a:off x="13040961" y="8848311"/>
                <a:ext cx="242036" cy="261215"/>
              </a:xfrm>
              <a:custGeom>
                <a:avLst/>
                <a:gdLst>
                  <a:gd name="T0" fmla="*/ 22 w 26"/>
                  <a:gd name="T1" fmla="*/ 18 h 28"/>
                  <a:gd name="T2" fmla="*/ 25 w 26"/>
                  <a:gd name="T3" fmla="*/ 14 h 28"/>
                  <a:gd name="T4" fmla="*/ 26 w 26"/>
                  <a:gd name="T5" fmla="*/ 8 h 28"/>
                  <a:gd name="T6" fmla="*/ 24 w 26"/>
                  <a:gd name="T7" fmla="*/ 3 h 28"/>
                  <a:gd name="T8" fmla="*/ 21 w 26"/>
                  <a:gd name="T9" fmla="*/ 0 h 28"/>
                  <a:gd name="T10" fmla="*/ 16 w 26"/>
                  <a:gd name="T11" fmla="*/ 1 h 28"/>
                  <a:gd name="T12" fmla="*/ 12 w 26"/>
                  <a:gd name="T13" fmla="*/ 3 h 28"/>
                  <a:gd name="T14" fmla="*/ 6 w 26"/>
                  <a:gd name="T15" fmla="*/ 2 h 28"/>
                  <a:gd name="T16" fmla="*/ 7 w 26"/>
                  <a:gd name="T17" fmla="*/ 8 h 28"/>
                  <a:gd name="T18" fmla="*/ 6 w 26"/>
                  <a:gd name="T19" fmla="*/ 12 h 28"/>
                  <a:gd name="T20" fmla="*/ 2 w 26"/>
                  <a:gd name="T21" fmla="*/ 16 h 28"/>
                  <a:gd name="T22" fmla="*/ 0 w 26"/>
                  <a:gd name="T23" fmla="*/ 22 h 28"/>
                  <a:gd name="T24" fmla="*/ 0 w 26"/>
                  <a:gd name="T25" fmla="*/ 27 h 28"/>
                  <a:gd name="T26" fmla="*/ 4 w 26"/>
                  <a:gd name="T27" fmla="*/ 26 h 28"/>
                  <a:gd name="T28" fmla="*/ 11 w 26"/>
                  <a:gd name="T29" fmla="*/ 25 h 28"/>
                  <a:gd name="T30" fmla="*/ 14 w 26"/>
                  <a:gd name="T31" fmla="*/ 20 h 28"/>
                  <a:gd name="T32" fmla="*/ 21 w 26"/>
                  <a:gd name="T33" fmla="*/ 20 h 28"/>
                  <a:gd name="T34" fmla="*/ 22 w 26"/>
                  <a:gd name="T35" fmla="*/ 18 h 28"/>
                  <a:gd name="T36" fmla="*/ 22 w 26"/>
                  <a:gd name="T37" fmla="*/ 1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8">
                    <a:moveTo>
                      <a:pt x="22" y="18"/>
                    </a:moveTo>
                    <a:cubicBezTo>
                      <a:pt x="22" y="16"/>
                      <a:pt x="24" y="15"/>
                      <a:pt x="25" y="14"/>
                    </a:cubicBezTo>
                    <a:cubicBezTo>
                      <a:pt x="26" y="13"/>
                      <a:pt x="26" y="10"/>
                      <a:pt x="26" y="8"/>
                    </a:cubicBezTo>
                    <a:cubicBezTo>
                      <a:pt x="26" y="6"/>
                      <a:pt x="24" y="5"/>
                      <a:pt x="24" y="3"/>
                    </a:cubicBezTo>
                    <a:cubicBezTo>
                      <a:pt x="24" y="1"/>
                      <a:pt x="22" y="1"/>
                      <a:pt x="21" y="0"/>
                    </a:cubicBezTo>
                    <a:cubicBezTo>
                      <a:pt x="20" y="1"/>
                      <a:pt x="18" y="0"/>
                      <a:pt x="16" y="1"/>
                    </a:cubicBezTo>
                    <a:cubicBezTo>
                      <a:pt x="15" y="2"/>
                      <a:pt x="13" y="4"/>
                      <a:pt x="12" y="3"/>
                    </a:cubicBezTo>
                    <a:cubicBezTo>
                      <a:pt x="10" y="1"/>
                      <a:pt x="7" y="0"/>
                      <a:pt x="6" y="2"/>
                    </a:cubicBezTo>
                    <a:cubicBezTo>
                      <a:pt x="5" y="4"/>
                      <a:pt x="6" y="7"/>
                      <a:pt x="7" y="8"/>
                    </a:cubicBezTo>
                    <a:cubicBezTo>
                      <a:pt x="8" y="10"/>
                      <a:pt x="7" y="10"/>
                      <a:pt x="6" y="12"/>
                    </a:cubicBezTo>
                    <a:cubicBezTo>
                      <a:pt x="5" y="14"/>
                      <a:pt x="3" y="15"/>
                      <a:pt x="2" y="16"/>
                    </a:cubicBezTo>
                    <a:cubicBezTo>
                      <a:pt x="1" y="18"/>
                      <a:pt x="0" y="19"/>
                      <a:pt x="0" y="22"/>
                    </a:cubicBezTo>
                    <a:cubicBezTo>
                      <a:pt x="0" y="23"/>
                      <a:pt x="1" y="25"/>
                      <a:pt x="0" y="27"/>
                    </a:cubicBezTo>
                    <a:cubicBezTo>
                      <a:pt x="2" y="28"/>
                      <a:pt x="2" y="27"/>
                      <a:pt x="4" y="26"/>
                    </a:cubicBezTo>
                    <a:cubicBezTo>
                      <a:pt x="6" y="25"/>
                      <a:pt x="9" y="25"/>
                      <a:pt x="11" y="25"/>
                    </a:cubicBezTo>
                    <a:cubicBezTo>
                      <a:pt x="10" y="22"/>
                      <a:pt x="12" y="21"/>
                      <a:pt x="14" y="20"/>
                    </a:cubicBezTo>
                    <a:cubicBezTo>
                      <a:pt x="16" y="19"/>
                      <a:pt x="20" y="17"/>
                      <a:pt x="21" y="20"/>
                    </a:cubicBezTo>
                    <a:cubicBezTo>
                      <a:pt x="21" y="19"/>
                      <a:pt x="21" y="18"/>
                      <a:pt x="22" y="18"/>
                    </a:cubicBezTo>
                    <a:cubicBezTo>
                      <a:pt x="22" y="16"/>
                      <a:pt x="21" y="18"/>
                      <a:pt x="22" y="18"/>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3" name="Freeform 750">
                <a:extLst>
                  <a:ext uri="{FF2B5EF4-FFF2-40B4-BE49-F238E27FC236}">
                    <a16:creationId xmlns:a16="http://schemas.microsoft.com/office/drawing/2014/main" id="{31B75900-439E-924F-87E7-85406009F97F}"/>
                  </a:ext>
                </a:extLst>
              </p:cNvPr>
              <p:cNvSpPr>
                <a:spLocks/>
              </p:cNvSpPr>
              <p:nvPr/>
            </p:nvSpPr>
            <p:spPr bwMode="auto">
              <a:xfrm>
                <a:off x="13012297" y="9147751"/>
                <a:ext cx="92356" cy="92380"/>
              </a:xfrm>
              <a:custGeom>
                <a:avLst/>
                <a:gdLst>
                  <a:gd name="T0" fmla="*/ 1 w 10"/>
                  <a:gd name="T1" fmla="*/ 6 h 10"/>
                  <a:gd name="T2" fmla="*/ 3 w 10"/>
                  <a:gd name="T3" fmla="*/ 10 h 10"/>
                  <a:gd name="T4" fmla="*/ 9 w 10"/>
                  <a:gd name="T5" fmla="*/ 5 h 10"/>
                  <a:gd name="T6" fmla="*/ 8 w 10"/>
                  <a:gd name="T7" fmla="*/ 0 h 10"/>
                  <a:gd name="T8" fmla="*/ 4 w 10"/>
                  <a:gd name="T9" fmla="*/ 1 h 10"/>
                  <a:gd name="T10" fmla="*/ 0 w 10"/>
                  <a:gd name="T11" fmla="*/ 1 h 10"/>
                  <a:gd name="T12" fmla="*/ 1 w 10"/>
                  <a:gd name="T13" fmla="*/ 6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1" y="6"/>
                    </a:moveTo>
                    <a:cubicBezTo>
                      <a:pt x="2" y="7"/>
                      <a:pt x="2" y="9"/>
                      <a:pt x="3" y="10"/>
                    </a:cubicBezTo>
                    <a:cubicBezTo>
                      <a:pt x="5" y="9"/>
                      <a:pt x="7" y="7"/>
                      <a:pt x="9" y="5"/>
                    </a:cubicBezTo>
                    <a:cubicBezTo>
                      <a:pt x="10" y="3"/>
                      <a:pt x="5" y="4"/>
                      <a:pt x="8" y="0"/>
                    </a:cubicBezTo>
                    <a:cubicBezTo>
                      <a:pt x="7" y="0"/>
                      <a:pt x="3" y="0"/>
                      <a:pt x="4" y="1"/>
                    </a:cubicBezTo>
                    <a:cubicBezTo>
                      <a:pt x="5" y="3"/>
                      <a:pt x="1" y="2"/>
                      <a:pt x="0" y="1"/>
                    </a:cubicBezTo>
                    <a:cubicBezTo>
                      <a:pt x="0" y="3"/>
                      <a:pt x="1" y="4"/>
                      <a:pt x="1"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4" name="Freeform 751">
                <a:extLst>
                  <a:ext uri="{FF2B5EF4-FFF2-40B4-BE49-F238E27FC236}">
                    <a16:creationId xmlns:a16="http://schemas.microsoft.com/office/drawing/2014/main" id="{9D0A6CE2-40D5-7C49-AB00-777F3CC16DA3}"/>
                  </a:ext>
                </a:extLst>
              </p:cNvPr>
              <p:cNvSpPr>
                <a:spLocks/>
              </p:cNvSpPr>
              <p:nvPr/>
            </p:nvSpPr>
            <p:spPr bwMode="auto">
              <a:xfrm>
                <a:off x="13012297" y="9090413"/>
                <a:ext cx="101909" cy="86010"/>
              </a:xfrm>
              <a:custGeom>
                <a:avLst/>
                <a:gdLst>
                  <a:gd name="T0" fmla="*/ 3 w 11"/>
                  <a:gd name="T1" fmla="*/ 1 h 9"/>
                  <a:gd name="T2" fmla="*/ 0 w 11"/>
                  <a:gd name="T3" fmla="*/ 7 h 9"/>
                  <a:gd name="T4" fmla="*/ 4 w 11"/>
                  <a:gd name="T5" fmla="*/ 7 h 9"/>
                  <a:gd name="T6" fmla="*/ 8 w 11"/>
                  <a:gd name="T7" fmla="*/ 6 h 9"/>
                  <a:gd name="T8" fmla="*/ 7 w 11"/>
                  <a:gd name="T9" fmla="*/ 0 h 9"/>
                  <a:gd name="T10" fmla="*/ 3 w 11"/>
                  <a:gd name="T11" fmla="*/ 1 h 9"/>
                  <a:gd name="T12" fmla="*/ 3 w 11"/>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3" y="1"/>
                    </a:moveTo>
                    <a:cubicBezTo>
                      <a:pt x="1" y="2"/>
                      <a:pt x="0" y="5"/>
                      <a:pt x="0" y="7"/>
                    </a:cubicBezTo>
                    <a:cubicBezTo>
                      <a:pt x="1" y="8"/>
                      <a:pt x="5" y="9"/>
                      <a:pt x="4" y="7"/>
                    </a:cubicBezTo>
                    <a:cubicBezTo>
                      <a:pt x="3" y="6"/>
                      <a:pt x="7" y="6"/>
                      <a:pt x="8" y="6"/>
                    </a:cubicBezTo>
                    <a:cubicBezTo>
                      <a:pt x="11" y="5"/>
                      <a:pt x="8" y="1"/>
                      <a:pt x="7" y="0"/>
                    </a:cubicBezTo>
                    <a:cubicBezTo>
                      <a:pt x="5" y="1"/>
                      <a:pt x="5" y="2"/>
                      <a:pt x="3" y="1"/>
                    </a:cubicBezTo>
                    <a:cubicBezTo>
                      <a:pt x="2" y="1"/>
                      <a:pt x="4" y="1"/>
                      <a:pt x="3"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5" name="Freeform 752">
                <a:extLst>
                  <a:ext uri="{FF2B5EF4-FFF2-40B4-BE49-F238E27FC236}">
                    <a16:creationId xmlns:a16="http://schemas.microsoft.com/office/drawing/2014/main" id="{41808E06-58BA-5E49-BD83-51D28CEE8D05}"/>
                  </a:ext>
                </a:extLst>
              </p:cNvPr>
              <p:cNvSpPr>
                <a:spLocks/>
              </p:cNvSpPr>
              <p:nvPr/>
            </p:nvSpPr>
            <p:spPr bwMode="auto">
              <a:xfrm>
                <a:off x="13031406" y="9061741"/>
                <a:ext cx="503186" cy="544729"/>
              </a:xfrm>
              <a:custGeom>
                <a:avLst/>
                <a:gdLst>
                  <a:gd name="T0" fmla="*/ 41 w 54"/>
                  <a:gd name="T1" fmla="*/ 13 h 58"/>
                  <a:gd name="T2" fmla="*/ 23 w 54"/>
                  <a:gd name="T3" fmla="*/ 3 h 58"/>
                  <a:gd name="T4" fmla="*/ 17 w 54"/>
                  <a:gd name="T5" fmla="*/ 7 h 58"/>
                  <a:gd name="T6" fmla="*/ 21 w 54"/>
                  <a:gd name="T7" fmla="*/ 9 h 58"/>
                  <a:gd name="T8" fmla="*/ 17 w 54"/>
                  <a:gd name="T9" fmla="*/ 9 h 58"/>
                  <a:gd name="T10" fmla="*/ 13 w 54"/>
                  <a:gd name="T11" fmla="*/ 10 h 58"/>
                  <a:gd name="T12" fmla="*/ 11 w 54"/>
                  <a:gd name="T13" fmla="*/ 8 h 58"/>
                  <a:gd name="T14" fmla="*/ 12 w 54"/>
                  <a:gd name="T15" fmla="*/ 4 h 58"/>
                  <a:gd name="T16" fmla="*/ 5 w 54"/>
                  <a:gd name="T17" fmla="*/ 3 h 58"/>
                  <a:gd name="T18" fmla="*/ 7 w 54"/>
                  <a:gd name="T19" fmla="*/ 8 h 58"/>
                  <a:gd name="T20" fmla="*/ 5 w 54"/>
                  <a:gd name="T21" fmla="*/ 12 h 58"/>
                  <a:gd name="T22" fmla="*/ 6 w 54"/>
                  <a:gd name="T23" fmla="*/ 16 h 58"/>
                  <a:gd name="T24" fmla="*/ 2 w 54"/>
                  <a:gd name="T25" fmla="*/ 18 h 58"/>
                  <a:gd name="T26" fmla="*/ 1 w 54"/>
                  <a:gd name="T27" fmla="*/ 21 h 58"/>
                  <a:gd name="T28" fmla="*/ 5 w 54"/>
                  <a:gd name="T29" fmla="*/ 33 h 58"/>
                  <a:gd name="T30" fmla="*/ 12 w 54"/>
                  <a:gd name="T31" fmla="*/ 42 h 58"/>
                  <a:gd name="T32" fmla="*/ 15 w 54"/>
                  <a:gd name="T33" fmla="*/ 43 h 58"/>
                  <a:gd name="T34" fmla="*/ 17 w 54"/>
                  <a:gd name="T35" fmla="*/ 45 h 58"/>
                  <a:gd name="T36" fmla="*/ 24 w 54"/>
                  <a:gd name="T37" fmla="*/ 47 h 58"/>
                  <a:gd name="T38" fmla="*/ 25 w 54"/>
                  <a:gd name="T39" fmla="*/ 53 h 58"/>
                  <a:gd name="T40" fmla="*/ 27 w 54"/>
                  <a:gd name="T41" fmla="*/ 55 h 58"/>
                  <a:gd name="T42" fmla="*/ 30 w 54"/>
                  <a:gd name="T43" fmla="*/ 55 h 58"/>
                  <a:gd name="T44" fmla="*/ 33 w 54"/>
                  <a:gd name="T45" fmla="*/ 56 h 58"/>
                  <a:gd name="T46" fmla="*/ 36 w 54"/>
                  <a:gd name="T47" fmla="*/ 55 h 58"/>
                  <a:gd name="T48" fmla="*/ 42 w 54"/>
                  <a:gd name="T49" fmla="*/ 55 h 58"/>
                  <a:gd name="T50" fmla="*/ 46 w 54"/>
                  <a:gd name="T51" fmla="*/ 54 h 58"/>
                  <a:gd name="T52" fmla="*/ 54 w 54"/>
                  <a:gd name="T53" fmla="*/ 49 h 58"/>
                  <a:gd name="T54" fmla="*/ 49 w 54"/>
                  <a:gd name="T55" fmla="*/ 36 h 58"/>
                  <a:gd name="T56" fmla="*/ 49 w 54"/>
                  <a:gd name="T57" fmla="*/ 32 h 58"/>
                  <a:gd name="T58" fmla="*/ 46 w 54"/>
                  <a:gd name="T59" fmla="*/ 28 h 58"/>
                  <a:gd name="T60" fmla="*/ 48 w 54"/>
                  <a:gd name="T61" fmla="*/ 20 h 58"/>
                  <a:gd name="T62" fmla="*/ 45 w 54"/>
                  <a:gd name="T63" fmla="*/ 18 h 58"/>
                  <a:gd name="T64" fmla="*/ 41 w 54"/>
                  <a:gd name="T65" fmla="*/ 16 h 58"/>
                  <a:gd name="T66" fmla="*/ 41 w 54"/>
                  <a:gd name="T6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58">
                    <a:moveTo>
                      <a:pt x="41" y="13"/>
                    </a:moveTo>
                    <a:cubicBezTo>
                      <a:pt x="35" y="9"/>
                      <a:pt x="29" y="6"/>
                      <a:pt x="23" y="3"/>
                    </a:cubicBezTo>
                    <a:cubicBezTo>
                      <a:pt x="22" y="5"/>
                      <a:pt x="19" y="7"/>
                      <a:pt x="17" y="7"/>
                    </a:cubicBezTo>
                    <a:cubicBezTo>
                      <a:pt x="17" y="7"/>
                      <a:pt x="21" y="8"/>
                      <a:pt x="21" y="9"/>
                    </a:cubicBezTo>
                    <a:cubicBezTo>
                      <a:pt x="20" y="10"/>
                      <a:pt x="18" y="9"/>
                      <a:pt x="17" y="9"/>
                    </a:cubicBezTo>
                    <a:cubicBezTo>
                      <a:pt x="15" y="8"/>
                      <a:pt x="15" y="9"/>
                      <a:pt x="13" y="10"/>
                    </a:cubicBezTo>
                    <a:cubicBezTo>
                      <a:pt x="13" y="10"/>
                      <a:pt x="11" y="9"/>
                      <a:pt x="11" y="8"/>
                    </a:cubicBezTo>
                    <a:cubicBezTo>
                      <a:pt x="10" y="7"/>
                      <a:pt x="11" y="5"/>
                      <a:pt x="12" y="4"/>
                    </a:cubicBezTo>
                    <a:cubicBezTo>
                      <a:pt x="13" y="0"/>
                      <a:pt x="7" y="2"/>
                      <a:pt x="5" y="3"/>
                    </a:cubicBezTo>
                    <a:cubicBezTo>
                      <a:pt x="6" y="4"/>
                      <a:pt x="8" y="7"/>
                      <a:pt x="7" y="8"/>
                    </a:cubicBezTo>
                    <a:cubicBezTo>
                      <a:pt x="7" y="9"/>
                      <a:pt x="3" y="12"/>
                      <a:pt x="5" y="12"/>
                    </a:cubicBezTo>
                    <a:cubicBezTo>
                      <a:pt x="8" y="13"/>
                      <a:pt x="7" y="14"/>
                      <a:pt x="6" y="16"/>
                    </a:cubicBezTo>
                    <a:cubicBezTo>
                      <a:pt x="5" y="16"/>
                      <a:pt x="3" y="17"/>
                      <a:pt x="2" y="18"/>
                    </a:cubicBezTo>
                    <a:cubicBezTo>
                      <a:pt x="0" y="19"/>
                      <a:pt x="1" y="19"/>
                      <a:pt x="1" y="21"/>
                    </a:cubicBezTo>
                    <a:cubicBezTo>
                      <a:pt x="2" y="26"/>
                      <a:pt x="4" y="29"/>
                      <a:pt x="5" y="33"/>
                    </a:cubicBezTo>
                    <a:cubicBezTo>
                      <a:pt x="5" y="38"/>
                      <a:pt x="9" y="40"/>
                      <a:pt x="12" y="42"/>
                    </a:cubicBezTo>
                    <a:cubicBezTo>
                      <a:pt x="13" y="43"/>
                      <a:pt x="14" y="43"/>
                      <a:pt x="15" y="43"/>
                    </a:cubicBezTo>
                    <a:cubicBezTo>
                      <a:pt x="16" y="43"/>
                      <a:pt x="16" y="44"/>
                      <a:pt x="17" y="45"/>
                    </a:cubicBezTo>
                    <a:cubicBezTo>
                      <a:pt x="19" y="45"/>
                      <a:pt x="22" y="45"/>
                      <a:pt x="24" y="47"/>
                    </a:cubicBezTo>
                    <a:cubicBezTo>
                      <a:pt x="25" y="48"/>
                      <a:pt x="25" y="51"/>
                      <a:pt x="25" y="53"/>
                    </a:cubicBezTo>
                    <a:cubicBezTo>
                      <a:pt x="26" y="54"/>
                      <a:pt x="25" y="55"/>
                      <a:pt x="27" y="55"/>
                    </a:cubicBezTo>
                    <a:cubicBezTo>
                      <a:pt x="28" y="55"/>
                      <a:pt x="29" y="55"/>
                      <a:pt x="30" y="55"/>
                    </a:cubicBezTo>
                    <a:cubicBezTo>
                      <a:pt x="31" y="55"/>
                      <a:pt x="32" y="55"/>
                      <a:pt x="33" y="56"/>
                    </a:cubicBezTo>
                    <a:cubicBezTo>
                      <a:pt x="34" y="57"/>
                      <a:pt x="35" y="56"/>
                      <a:pt x="36" y="55"/>
                    </a:cubicBezTo>
                    <a:cubicBezTo>
                      <a:pt x="38" y="54"/>
                      <a:pt x="40" y="58"/>
                      <a:pt x="42" y="55"/>
                    </a:cubicBezTo>
                    <a:cubicBezTo>
                      <a:pt x="42" y="53"/>
                      <a:pt x="45" y="54"/>
                      <a:pt x="46" y="54"/>
                    </a:cubicBezTo>
                    <a:cubicBezTo>
                      <a:pt x="49" y="53"/>
                      <a:pt x="51" y="51"/>
                      <a:pt x="54" y="49"/>
                    </a:cubicBezTo>
                    <a:cubicBezTo>
                      <a:pt x="49" y="46"/>
                      <a:pt x="49" y="42"/>
                      <a:pt x="49" y="36"/>
                    </a:cubicBezTo>
                    <a:cubicBezTo>
                      <a:pt x="48" y="35"/>
                      <a:pt x="50" y="33"/>
                      <a:pt x="49" y="32"/>
                    </a:cubicBezTo>
                    <a:cubicBezTo>
                      <a:pt x="48" y="31"/>
                      <a:pt x="46" y="30"/>
                      <a:pt x="46" y="28"/>
                    </a:cubicBezTo>
                    <a:cubicBezTo>
                      <a:pt x="46" y="27"/>
                      <a:pt x="48" y="20"/>
                      <a:pt x="48" y="20"/>
                    </a:cubicBezTo>
                    <a:cubicBezTo>
                      <a:pt x="47" y="20"/>
                      <a:pt x="46" y="19"/>
                      <a:pt x="45" y="18"/>
                    </a:cubicBezTo>
                    <a:cubicBezTo>
                      <a:pt x="44" y="17"/>
                      <a:pt x="43" y="17"/>
                      <a:pt x="41" y="16"/>
                    </a:cubicBezTo>
                    <a:cubicBezTo>
                      <a:pt x="41" y="15"/>
                      <a:pt x="41" y="14"/>
                      <a:pt x="41" y="1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6" name="Freeform 753">
                <a:extLst>
                  <a:ext uri="{FF2B5EF4-FFF2-40B4-BE49-F238E27FC236}">
                    <a16:creationId xmlns:a16="http://schemas.microsoft.com/office/drawing/2014/main" id="{EDC3FCAB-4630-3A41-AD23-7F0FB41EF76D}"/>
                  </a:ext>
                </a:extLst>
              </p:cNvPr>
              <p:cNvSpPr>
                <a:spLocks/>
              </p:cNvSpPr>
              <p:nvPr/>
            </p:nvSpPr>
            <p:spPr bwMode="auto">
              <a:xfrm>
                <a:off x="12117393" y="8931134"/>
                <a:ext cx="251592" cy="289887"/>
              </a:xfrm>
              <a:custGeom>
                <a:avLst/>
                <a:gdLst>
                  <a:gd name="T0" fmla="*/ 15 w 27"/>
                  <a:gd name="T1" fmla="*/ 29 h 31"/>
                  <a:gd name="T2" fmla="*/ 15 w 27"/>
                  <a:gd name="T3" fmla="*/ 24 h 31"/>
                  <a:gd name="T4" fmla="*/ 17 w 27"/>
                  <a:gd name="T5" fmla="*/ 24 h 31"/>
                  <a:gd name="T6" fmla="*/ 19 w 27"/>
                  <a:gd name="T7" fmla="*/ 21 h 31"/>
                  <a:gd name="T8" fmla="*/ 21 w 27"/>
                  <a:gd name="T9" fmla="*/ 24 h 31"/>
                  <a:gd name="T10" fmla="*/ 24 w 27"/>
                  <a:gd name="T11" fmla="*/ 23 h 31"/>
                  <a:gd name="T12" fmla="*/ 26 w 27"/>
                  <a:gd name="T13" fmla="*/ 24 h 31"/>
                  <a:gd name="T14" fmla="*/ 26 w 27"/>
                  <a:gd name="T15" fmla="*/ 21 h 31"/>
                  <a:gd name="T16" fmla="*/ 26 w 27"/>
                  <a:gd name="T17" fmla="*/ 14 h 31"/>
                  <a:gd name="T18" fmla="*/ 25 w 27"/>
                  <a:gd name="T19" fmla="*/ 11 h 31"/>
                  <a:gd name="T20" fmla="*/ 26 w 27"/>
                  <a:gd name="T21" fmla="*/ 6 h 31"/>
                  <a:gd name="T22" fmla="*/ 21 w 27"/>
                  <a:gd name="T23" fmla="*/ 4 h 31"/>
                  <a:gd name="T24" fmla="*/ 19 w 27"/>
                  <a:gd name="T25" fmla="*/ 0 h 31"/>
                  <a:gd name="T26" fmla="*/ 14 w 27"/>
                  <a:gd name="T27" fmla="*/ 0 h 31"/>
                  <a:gd name="T28" fmla="*/ 11 w 27"/>
                  <a:gd name="T29" fmla="*/ 7 h 31"/>
                  <a:gd name="T30" fmla="*/ 5 w 27"/>
                  <a:gd name="T31" fmla="*/ 7 h 31"/>
                  <a:gd name="T32" fmla="*/ 4 w 27"/>
                  <a:gd name="T33" fmla="*/ 7 h 31"/>
                  <a:gd name="T34" fmla="*/ 4 w 27"/>
                  <a:gd name="T35" fmla="*/ 10 h 31"/>
                  <a:gd name="T36" fmla="*/ 0 w 27"/>
                  <a:gd name="T37" fmla="*/ 16 h 31"/>
                  <a:gd name="T38" fmla="*/ 4 w 27"/>
                  <a:gd name="T39" fmla="*/ 23 h 31"/>
                  <a:gd name="T40" fmla="*/ 9 w 27"/>
                  <a:gd name="T41" fmla="*/ 28 h 31"/>
                  <a:gd name="T42" fmla="*/ 11 w 27"/>
                  <a:gd name="T43" fmla="*/ 31 h 31"/>
                  <a:gd name="T44" fmla="*/ 15 w 27"/>
                  <a:gd name="T45" fmla="*/ 29 h 31"/>
                  <a:gd name="T46" fmla="*/ 15 w 27"/>
                  <a:gd name="T47"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31">
                    <a:moveTo>
                      <a:pt x="15" y="29"/>
                    </a:moveTo>
                    <a:cubicBezTo>
                      <a:pt x="15" y="28"/>
                      <a:pt x="13" y="24"/>
                      <a:pt x="15" y="24"/>
                    </a:cubicBezTo>
                    <a:cubicBezTo>
                      <a:pt x="15" y="24"/>
                      <a:pt x="17" y="24"/>
                      <a:pt x="17" y="24"/>
                    </a:cubicBezTo>
                    <a:cubicBezTo>
                      <a:pt x="18" y="23"/>
                      <a:pt x="18" y="21"/>
                      <a:pt x="19" y="21"/>
                    </a:cubicBezTo>
                    <a:cubicBezTo>
                      <a:pt x="20" y="22"/>
                      <a:pt x="21" y="23"/>
                      <a:pt x="21" y="24"/>
                    </a:cubicBezTo>
                    <a:cubicBezTo>
                      <a:pt x="22" y="25"/>
                      <a:pt x="22" y="23"/>
                      <a:pt x="24" y="23"/>
                    </a:cubicBezTo>
                    <a:cubicBezTo>
                      <a:pt x="24" y="23"/>
                      <a:pt x="26" y="25"/>
                      <a:pt x="26" y="24"/>
                    </a:cubicBezTo>
                    <a:cubicBezTo>
                      <a:pt x="26" y="23"/>
                      <a:pt x="26" y="22"/>
                      <a:pt x="26" y="21"/>
                    </a:cubicBezTo>
                    <a:cubicBezTo>
                      <a:pt x="27" y="19"/>
                      <a:pt x="27" y="16"/>
                      <a:pt x="26" y="14"/>
                    </a:cubicBezTo>
                    <a:cubicBezTo>
                      <a:pt x="25" y="13"/>
                      <a:pt x="25" y="12"/>
                      <a:pt x="25" y="11"/>
                    </a:cubicBezTo>
                    <a:cubicBezTo>
                      <a:pt x="25" y="9"/>
                      <a:pt x="27" y="8"/>
                      <a:pt x="26" y="6"/>
                    </a:cubicBezTo>
                    <a:cubicBezTo>
                      <a:pt x="25" y="3"/>
                      <a:pt x="21" y="7"/>
                      <a:pt x="21" y="4"/>
                    </a:cubicBezTo>
                    <a:cubicBezTo>
                      <a:pt x="21" y="2"/>
                      <a:pt x="22" y="0"/>
                      <a:pt x="19" y="0"/>
                    </a:cubicBezTo>
                    <a:cubicBezTo>
                      <a:pt x="18" y="0"/>
                      <a:pt x="16" y="0"/>
                      <a:pt x="14" y="0"/>
                    </a:cubicBezTo>
                    <a:cubicBezTo>
                      <a:pt x="10" y="0"/>
                      <a:pt x="15" y="7"/>
                      <a:pt x="11" y="7"/>
                    </a:cubicBezTo>
                    <a:cubicBezTo>
                      <a:pt x="9" y="7"/>
                      <a:pt x="7" y="7"/>
                      <a:pt x="5" y="7"/>
                    </a:cubicBezTo>
                    <a:cubicBezTo>
                      <a:pt x="4" y="7"/>
                      <a:pt x="4" y="7"/>
                      <a:pt x="4" y="7"/>
                    </a:cubicBezTo>
                    <a:cubicBezTo>
                      <a:pt x="2" y="9"/>
                      <a:pt x="4" y="9"/>
                      <a:pt x="4" y="10"/>
                    </a:cubicBezTo>
                    <a:cubicBezTo>
                      <a:pt x="4" y="12"/>
                      <a:pt x="0" y="14"/>
                      <a:pt x="0" y="16"/>
                    </a:cubicBezTo>
                    <a:cubicBezTo>
                      <a:pt x="1" y="18"/>
                      <a:pt x="3" y="21"/>
                      <a:pt x="4" y="23"/>
                    </a:cubicBezTo>
                    <a:cubicBezTo>
                      <a:pt x="6" y="24"/>
                      <a:pt x="7" y="26"/>
                      <a:pt x="9" y="28"/>
                    </a:cubicBezTo>
                    <a:cubicBezTo>
                      <a:pt x="10" y="29"/>
                      <a:pt x="11" y="30"/>
                      <a:pt x="11" y="31"/>
                    </a:cubicBezTo>
                    <a:cubicBezTo>
                      <a:pt x="12" y="30"/>
                      <a:pt x="14" y="30"/>
                      <a:pt x="15" y="29"/>
                    </a:cubicBezTo>
                    <a:cubicBezTo>
                      <a:pt x="15" y="29"/>
                      <a:pt x="14" y="30"/>
                      <a:pt x="15" y="29"/>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7" name="Freeform 754">
                <a:extLst>
                  <a:ext uri="{FF2B5EF4-FFF2-40B4-BE49-F238E27FC236}">
                    <a16:creationId xmlns:a16="http://schemas.microsoft.com/office/drawing/2014/main" id="{E317F0CA-59F7-2B45-8BEE-5DA7BF052631}"/>
                  </a:ext>
                </a:extLst>
              </p:cNvPr>
              <p:cNvSpPr>
                <a:spLocks/>
              </p:cNvSpPr>
              <p:nvPr/>
            </p:nvSpPr>
            <p:spPr bwMode="auto">
              <a:xfrm>
                <a:off x="12133315" y="8931134"/>
                <a:ext cx="105096" cy="66896"/>
              </a:xfrm>
              <a:custGeom>
                <a:avLst/>
                <a:gdLst>
                  <a:gd name="T0" fmla="*/ 11 w 11"/>
                  <a:gd name="T1" fmla="*/ 7 h 7"/>
                  <a:gd name="T2" fmla="*/ 11 w 11"/>
                  <a:gd name="T3" fmla="*/ 0 h 7"/>
                  <a:gd name="T4" fmla="*/ 3 w 11"/>
                  <a:gd name="T5" fmla="*/ 1 h 7"/>
                  <a:gd name="T6" fmla="*/ 0 w 11"/>
                  <a:gd name="T7" fmla="*/ 4 h 7"/>
                  <a:gd name="T8" fmla="*/ 2 w 11"/>
                  <a:gd name="T9" fmla="*/ 7 h 7"/>
                  <a:gd name="T10" fmla="*/ 11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11" y="7"/>
                    </a:moveTo>
                    <a:cubicBezTo>
                      <a:pt x="11" y="5"/>
                      <a:pt x="11" y="2"/>
                      <a:pt x="11" y="0"/>
                    </a:cubicBezTo>
                    <a:cubicBezTo>
                      <a:pt x="8" y="0"/>
                      <a:pt x="6" y="1"/>
                      <a:pt x="3" y="1"/>
                    </a:cubicBezTo>
                    <a:cubicBezTo>
                      <a:pt x="4" y="2"/>
                      <a:pt x="1" y="3"/>
                      <a:pt x="0" y="4"/>
                    </a:cubicBezTo>
                    <a:cubicBezTo>
                      <a:pt x="0" y="5"/>
                      <a:pt x="2" y="6"/>
                      <a:pt x="2" y="7"/>
                    </a:cubicBezTo>
                    <a:lnTo>
                      <a:pt x="11" y="7"/>
                    </a:ln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8" name="Freeform 755">
                <a:extLst>
                  <a:ext uri="{FF2B5EF4-FFF2-40B4-BE49-F238E27FC236}">
                    <a16:creationId xmlns:a16="http://schemas.microsoft.com/office/drawing/2014/main" id="{D6B14FE0-5274-E048-97A6-EB0AA162B4BD}"/>
                  </a:ext>
                </a:extLst>
              </p:cNvPr>
              <p:cNvSpPr>
                <a:spLocks/>
              </p:cNvSpPr>
              <p:nvPr/>
            </p:nvSpPr>
            <p:spPr bwMode="auto">
              <a:xfrm>
                <a:off x="12098282" y="8427819"/>
                <a:ext cx="343950" cy="531986"/>
              </a:xfrm>
              <a:custGeom>
                <a:avLst/>
                <a:gdLst>
                  <a:gd name="T0" fmla="*/ 29 w 37"/>
                  <a:gd name="T1" fmla="*/ 55 h 57"/>
                  <a:gd name="T2" fmla="*/ 37 w 37"/>
                  <a:gd name="T3" fmla="*/ 55 h 57"/>
                  <a:gd name="T4" fmla="*/ 33 w 37"/>
                  <a:gd name="T5" fmla="*/ 48 h 57"/>
                  <a:gd name="T6" fmla="*/ 32 w 37"/>
                  <a:gd name="T7" fmla="*/ 44 h 57"/>
                  <a:gd name="T8" fmla="*/ 30 w 37"/>
                  <a:gd name="T9" fmla="*/ 40 h 57"/>
                  <a:gd name="T10" fmla="*/ 32 w 37"/>
                  <a:gd name="T11" fmla="*/ 32 h 57"/>
                  <a:gd name="T12" fmla="*/ 34 w 37"/>
                  <a:gd name="T13" fmla="*/ 27 h 57"/>
                  <a:gd name="T14" fmla="*/ 31 w 37"/>
                  <a:gd name="T15" fmla="*/ 21 h 57"/>
                  <a:gd name="T16" fmla="*/ 28 w 37"/>
                  <a:gd name="T17" fmla="*/ 16 h 57"/>
                  <a:gd name="T18" fmla="*/ 34 w 37"/>
                  <a:gd name="T19" fmla="*/ 16 h 57"/>
                  <a:gd name="T20" fmla="*/ 32 w 37"/>
                  <a:gd name="T21" fmla="*/ 6 h 57"/>
                  <a:gd name="T22" fmla="*/ 30 w 37"/>
                  <a:gd name="T23" fmla="*/ 2 h 57"/>
                  <a:gd name="T24" fmla="*/ 27 w 37"/>
                  <a:gd name="T25" fmla="*/ 0 h 57"/>
                  <a:gd name="T26" fmla="*/ 28 w 37"/>
                  <a:gd name="T27" fmla="*/ 9 h 57"/>
                  <a:gd name="T28" fmla="*/ 23 w 37"/>
                  <a:gd name="T29" fmla="*/ 18 h 57"/>
                  <a:gd name="T30" fmla="*/ 21 w 37"/>
                  <a:gd name="T31" fmla="*/ 22 h 57"/>
                  <a:gd name="T32" fmla="*/ 18 w 37"/>
                  <a:gd name="T33" fmla="*/ 27 h 57"/>
                  <a:gd name="T34" fmla="*/ 15 w 37"/>
                  <a:gd name="T35" fmla="*/ 33 h 57"/>
                  <a:gd name="T36" fmla="*/ 11 w 37"/>
                  <a:gd name="T37" fmla="*/ 31 h 57"/>
                  <a:gd name="T38" fmla="*/ 2 w 37"/>
                  <a:gd name="T39" fmla="*/ 39 h 57"/>
                  <a:gd name="T40" fmla="*/ 1 w 37"/>
                  <a:gd name="T41" fmla="*/ 42 h 57"/>
                  <a:gd name="T42" fmla="*/ 4 w 37"/>
                  <a:gd name="T43" fmla="*/ 45 h 57"/>
                  <a:gd name="T44" fmla="*/ 5 w 37"/>
                  <a:gd name="T45" fmla="*/ 45 h 57"/>
                  <a:gd name="T46" fmla="*/ 7 w 37"/>
                  <a:gd name="T47" fmla="*/ 48 h 57"/>
                  <a:gd name="T48" fmla="*/ 7 w 37"/>
                  <a:gd name="T49" fmla="*/ 55 h 57"/>
                  <a:gd name="T50" fmla="*/ 16 w 37"/>
                  <a:gd name="T51" fmla="*/ 54 h 57"/>
                  <a:gd name="T52" fmla="*/ 29 w 37"/>
                  <a:gd name="T53"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57">
                    <a:moveTo>
                      <a:pt x="29" y="55"/>
                    </a:moveTo>
                    <a:cubicBezTo>
                      <a:pt x="32" y="55"/>
                      <a:pt x="35" y="57"/>
                      <a:pt x="37" y="55"/>
                    </a:cubicBezTo>
                    <a:cubicBezTo>
                      <a:pt x="37" y="51"/>
                      <a:pt x="35" y="50"/>
                      <a:pt x="33" y="48"/>
                    </a:cubicBezTo>
                    <a:cubicBezTo>
                      <a:pt x="32" y="47"/>
                      <a:pt x="32" y="46"/>
                      <a:pt x="32" y="44"/>
                    </a:cubicBezTo>
                    <a:cubicBezTo>
                      <a:pt x="31" y="43"/>
                      <a:pt x="30" y="42"/>
                      <a:pt x="30" y="40"/>
                    </a:cubicBezTo>
                    <a:cubicBezTo>
                      <a:pt x="29" y="36"/>
                      <a:pt x="31" y="35"/>
                      <a:pt x="32" y="32"/>
                    </a:cubicBezTo>
                    <a:cubicBezTo>
                      <a:pt x="33" y="30"/>
                      <a:pt x="34" y="29"/>
                      <a:pt x="34" y="27"/>
                    </a:cubicBezTo>
                    <a:cubicBezTo>
                      <a:pt x="33" y="25"/>
                      <a:pt x="33" y="23"/>
                      <a:pt x="31" y="21"/>
                    </a:cubicBezTo>
                    <a:cubicBezTo>
                      <a:pt x="31" y="21"/>
                      <a:pt x="26" y="18"/>
                      <a:pt x="28" y="16"/>
                    </a:cubicBezTo>
                    <a:cubicBezTo>
                      <a:pt x="29" y="15"/>
                      <a:pt x="32" y="16"/>
                      <a:pt x="34" y="16"/>
                    </a:cubicBezTo>
                    <a:cubicBezTo>
                      <a:pt x="32" y="12"/>
                      <a:pt x="32" y="10"/>
                      <a:pt x="32" y="6"/>
                    </a:cubicBezTo>
                    <a:cubicBezTo>
                      <a:pt x="32" y="5"/>
                      <a:pt x="32" y="3"/>
                      <a:pt x="30" y="2"/>
                    </a:cubicBezTo>
                    <a:cubicBezTo>
                      <a:pt x="30" y="1"/>
                      <a:pt x="27" y="0"/>
                      <a:pt x="27" y="0"/>
                    </a:cubicBezTo>
                    <a:cubicBezTo>
                      <a:pt x="27" y="2"/>
                      <a:pt x="33" y="7"/>
                      <a:pt x="28" y="9"/>
                    </a:cubicBezTo>
                    <a:cubicBezTo>
                      <a:pt x="25" y="11"/>
                      <a:pt x="24" y="14"/>
                      <a:pt x="23" y="18"/>
                    </a:cubicBezTo>
                    <a:cubicBezTo>
                      <a:pt x="22" y="19"/>
                      <a:pt x="22" y="22"/>
                      <a:pt x="21" y="22"/>
                    </a:cubicBezTo>
                    <a:cubicBezTo>
                      <a:pt x="19" y="23"/>
                      <a:pt x="19" y="25"/>
                      <a:pt x="18" y="27"/>
                    </a:cubicBezTo>
                    <a:cubicBezTo>
                      <a:pt x="17" y="29"/>
                      <a:pt x="16" y="31"/>
                      <a:pt x="15" y="33"/>
                    </a:cubicBezTo>
                    <a:cubicBezTo>
                      <a:pt x="13" y="35"/>
                      <a:pt x="12" y="31"/>
                      <a:pt x="11" y="31"/>
                    </a:cubicBezTo>
                    <a:cubicBezTo>
                      <a:pt x="6" y="31"/>
                      <a:pt x="3" y="35"/>
                      <a:pt x="2" y="39"/>
                    </a:cubicBezTo>
                    <a:cubicBezTo>
                      <a:pt x="2" y="40"/>
                      <a:pt x="0" y="41"/>
                      <a:pt x="1" y="42"/>
                    </a:cubicBezTo>
                    <a:cubicBezTo>
                      <a:pt x="2" y="43"/>
                      <a:pt x="3" y="44"/>
                      <a:pt x="4" y="45"/>
                    </a:cubicBezTo>
                    <a:cubicBezTo>
                      <a:pt x="4" y="46"/>
                      <a:pt x="5" y="44"/>
                      <a:pt x="5" y="45"/>
                    </a:cubicBezTo>
                    <a:cubicBezTo>
                      <a:pt x="6" y="46"/>
                      <a:pt x="7" y="47"/>
                      <a:pt x="7" y="48"/>
                    </a:cubicBezTo>
                    <a:cubicBezTo>
                      <a:pt x="8" y="50"/>
                      <a:pt x="7" y="53"/>
                      <a:pt x="7" y="55"/>
                    </a:cubicBezTo>
                    <a:cubicBezTo>
                      <a:pt x="10" y="54"/>
                      <a:pt x="13" y="54"/>
                      <a:pt x="16" y="54"/>
                    </a:cubicBezTo>
                    <a:cubicBezTo>
                      <a:pt x="20" y="54"/>
                      <a:pt x="25" y="55"/>
                      <a:pt x="29" y="5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79" name="Freeform 756">
                <a:extLst>
                  <a:ext uri="{FF2B5EF4-FFF2-40B4-BE49-F238E27FC236}">
                    <a16:creationId xmlns:a16="http://schemas.microsoft.com/office/drawing/2014/main" id="{106F5E11-51CD-BE42-A4AE-842A400520CD}"/>
                  </a:ext>
                </a:extLst>
              </p:cNvPr>
              <p:cNvSpPr>
                <a:spLocks/>
              </p:cNvSpPr>
              <p:nvPr/>
            </p:nvSpPr>
            <p:spPr bwMode="auto">
              <a:xfrm>
                <a:off x="11732043" y="8453303"/>
                <a:ext cx="140127" cy="289887"/>
              </a:xfrm>
              <a:custGeom>
                <a:avLst/>
                <a:gdLst>
                  <a:gd name="T0" fmla="*/ 11 w 15"/>
                  <a:gd name="T1" fmla="*/ 0 h 31"/>
                  <a:gd name="T2" fmla="*/ 9 w 15"/>
                  <a:gd name="T3" fmla="*/ 4 h 31"/>
                  <a:gd name="T4" fmla="*/ 4 w 15"/>
                  <a:gd name="T5" fmla="*/ 5 h 31"/>
                  <a:gd name="T6" fmla="*/ 1 w 15"/>
                  <a:gd name="T7" fmla="*/ 8 h 31"/>
                  <a:gd name="T8" fmla="*/ 3 w 15"/>
                  <a:gd name="T9" fmla="*/ 13 h 31"/>
                  <a:gd name="T10" fmla="*/ 6 w 15"/>
                  <a:gd name="T11" fmla="*/ 31 h 31"/>
                  <a:gd name="T12" fmla="*/ 11 w 15"/>
                  <a:gd name="T13" fmla="*/ 30 h 31"/>
                  <a:gd name="T14" fmla="*/ 11 w 15"/>
                  <a:gd name="T15" fmla="*/ 27 h 31"/>
                  <a:gd name="T16" fmla="*/ 11 w 15"/>
                  <a:gd name="T17" fmla="*/ 18 h 31"/>
                  <a:gd name="T18" fmla="*/ 15 w 15"/>
                  <a:gd name="T19" fmla="*/ 9 h 31"/>
                  <a:gd name="T20" fmla="*/ 14 w 15"/>
                  <a:gd name="T21" fmla="*/ 3 h 31"/>
                  <a:gd name="T22" fmla="*/ 11 w 15"/>
                  <a:gd name="T23" fmla="*/ 0 h 31"/>
                  <a:gd name="T24" fmla="*/ 11 w 15"/>
                  <a:gd name="T25"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31">
                    <a:moveTo>
                      <a:pt x="11" y="0"/>
                    </a:moveTo>
                    <a:cubicBezTo>
                      <a:pt x="9" y="2"/>
                      <a:pt x="10" y="2"/>
                      <a:pt x="9" y="4"/>
                    </a:cubicBezTo>
                    <a:cubicBezTo>
                      <a:pt x="8" y="6"/>
                      <a:pt x="6" y="5"/>
                      <a:pt x="4" y="5"/>
                    </a:cubicBezTo>
                    <a:cubicBezTo>
                      <a:pt x="4" y="5"/>
                      <a:pt x="2" y="7"/>
                      <a:pt x="1" y="8"/>
                    </a:cubicBezTo>
                    <a:cubicBezTo>
                      <a:pt x="0" y="9"/>
                      <a:pt x="2" y="11"/>
                      <a:pt x="3" y="13"/>
                    </a:cubicBezTo>
                    <a:cubicBezTo>
                      <a:pt x="7" y="18"/>
                      <a:pt x="4" y="25"/>
                      <a:pt x="6" y="31"/>
                    </a:cubicBezTo>
                    <a:cubicBezTo>
                      <a:pt x="7" y="31"/>
                      <a:pt x="9" y="31"/>
                      <a:pt x="11" y="30"/>
                    </a:cubicBezTo>
                    <a:cubicBezTo>
                      <a:pt x="12" y="30"/>
                      <a:pt x="12" y="29"/>
                      <a:pt x="11" y="27"/>
                    </a:cubicBezTo>
                    <a:cubicBezTo>
                      <a:pt x="11" y="24"/>
                      <a:pt x="11" y="21"/>
                      <a:pt x="11" y="18"/>
                    </a:cubicBezTo>
                    <a:cubicBezTo>
                      <a:pt x="11" y="14"/>
                      <a:pt x="14" y="12"/>
                      <a:pt x="15" y="9"/>
                    </a:cubicBezTo>
                    <a:cubicBezTo>
                      <a:pt x="15" y="6"/>
                      <a:pt x="15" y="5"/>
                      <a:pt x="14" y="3"/>
                    </a:cubicBezTo>
                    <a:cubicBezTo>
                      <a:pt x="14" y="3"/>
                      <a:pt x="11" y="0"/>
                      <a:pt x="11" y="0"/>
                    </a:cubicBezTo>
                    <a:cubicBezTo>
                      <a:pt x="10" y="1"/>
                      <a:pt x="11" y="0"/>
                      <a:pt x="1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0" name="Freeform 757">
                <a:extLst>
                  <a:ext uri="{FF2B5EF4-FFF2-40B4-BE49-F238E27FC236}">
                    <a16:creationId xmlns:a16="http://schemas.microsoft.com/office/drawing/2014/main" id="{795C9C68-2900-4648-A5CF-15010F2E08A0}"/>
                  </a:ext>
                </a:extLst>
              </p:cNvPr>
              <p:cNvSpPr>
                <a:spLocks/>
              </p:cNvSpPr>
              <p:nvPr/>
            </p:nvSpPr>
            <p:spPr bwMode="auto">
              <a:xfrm>
                <a:off x="11827584" y="8380032"/>
                <a:ext cx="550956" cy="477833"/>
              </a:xfrm>
              <a:custGeom>
                <a:avLst/>
                <a:gdLst>
                  <a:gd name="T0" fmla="*/ 31 w 59"/>
                  <a:gd name="T1" fmla="*/ 42 h 51"/>
                  <a:gd name="T2" fmla="*/ 37 w 59"/>
                  <a:gd name="T3" fmla="*/ 37 h 51"/>
                  <a:gd name="T4" fmla="*/ 40 w 59"/>
                  <a:gd name="T5" fmla="*/ 36 h 51"/>
                  <a:gd name="T6" fmla="*/ 43 w 59"/>
                  <a:gd name="T7" fmla="*/ 38 h 51"/>
                  <a:gd name="T8" fmla="*/ 47 w 59"/>
                  <a:gd name="T9" fmla="*/ 32 h 51"/>
                  <a:gd name="T10" fmla="*/ 48 w 59"/>
                  <a:gd name="T11" fmla="*/ 28 h 51"/>
                  <a:gd name="T12" fmla="*/ 51 w 59"/>
                  <a:gd name="T13" fmla="*/ 27 h 51"/>
                  <a:gd name="T14" fmla="*/ 56 w 59"/>
                  <a:gd name="T15" fmla="*/ 14 h 51"/>
                  <a:gd name="T16" fmla="*/ 59 w 59"/>
                  <a:gd name="T17" fmla="*/ 11 h 51"/>
                  <a:gd name="T18" fmla="*/ 57 w 59"/>
                  <a:gd name="T19" fmla="*/ 8 h 51"/>
                  <a:gd name="T20" fmla="*/ 56 w 59"/>
                  <a:gd name="T21" fmla="*/ 6 h 51"/>
                  <a:gd name="T22" fmla="*/ 54 w 59"/>
                  <a:gd name="T23" fmla="*/ 1 h 51"/>
                  <a:gd name="T24" fmla="*/ 48 w 59"/>
                  <a:gd name="T25" fmla="*/ 5 h 51"/>
                  <a:gd name="T26" fmla="*/ 40 w 59"/>
                  <a:gd name="T27" fmla="*/ 4 h 51"/>
                  <a:gd name="T28" fmla="*/ 32 w 59"/>
                  <a:gd name="T29" fmla="*/ 6 h 51"/>
                  <a:gd name="T30" fmla="*/ 26 w 59"/>
                  <a:gd name="T31" fmla="*/ 4 h 51"/>
                  <a:gd name="T32" fmla="*/ 19 w 59"/>
                  <a:gd name="T33" fmla="*/ 3 h 51"/>
                  <a:gd name="T34" fmla="*/ 13 w 59"/>
                  <a:gd name="T35" fmla="*/ 1 h 51"/>
                  <a:gd name="T36" fmla="*/ 8 w 59"/>
                  <a:gd name="T37" fmla="*/ 3 h 51"/>
                  <a:gd name="T38" fmla="*/ 7 w 59"/>
                  <a:gd name="T39" fmla="*/ 6 h 51"/>
                  <a:gd name="T40" fmla="*/ 6 w 59"/>
                  <a:gd name="T41" fmla="*/ 10 h 51"/>
                  <a:gd name="T42" fmla="*/ 5 w 59"/>
                  <a:gd name="T43" fmla="*/ 16 h 51"/>
                  <a:gd name="T44" fmla="*/ 1 w 59"/>
                  <a:gd name="T45" fmla="*/ 24 h 51"/>
                  <a:gd name="T46" fmla="*/ 2 w 59"/>
                  <a:gd name="T47" fmla="*/ 38 h 51"/>
                  <a:gd name="T48" fmla="*/ 5 w 59"/>
                  <a:gd name="T49" fmla="*/ 38 h 51"/>
                  <a:gd name="T50" fmla="*/ 9 w 59"/>
                  <a:gd name="T51" fmla="*/ 39 h 51"/>
                  <a:gd name="T52" fmla="*/ 14 w 59"/>
                  <a:gd name="T53" fmla="*/ 43 h 51"/>
                  <a:gd name="T54" fmla="*/ 14 w 59"/>
                  <a:gd name="T55" fmla="*/ 45 h 51"/>
                  <a:gd name="T56" fmla="*/ 16 w 59"/>
                  <a:gd name="T57" fmla="*/ 48 h 51"/>
                  <a:gd name="T58" fmla="*/ 23 w 59"/>
                  <a:gd name="T59" fmla="*/ 47 h 51"/>
                  <a:gd name="T60" fmla="*/ 22 w 59"/>
                  <a:gd name="T61" fmla="*/ 48 h 51"/>
                  <a:gd name="T62" fmla="*/ 27 w 59"/>
                  <a:gd name="T63" fmla="*/ 47 h 51"/>
                  <a:gd name="T64" fmla="*/ 30 w 59"/>
                  <a:gd name="T65" fmla="*/ 47 h 51"/>
                  <a:gd name="T66" fmla="*/ 31 w 59"/>
                  <a:gd name="T67" fmla="*/ 42 h 51"/>
                  <a:gd name="T68" fmla="*/ 31 w 59"/>
                  <a:gd name="T69"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 h="51">
                    <a:moveTo>
                      <a:pt x="31" y="42"/>
                    </a:moveTo>
                    <a:cubicBezTo>
                      <a:pt x="32" y="40"/>
                      <a:pt x="35" y="37"/>
                      <a:pt x="37" y="37"/>
                    </a:cubicBezTo>
                    <a:cubicBezTo>
                      <a:pt x="38" y="36"/>
                      <a:pt x="40" y="36"/>
                      <a:pt x="40" y="36"/>
                    </a:cubicBezTo>
                    <a:cubicBezTo>
                      <a:pt x="41" y="37"/>
                      <a:pt x="42" y="39"/>
                      <a:pt x="43" y="38"/>
                    </a:cubicBezTo>
                    <a:cubicBezTo>
                      <a:pt x="45" y="37"/>
                      <a:pt x="46" y="34"/>
                      <a:pt x="47" y="32"/>
                    </a:cubicBezTo>
                    <a:cubicBezTo>
                      <a:pt x="47" y="31"/>
                      <a:pt x="48" y="29"/>
                      <a:pt x="48" y="28"/>
                    </a:cubicBezTo>
                    <a:cubicBezTo>
                      <a:pt x="49" y="27"/>
                      <a:pt x="50" y="28"/>
                      <a:pt x="51" y="27"/>
                    </a:cubicBezTo>
                    <a:cubicBezTo>
                      <a:pt x="51" y="25"/>
                      <a:pt x="53" y="14"/>
                      <a:pt x="56" y="14"/>
                    </a:cubicBezTo>
                    <a:cubicBezTo>
                      <a:pt x="58" y="14"/>
                      <a:pt x="59" y="12"/>
                      <a:pt x="59" y="11"/>
                    </a:cubicBezTo>
                    <a:cubicBezTo>
                      <a:pt x="59" y="9"/>
                      <a:pt x="57" y="9"/>
                      <a:pt x="57" y="8"/>
                    </a:cubicBezTo>
                    <a:cubicBezTo>
                      <a:pt x="57" y="7"/>
                      <a:pt x="56" y="7"/>
                      <a:pt x="56" y="6"/>
                    </a:cubicBezTo>
                    <a:cubicBezTo>
                      <a:pt x="55" y="4"/>
                      <a:pt x="55" y="3"/>
                      <a:pt x="54" y="1"/>
                    </a:cubicBezTo>
                    <a:cubicBezTo>
                      <a:pt x="53" y="2"/>
                      <a:pt x="50" y="5"/>
                      <a:pt x="48" y="5"/>
                    </a:cubicBezTo>
                    <a:cubicBezTo>
                      <a:pt x="45" y="4"/>
                      <a:pt x="43" y="4"/>
                      <a:pt x="40" y="4"/>
                    </a:cubicBezTo>
                    <a:cubicBezTo>
                      <a:pt x="37" y="4"/>
                      <a:pt x="35" y="6"/>
                      <a:pt x="32" y="6"/>
                    </a:cubicBezTo>
                    <a:cubicBezTo>
                      <a:pt x="30" y="6"/>
                      <a:pt x="28" y="3"/>
                      <a:pt x="26" y="4"/>
                    </a:cubicBezTo>
                    <a:cubicBezTo>
                      <a:pt x="22" y="6"/>
                      <a:pt x="21" y="5"/>
                      <a:pt x="19" y="3"/>
                    </a:cubicBezTo>
                    <a:cubicBezTo>
                      <a:pt x="18" y="2"/>
                      <a:pt x="15" y="0"/>
                      <a:pt x="13" y="1"/>
                    </a:cubicBezTo>
                    <a:cubicBezTo>
                      <a:pt x="12" y="1"/>
                      <a:pt x="9" y="2"/>
                      <a:pt x="8" y="3"/>
                    </a:cubicBezTo>
                    <a:cubicBezTo>
                      <a:pt x="7" y="4"/>
                      <a:pt x="8" y="5"/>
                      <a:pt x="7" y="6"/>
                    </a:cubicBezTo>
                    <a:cubicBezTo>
                      <a:pt x="7" y="7"/>
                      <a:pt x="6" y="9"/>
                      <a:pt x="6" y="10"/>
                    </a:cubicBezTo>
                    <a:cubicBezTo>
                      <a:pt x="5" y="12"/>
                      <a:pt x="5" y="14"/>
                      <a:pt x="5" y="16"/>
                    </a:cubicBezTo>
                    <a:cubicBezTo>
                      <a:pt x="5" y="19"/>
                      <a:pt x="2" y="21"/>
                      <a:pt x="1" y="24"/>
                    </a:cubicBezTo>
                    <a:cubicBezTo>
                      <a:pt x="0" y="27"/>
                      <a:pt x="1" y="34"/>
                      <a:pt x="2" y="38"/>
                    </a:cubicBezTo>
                    <a:cubicBezTo>
                      <a:pt x="2" y="39"/>
                      <a:pt x="4" y="38"/>
                      <a:pt x="5" y="38"/>
                    </a:cubicBezTo>
                    <a:cubicBezTo>
                      <a:pt x="6" y="38"/>
                      <a:pt x="8" y="39"/>
                      <a:pt x="9" y="39"/>
                    </a:cubicBezTo>
                    <a:cubicBezTo>
                      <a:pt x="10" y="40"/>
                      <a:pt x="14" y="42"/>
                      <a:pt x="14" y="43"/>
                    </a:cubicBezTo>
                    <a:cubicBezTo>
                      <a:pt x="14" y="44"/>
                      <a:pt x="14" y="44"/>
                      <a:pt x="14" y="45"/>
                    </a:cubicBezTo>
                    <a:cubicBezTo>
                      <a:pt x="14" y="46"/>
                      <a:pt x="15" y="47"/>
                      <a:pt x="16" y="48"/>
                    </a:cubicBezTo>
                    <a:cubicBezTo>
                      <a:pt x="18" y="51"/>
                      <a:pt x="21" y="46"/>
                      <a:pt x="23" y="47"/>
                    </a:cubicBezTo>
                    <a:cubicBezTo>
                      <a:pt x="23" y="47"/>
                      <a:pt x="22" y="48"/>
                      <a:pt x="22" y="48"/>
                    </a:cubicBezTo>
                    <a:cubicBezTo>
                      <a:pt x="22" y="47"/>
                      <a:pt x="27" y="47"/>
                      <a:pt x="27" y="47"/>
                    </a:cubicBezTo>
                    <a:cubicBezTo>
                      <a:pt x="29" y="47"/>
                      <a:pt x="29" y="45"/>
                      <a:pt x="30" y="47"/>
                    </a:cubicBezTo>
                    <a:cubicBezTo>
                      <a:pt x="31" y="45"/>
                      <a:pt x="31" y="44"/>
                      <a:pt x="31" y="42"/>
                    </a:cubicBezTo>
                    <a:cubicBezTo>
                      <a:pt x="32" y="41"/>
                      <a:pt x="31" y="43"/>
                      <a:pt x="31" y="4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1" name="Freeform 758">
                <a:extLst>
                  <a:ext uri="{FF2B5EF4-FFF2-40B4-BE49-F238E27FC236}">
                    <a16:creationId xmlns:a16="http://schemas.microsoft.com/office/drawing/2014/main" id="{FD9C28B7-89B8-9642-B49A-E0CA4CDF13E3}"/>
                  </a:ext>
                </a:extLst>
              </p:cNvPr>
              <p:cNvSpPr>
                <a:spLocks/>
              </p:cNvSpPr>
              <p:nvPr/>
            </p:nvSpPr>
            <p:spPr bwMode="auto">
              <a:xfrm>
                <a:off x="11432679" y="8322691"/>
                <a:ext cx="394905" cy="280329"/>
              </a:xfrm>
              <a:custGeom>
                <a:avLst/>
                <a:gdLst>
                  <a:gd name="T0" fmla="*/ 35 w 42"/>
                  <a:gd name="T1" fmla="*/ 20 h 30"/>
                  <a:gd name="T2" fmla="*/ 41 w 42"/>
                  <a:gd name="T3" fmla="*/ 17 h 30"/>
                  <a:gd name="T4" fmla="*/ 38 w 42"/>
                  <a:gd name="T5" fmla="*/ 13 h 30"/>
                  <a:gd name="T6" fmla="*/ 33 w 42"/>
                  <a:gd name="T7" fmla="*/ 10 h 30"/>
                  <a:gd name="T8" fmla="*/ 32 w 42"/>
                  <a:gd name="T9" fmla="*/ 7 h 30"/>
                  <a:gd name="T10" fmla="*/ 30 w 42"/>
                  <a:gd name="T11" fmla="*/ 1 h 30"/>
                  <a:gd name="T12" fmla="*/ 26 w 42"/>
                  <a:gd name="T13" fmla="*/ 0 h 30"/>
                  <a:gd name="T14" fmla="*/ 22 w 42"/>
                  <a:gd name="T15" fmla="*/ 2 h 30"/>
                  <a:gd name="T16" fmla="*/ 19 w 42"/>
                  <a:gd name="T17" fmla="*/ 4 h 30"/>
                  <a:gd name="T18" fmla="*/ 17 w 42"/>
                  <a:gd name="T19" fmla="*/ 5 h 30"/>
                  <a:gd name="T20" fmla="*/ 11 w 42"/>
                  <a:gd name="T21" fmla="*/ 10 h 30"/>
                  <a:gd name="T22" fmla="*/ 9 w 42"/>
                  <a:gd name="T23" fmla="*/ 10 h 30"/>
                  <a:gd name="T24" fmla="*/ 7 w 42"/>
                  <a:gd name="T25" fmla="*/ 14 h 30"/>
                  <a:gd name="T26" fmla="*/ 5 w 42"/>
                  <a:gd name="T27" fmla="*/ 16 h 30"/>
                  <a:gd name="T28" fmla="*/ 2 w 42"/>
                  <a:gd name="T29" fmla="*/ 18 h 30"/>
                  <a:gd name="T30" fmla="*/ 1 w 42"/>
                  <a:gd name="T31" fmla="*/ 24 h 30"/>
                  <a:gd name="T32" fmla="*/ 8 w 42"/>
                  <a:gd name="T33" fmla="*/ 28 h 30"/>
                  <a:gd name="T34" fmla="*/ 16 w 42"/>
                  <a:gd name="T35" fmla="*/ 30 h 30"/>
                  <a:gd name="T36" fmla="*/ 15 w 42"/>
                  <a:gd name="T37" fmla="*/ 22 h 30"/>
                  <a:gd name="T38" fmla="*/ 26 w 42"/>
                  <a:gd name="T39" fmla="*/ 22 h 30"/>
                  <a:gd name="T40" fmla="*/ 35 w 42"/>
                  <a:gd name="T41" fmla="*/ 20 h 30"/>
                  <a:gd name="T42" fmla="*/ 35 w 42"/>
                  <a:gd name="T43" fmla="*/ 2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30">
                    <a:moveTo>
                      <a:pt x="35" y="20"/>
                    </a:moveTo>
                    <a:cubicBezTo>
                      <a:pt x="37" y="17"/>
                      <a:pt x="40" y="20"/>
                      <a:pt x="41" y="17"/>
                    </a:cubicBezTo>
                    <a:cubicBezTo>
                      <a:pt x="42" y="16"/>
                      <a:pt x="39" y="13"/>
                      <a:pt x="38" y="13"/>
                    </a:cubicBezTo>
                    <a:cubicBezTo>
                      <a:pt x="37" y="15"/>
                      <a:pt x="34" y="11"/>
                      <a:pt x="33" y="10"/>
                    </a:cubicBezTo>
                    <a:cubicBezTo>
                      <a:pt x="33" y="9"/>
                      <a:pt x="33" y="8"/>
                      <a:pt x="32" y="7"/>
                    </a:cubicBezTo>
                    <a:cubicBezTo>
                      <a:pt x="30" y="5"/>
                      <a:pt x="30" y="4"/>
                      <a:pt x="30" y="1"/>
                    </a:cubicBezTo>
                    <a:cubicBezTo>
                      <a:pt x="29" y="1"/>
                      <a:pt x="27" y="0"/>
                      <a:pt x="26" y="0"/>
                    </a:cubicBezTo>
                    <a:cubicBezTo>
                      <a:pt x="24" y="1"/>
                      <a:pt x="23" y="2"/>
                      <a:pt x="22" y="2"/>
                    </a:cubicBezTo>
                    <a:cubicBezTo>
                      <a:pt x="21" y="3"/>
                      <a:pt x="20" y="4"/>
                      <a:pt x="19" y="4"/>
                    </a:cubicBezTo>
                    <a:cubicBezTo>
                      <a:pt x="18" y="6"/>
                      <a:pt x="18" y="4"/>
                      <a:pt x="17" y="5"/>
                    </a:cubicBezTo>
                    <a:cubicBezTo>
                      <a:pt x="15" y="6"/>
                      <a:pt x="13" y="11"/>
                      <a:pt x="11" y="10"/>
                    </a:cubicBezTo>
                    <a:cubicBezTo>
                      <a:pt x="10" y="10"/>
                      <a:pt x="9" y="8"/>
                      <a:pt x="9" y="10"/>
                    </a:cubicBezTo>
                    <a:cubicBezTo>
                      <a:pt x="8" y="11"/>
                      <a:pt x="8" y="13"/>
                      <a:pt x="7" y="14"/>
                    </a:cubicBezTo>
                    <a:cubicBezTo>
                      <a:pt x="7" y="15"/>
                      <a:pt x="7" y="16"/>
                      <a:pt x="5" y="16"/>
                    </a:cubicBezTo>
                    <a:cubicBezTo>
                      <a:pt x="5" y="16"/>
                      <a:pt x="1" y="17"/>
                      <a:pt x="2" y="18"/>
                    </a:cubicBezTo>
                    <a:cubicBezTo>
                      <a:pt x="5" y="20"/>
                      <a:pt x="0" y="23"/>
                      <a:pt x="1" y="24"/>
                    </a:cubicBezTo>
                    <a:cubicBezTo>
                      <a:pt x="3" y="25"/>
                      <a:pt x="5" y="30"/>
                      <a:pt x="8" y="28"/>
                    </a:cubicBezTo>
                    <a:cubicBezTo>
                      <a:pt x="11" y="26"/>
                      <a:pt x="13" y="27"/>
                      <a:pt x="16" y="30"/>
                    </a:cubicBezTo>
                    <a:cubicBezTo>
                      <a:pt x="15" y="27"/>
                      <a:pt x="15" y="24"/>
                      <a:pt x="15" y="22"/>
                    </a:cubicBezTo>
                    <a:cubicBezTo>
                      <a:pt x="19" y="22"/>
                      <a:pt x="22" y="22"/>
                      <a:pt x="26" y="22"/>
                    </a:cubicBezTo>
                    <a:cubicBezTo>
                      <a:pt x="29" y="22"/>
                      <a:pt x="34" y="23"/>
                      <a:pt x="35" y="20"/>
                    </a:cubicBezTo>
                    <a:cubicBezTo>
                      <a:pt x="36" y="18"/>
                      <a:pt x="35" y="20"/>
                      <a:pt x="35" y="2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2" name="Freeform 759">
                <a:extLst>
                  <a:ext uri="{FF2B5EF4-FFF2-40B4-BE49-F238E27FC236}">
                    <a16:creationId xmlns:a16="http://schemas.microsoft.com/office/drawing/2014/main" id="{B78AAB46-F487-994E-8C0A-BE8216509FDF}"/>
                  </a:ext>
                </a:extLst>
              </p:cNvPr>
              <p:cNvSpPr>
                <a:spLocks/>
              </p:cNvSpPr>
              <p:nvPr/>
            </p:nvSpPr>
            <p:spPr bwMode="auto">
              <a:xfrm>
                <a:off x="11697010" y="8529753"/>
                <a:ext cx="92356" cy="222990"/>
              </a:xfrm>
              <a:custGeom>
                <a:avLst/>
                <a:gdLst>
                  <a:gd name="T0" fmla="*/ 9 w 10"/>
                  <a:gd name="T1" fmla="*/ 10 h 24"/>
                  <a:gd name="T2" fmla="*/ 8 w 10"/>
                  <a:gd name="T3" fmla="*/ 6 h 24"/>
                  <a:gd name="T4" fmla="*/ 5 w 10"/>
                  <a:gd name="T5" fmla="*/ 0 h 24"/>
                  <a:gd name="T6" fmla="*/ 2 w 10"/>
                  <a:gd name="T7" fmla="*/ 0 h 24"/>
                  <a:gd name="T8" fmla="*/ 2 w 10"/>
                  <a:gd name="T9" fmla="*/ 3 h 24"/>
                  <a:gd name="T10" fmla="*/ 2 w 10"/>
                  <a:gd name="T11" fmla="*/ 9 h 24"/>
                  <a:gd name="T12" fmla="*/ 4 w 10"/>
                  <a:gd name="T13" fmla="*/ 15 h 24"/>
                  <a:gd name="T14" fmla="*/ 4 w 10"/>
                  <a:gd name="T15" fmla="*/ 21 h 24"/>
                  <a:gd name="T16" fmla="*/ 6 w 10"/>
                  <a:gd name="T17" fmla="*/ 23 h 24"/>
                  <a:gd name="T18" fmla="*/ 9 w 10"/>
                  <a:gd name="T19" fmla="*/ 23 h 24"/>
                  <a:gd name="T20" fmla="*/ 9 w 10"/>
                  <a:gd name="T21" fmla="*/ 10 h 24"/>
                  <a:gd name="T22" fmla="*/ 9 w 10"/>
                  <a:gd name="T2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4">
                    <a:moveTo>
                      <a:pt x="9" y="10"/>
                    </a:moveTo>
                    <a:cubicBezTo>
                      <a:pt x="9" y="9"/>
                      <a:pt x="9" y="7"/>
                      <a:pt x="8" y="6"/>
                    </a:cubicBezTo>
                    <a:cubicBezTo>
                      <a:pt x="7" y="5"/>
                      <a:pt x="4" y="1"/>
                      <a:pt x="5" y="0"/>
                    </a:cubicBezTo>
                    <a:cubicBezTo>
                      <a:pt x="4" y="0"/>
                      <a:pt x="3" y="0"/>
                      <a:pt x="2" y="0"/>
                    </a:cubicBezTo>
                    <a:cubicBezTo>
                      <a:pt x="0" y="0"/>
                      <a:pt x="2" y="2"/>
                      <a:pt x="2" y="3"/>
                    </a:cubicBezTo>
                    <a:cubicBezTo>
                      <a:pt x="3" y="5"/>
                      <a:pt x="2" y="7"/>
                      <a:pt x="2" y="9"/>
                    </a:cubicBezTo>
                    <a:cubicBezTo>
                      <a:pt x="1" y="12"/>
                      <a:pt x="3" y="12"/>
                      <a:pt x="4" y="15"/>
                    </a:cubicBezTo>
                    <a:cubicBezTo>
                      <a:pt x="4" y="17"/>
                      <a:pt x="3" y="19"/>
                      <a:pt x="4" y="21"/>
                    </a:cubicBezTo>
                    <a:cubicBezTo>
                      <a:pt x="4" y="22"/>
                      <a:pt x="5" y="23"/>
                      <a:pt x="6" y="23"/>
                    </a:cubicBezTo>
                    <a:cubicBezTo>
                      <a:pt x="7" y="24"/>
                      <a:pt x="10" y="24"/>
                      <a:pt x="9" y="23"/>
                    </a:cubicBezTo>
                    <a:cubicBezTo>
                      <a:pt x="9" y="19"/>
                      <a:pt x="9" y="15"/>
                      <a:pt x="9" y="10"/>
                    </a:cubicBezTo>
                    <a:cubicBezTo>
                      <a:pt x="9" y="7"/>
                      <a:pt x="9" y="13"/>
                      <a:pt x="9" y="1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3" name="Freeform 760">
                <a:extLst>
                  <a:ext uri="{FF2B5EF4-FFF2-40B4-BE49-F238E27FC236}">
                    <a16:creationId xmlns:a16="http://schemas.microsoft.com/office/drawing/2014/main" id="{654EEF9B-3652-BD4C-BF40-8A5FF98F829E}"/>
                  </a:ext>
                </a:extLst>
              </p:cNvPr>
              <p:cNvSpPr>
                <a:spLocks/>
              </p:cNvSpPr>
              <p:nvPr/>
            </p:nvSpPr>
            <p:spPr bwMode="auto">
              <a:xfrm>
                <a:off x="11295734" y="8539311"/>
                <a:ext cx="296178" cy="289887"/>
              </a:xfrm>
              <a:custGeom>
                <a:avLst/>
                <a:gdLst>
                  <a:gd name="T0" fmla="*/ 26 w 32"/>
                  <a:gd name="T1" fmla="*/ 4 h 31"/>
                  <a:gd name="T2" fmla="*/ 21 w 32"/>
                  <a:gd name="T3" fmla="*/ 5 h 31"/>
                  <a:gd name="T4" fmla="*/ 15 w 32"/>
                  <a:gd name="T5" fmla="*/ 1 h 31"/>
                  <a:gd name="T6" fmla="*/ 13 w 32"/>
                  <a:gd name="T7" fmla="*/ 1 h 31"/>
                  <a:gd name="T8" fmla="*/ 10 w 32"/>
                  <a:gd name="T9" fmla="*/ 2 h 31"/>
                  <a:gd name="T10" fmla="*/ 6 w 32"/>
                  <a:gd name="T11" fmla="*/ 2 h 31"/>
                  <a:gd name="T12" fmla="*/ 4 w 32"/>
                  <a:gd name="T13" fmla="*/ 3 h 31"/>
                  <a:gd name="T14" fmla="*/ 3 w 32"/>
                  <a:gd name="T15" fmla="*/ 6 h 31"/>
                  <a:gd name="T16" fmla="*/ 5 w 32"/>
                  <a:gd name="T17" fmla="*/ 7 h 31"/>
                  <a:gd name="T18" fmla="*/ 3 w 32"/>
                  <a:gd name="T19" fmla="*/ 9 h 31"/>
                  <a:gd name="T20" fmla="*/ 5 w 32"/>
                  <a:gd name="T21" fmla="*/ 12 h 31"/>
                  <a:gd name="T22" fmla="*/ 3 w 32"/>
                  <a:gd name="T23" fmla="*/ 13 h 31"/>
                  <a:gd name="T24" fmla="*/ 2 w 32"/>
                  <a:gd name="T25" fmla="*/ 16 h 31"/>
                  <a:gd name="T26" fmla="*/ 2 w 32"/>
                  <a:gd name="T27" fmla="*/ 19 h 31"/>
                  <a:gd name="T28" fmla="*/ 3 w 32"/>
                  <a:gd name="T29" fmla="*/ 23 h 31"/>
                  <a:gd name="T30" fmla="*/ 7 w 32"/>
                  <a:gd name="T31" fmla="*/ 26 h 31"/>
                  <a:gd name="T32" fmla="*/ 7 w 32"/>
                  <a:gd name="T33" fmla="*/ 31 h 31"/>
                  <a:gd name="T34" fmla="*/ 19 w 32"/>
                  <a:gd name="T35" fmla="*/ 28 h 31"/>
                  <a:gd name="T36" fmla="*/ 26 w 32"/>
                  <a:gd name="T37" fmla="*/ 28 h 31"/>
                  <a:gd name="T38" fmla="*/ 30 w 32"/>
                  <a:gd name="T39" fmla="*/ 26 h 31"/>
                  <a:gd name="T40" fmla="*/ 28 w 32"/>
                  <a:gd name="T41" fmla="*/ 21 h 31"/>
                  <a:gd name="T42" fmla="*/ 30 w 32"/>
                  <a:gd name="T43" fmla="*/ 15 h 31"/>
                  <a:gd name="T44" fmla="*/ 26 w 32"/>
                  <a:gd name="T45" fmla="*/ 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2" h="31">
                    <a:moveTo>
                      <a:pt x="26" y="4"/>
                    </a:moveTo>
                    <a:cubicBezTo>
                      <a:pt x="24" y="4"/>
                      <a:pt x="23" y="6"/>
                      <a:pt x="21" y="5"/>
                    </a:cubicBezTo>
                    <a:cubicBezTo>
                      <a:pt x="19" y="5"/>
                      <a:pt x="17" y="0"/>
                      <a:pt x="15" y="1"/>
                    </a:cubicBezTo>
                    <a:cubicBezTo>
                      <a:pt x="14" y="2"/>
                      <a:pt x="13" y="2"/>
                      <a:pt x="13" y="1"/>
                    </a:cubicBezTo>
                    <a:cubicBezTo>
                      <a:pt x="12" y="0"/>
                      <a:pt x="11" y="2"/>
                      <a:pt x="10" y="2"/>
                    </a:cubicBezTo>
                    <a:cubicBezTo>
                      <a:pt x="8" y="3"/>
                      <a:pt x="7" y="2"/>
                      <a:pt x="6" y="2"/>
                    </a:cubicBezTo>
                    <a:cubicBezTo>
                      <a:pt x="5" y="1"/>
                      <a:pt x="5" y="3"/>
                      <a:pt x="4" y="3"/>
                    </a:cubicBezTo>
                    <a:cubicBezTo>
                      <a:pt x="3" y="3"/>
                      <a:pt x="2" y="5"/>
                      <a:pt x="3" y="6"/>
                    </a:cubicBezTo>
                    <a:cubicBezTo>
                      <a:pt x="3" y="7"/>
                      <a:pt x="5" y="7"/>
                      <a:pt x="5" y="7"/>
                    </a:cubicBezTo>
                    <a:cubicBezTo>
                      <a:pt x="5" y="8"/>
                      <a:pt x="3" y="9"/>
                      <a:pt x="3" y="9"/>
                    </a:cubicBezTo>
                    <a:cubicBezTo>
                      <a:pt x="3" y="10"/>
                      <a:pt x="5" y="11"/>
                      <a:pt x="5" y="12"/>
                    </a:cubicBezTo>
                    <a:cubicBezTo>
                      <a:pt x="5" y="12"/>
                      <a:pt x="3" y="11"/>
                      <a:pt x="3" y="13"/>
                    </a:cubicBezTo>
                    <a:cubicBezTo>
                      <a:pt x="3" y="14"/>
                      <a:pt x="4" y="16"/>
                      <a:pt x="2" y="16"/>
                    </a:cubicBezTo>
                    <a:cubicBezTo>
                      <a:pt x="3" y="17"/>
                      <a:pt x="3" y="18"/>
                      <a:pt x="2" y="19"/>
                    </a:cubicBezTo>
                    <a:cubicBezTo>
                      <a:pt x="2" y="21"/>
                      <a:pt x="0" y="21"/>
                      <a:pt x="3" y="23"/>
                    </a:cubicBezTo>
                    <a:cubicBezTo>
                      <a:pt x="4" y="23"/>
                      <a:pt x="6" y="24"/>
                      <a:pt x="7" y="26"/>
                    </a:cubicBezTo>
                    <a:cubicBezTo>
                      <a:pt x="8" y="27"/>
                      <a:pt x="7" y="29"/>
                      <a:pt x="7" y="31"/>
                    </a:cubicBezTo>
                    <a:cubicBezTo>
                      <a:pt x="11" y="30"/>
                      <a:pt x="14" y="28"/>
                      <a:pt x="19" y="28"/>
                    </a:cubicBezTo>
                    <a:cubicBezTo>
                      <a:pt x="21" y="27"/>
                      <a:pt x="24" y="28"/>
                      <a:pt x="26" y="28"/>
                    </a:cubicBezTo>
                    <a:cubicBezTo>
                      <a:pt x="28" y="28"/>
                      <a:pt x="31" y="29"/>
                      <a:pt x="30" y="26"/>
                    </a:cubicBezTo>
                    <a:cubicBezTo>
                      <a:pt x="30" y="24"/>
                      <a:pt x="29" y="23"/>
                      <a:pt x="28" y="21"/>
                    </a:cubicBezTo>
                    <a:cubicBezTo>
                      <a:pt x="28" y="19"/>
                      <a:pt x="29" y="17"/>
                      <a:pt x="30" y="15"/>
                    </a:cubicBezTo>
                    <a:cubicBezTo>
                      <a:pt x="31" y="11"/>
                      <a:pt x="32" y="4"/>
                      <a:pt x="26"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4" name="Freeform 761">
                <a:extLst>
                  <a:ext uri="{FF2B5EF4-FFF2-40B4-BE49-F238E27FC236}">
                    <a16:creationId xmlns:a16="http://schemas.microsoft.com/office/drawing/2014/main" id="{140D5C22-B774-1948-ABCF-B9D45B0CDE77}"/>
                  </a:ext>
                </a:extLst>
              </p:cNvPr>
              <p:cNvSpPr>
                <a:spLocks/>
              </p:cNvSpPr>
              <p:nvPr/>
            </p:nvSpPr>
            <p:spPr bwMode="auto">
              <a:xfrm>
                <a:off x="11547328" y="8529753"/>
                <a:ext cx="213379" cy="280329"/>
              </a:xfrm>
              <a:custGeom>
                <a:avLst/>
                <a:gdLst>
                  <a:gd name="T0" fmla="*/ 19 w 23"/>
                  <a:gd name="T1" fmla="*/ 13 h 30"/>
                  <a:gd name="T2" fmla="*/ 18 w 23"/>
                  <a:gd name="T3" fmla="*/ 6 h 30"/>
                  <a:gd name="T4" fmla="*/ 17 w 23"/>
                  <a:gd name="T5" fmla="*/ 0 h 30"/>
                  <a:gd name="T6" fmla="*/ 3 w 23"/>
                  <a:gd name="T7" fmla="*/ 0 h 30"/>
                  <a:gd name="T8" fmla="*/ 4 w 23"/>
                  <a:gd name="T9" fmla="*/ 11 h 30"/>
                  <a:gd name="T10" fmla="*/ 1 w 23"/>
                  <a:gd name="T11" fmla="*/ 22 h 30"/>
                  <a:gd name="T12" fmla="*/ 3 w 23"/>
                  <a:gd name="T13" fmla="*/ 30 h 30"/>
                  <a:gd name="T14" fmla="*/ 10 w 23"/>
                  <a:gd name="T15" fmla="*/ 29 h 30"/>
                  <a:gd name="T16" fmla="*/ 23 w 23"/>
                  <a:gd name="T17" fmla="*/ 24 h 30"/>
                  <a:gd name="T18" fmla="*/ 20 w 23"/>
                  <a:gd name="T19" fmla="*/ 19 h 30"/>
                  <a:gd name="T20" fmla="*/ 19 w 23"/>
                  <a:gd name="T21" fmla="*/ 13 h 30"/>
                  <a:gd name="T22" fmla="*/ 19 w 23"/>
                  <a:gd name="T2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0">
                    <a:moveTo>
                      <a:pt x="19" y="13"/>
                    </a:moveTo>
                    <a:cubicBezTo>
                      <a:pt x="17" y="11"/>
                      <a:pt x="18" y="8"/>
                      <a:pt x="18" y="6"/>
                    </a:cubicBezTo>
                    <a:cubicBezTo>
                      <a:pt x="19" y="4"/>
                      <a:pt x="16" y="2"/>
                      <a:pt x="17" y="0"/>
                    </a:cubicBezTo>
                    <a:cubicBezTo>
                      <a:pt x="12" y="0"/>
                      <a:pt x="8" y="0"/>
                      <a:pt x="3" y="0"/>
                    </a:cubicBezTo>
                    <a:cubicBezTo>
                      <a:pt x="3" y="3"/>
                      <a:pt x="4" y="7"/>
                      <a:pt x="4" y="11"/>
                    </a:cubicBezTo>
                    <a:cubicBezTo>
                      <a:pt x="4" y="15"/>
                      <a:pt x="0" y="18"/>
                      <a:pt x="1" y="22"/>
                    </a:cubicBezTo>
                    <a:cubicBezTo>
                      <a:pt x="2" y="25"/>
                      <a:pt x="4" y="26"/>
                      <a:pt x="3" y="30"/>
                    </a:cubicBezTo>
                    <a:cubicBezTo>
                      <a:pt x="6" y="30"/>
                      <a:pt x="7" y="30"/>
                      <a:pt x="10" y="29"/>
                    </a:cubicBezTo>
                    <a:cubicBezTo>
                      <a:pt x="15" y="28"/>
                      <a:pt x="19" y="26"/>
                      <a:pt x="23" y="24"/>
                    </a:cubicBezTo>
                    <a:cubicBezTo>
                      <a:pt x="21" y="23"/>
                      <a:pt x="20" y="21"/>
                      <a:pt x="20" y="19"/>
                    </a:cubicBezTo>
                    <a:cubicBezTo>
                      <a:pt x="20" y="17"/>
                      <a:pt x="20" y="15"/>
                      <a:pt x="19" y="13"/>
                    </a:cubicBezTo>
                    <a:cubicBezTo>
                      <a:pt x="17" y="11"/>
                      <a:pt x="20" y="15"/>
                      <a:pt x="19" y="1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5" name="Freeform 762">
                <a:extLst>
                  <a:ext uri="{FF2B5EF4-FFF2-40B4-BE49-F238E27FC236}">
                    <a16:creationId xmlns:a16="http://schemas.microsoft.com/office/drawing/2014/main" id="{B46929C8-44A3-D44B-A4BD-24C4671ED1B0}"/>
                  </a:ext>
                </a:extLst>
              </p:cNvPr>
              <p:cNvSpPr>
                <a:spLocks/>
              </p:cNvSpPr>
              <p:nvPr/>
            </p:nvSpPr>
            <p:spPr bwMode="auto">
              <a:xfrm>
                <a:off x="11079175" y="8558422"/>
                <a:ext cx="140127" cy="168835"/>
              </a:xfrm>
              <a:custGeom>
                <a:avLst/>
                <a:gdLst>
                  <a:gd name="T0" fmla="*/ 12 w 15"/>
                  <a:gd name="T1" fmla="*/ 14 h 18"/>
                  <a:gd name="T2" fmla="*/ 14 w 15"/>
                  <a:gd name="T3" fmla="*/ 6 h 18"/>
                  <a:gd name="T4" fmla="*/ 5 w 15"/>
                  <a:gd name="T5" fmla="*/ 3 h 18"/>
                  <a:gd name="T6" fmla="*/ 1 w 15"/>
                  <a:gd name="T7" fmla="*/ 8 h 18"/>
                  <a:gd name="T8" fmla="*/ 4 w 15"/>
                  <a:gd name="T9" fmla="*/ 12 h 18"/>
                  <a:gd name="T10" fmla="*/ 7 w 15"/>
                  <a:gd name="T11" fmla="*/ 16 h 18"/>
                  <a:gd name="T12" fmla="*/ 10 w 15"/>
                  <a:gd name="T13" fmla="*/ 16 h 18"/>
                  <a:gd name="T14" fmla="*/ 12 w 15"/>
                  <a:gd name="T15" fmla="*/ 14 h 18"/>
                  <a:gd name="T16" fmla="*/ 12 w 15"/>
                  <a:gd name="T17"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8">
                    <a:moveTo>
                      <a:pt x="12" y="14"/>
                    </a:moveTo>
                    <a:cubicBezTo>
                      <a:pt x="15" y="13"/>
                      <a:pt x="15" y="8"/>
                      <a:pt x="14" y="6"/>
                    </a:cubicBezTo>
                    <a:cubicBezTo>
                      <a:pt x="12" y="2"/>
                      <a:pt x="8" y="0"/>
                      <a:pt x="5" y="3"/>
                    </a:cubicBezTo>
                    <a:cubicBezTo>
                      <a:pt x="3" y="4"/>
                      <a:pt x="0" y="6"/>
                      <a:pt x="1" y="8"/>
                    </a:cubicBezTo>
                    <a:cubicBezTo>
                      <a:pt x="2" y="10"/>
                      <a:pt x="2" y="11"/>
                      <a:pt x="4" y="12"/>
                    </a:cubicBezTo>
                    <a:cubicBezTo>
                      <a:pt x="5" y="14"/>
                      <a:pt x="5" y="15"/>
                      <a:pt x="7" y="16"/>
                    </a:cubicBezTo>
                    <a:cubicBezTo>
                      <a:pt x="8" y="17"/>
                      <a:pt x="9" y="18"/>
                      <a:pt x="10" y="16"/>
                    </a:cubicBezTo>
                    <a:cubicBezTo>
                      <a:pt x="10" y="15"/>
                      <a:pt x="11" y="15"/>
                      <a:pt x="12" y="14"/>
                    </a:cubicBezTo>
                    <a:cubicBezTo>
                      <a:pt x="14" y="13"/>
                      <a:pt x="11" y="15"/>
                      <a:pt x="12" y="1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6" name="Freeform 763">
                <a:extLst>
                  <a:ext uri="{FF2B5EF4-FFF2-40B4-BE49-F238E27FC236}">
                    <a16:creationId xmlns:a16="http://schemas.microsoft.com/office/drawing/2014/main" id="{B67E5888-A08B-EB4B-983A-C98672DA95FF}"/>
                  </a:ext>
                </a:extLst>
              </p:cNvPr>
              <p:cNvSpPr>
                <a:spLocks/>
              </p:cNvSpPr>
              <p:nvPr/>
            </p:nvSpPr>
            <p:spPr bwMode="auto">
              <a:xfrm>
                <a:off x="11161976" y="8631691"/>
                <a:ext cx="207006" cy="197506"/>
              </a:xfrm>
              <a:custGeom>
                <a:avLst/>
                <a:gdLst>
                  <a:gd name="T0" fmla="*/ 21 w 22"/>
                  <a:gd name="T1" fmla="*/ 17 h 21"/>
                  <a:gd name="T2" fmla="*/ 19 w 22"/>
                  <a:gd name="T3" fmla="*/ 13 h 21"/>
                  <a:gd name="T4" fmla="*/ 16 w 22"/>
                  <a:gd name="T5" fmla="*/ 11 h 21"/>
                  <a:gd name="T6" fmla="*/ 16 w 22"/>
                  <a:gd name="T7" fmla="*/ 6 h 21"/>
                  <a:gd name="T8" fmla="*/ 13 w 22"/>
                  <a:gd name="T9" fmla="*/ 8 h 21"/>
                  <a:gd name="T10" fmla="*/ 9 w 22"/>
                  <a:gd name="T11" fmla="*/ 1 h 21"/>
                  <a:gd name="T12" fmla="*/ 5 w 22"/>
                  <a:gd name="T13" fmla="*/ 4 h 21"/>
                  <a:gd name="T14" fmla="*/ 0 w 22"/>
                  <a:gd name="T15" fmla="*/ 9 h 21"/>
                  <a:gd name="T16" fmla="*/ 12 w 22"/>
                  <a:gd name="T17" fmla="*/ 18 h 21"/>
                  <a:gd name="T18" fmla="*/ 19 w 22"/>
                  <a:gd name="T19" fmla="*/ 21 h 21"/>
                  <a:gd name="T20" fmla="*/ 21 w 22"/>
                  <a:gd name="T21" fmla="*/ 17 h 21"/>
                  <a:gd name="T22" fmla="*/ 21 w 22"/>
                  <a:gd name="T2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21">
                    <a:moveTo>
                      <a:pt x="21" y="17"/>
                    </a:moveTo>
                    <a:cubicBezTo>
                      <a:pt x="22" y="15"/>
                      <a:pt x="20" y="14"/>
                      <a:pt x="19" y="13"/>
                    </a:cubicBezTo>
                    <a:cubicBezTo>
                      <a:pt x="18" y="13"/>
                      <a:pt x="14" y="12"/>
                      <a:pt x="16" y="11"/>
                    </a:cubicBezTo>
                    <a:cubicBezTo>
                      <a:pt x="17" y="10"/>
                      <a:pt x="17" y="7"/>
                      <a:pt x="16" y="6"/>
                    </a:cubicBezTo>
                    <a:cubicBezTo>
                      <a:pt x="15" y="4"/>
                      <a:pt x="14" y="8"/>
                      <a:pt x="13" y="8"/>
                    </a:cubicBezTo>
                    <a:cubicBezTo>
                      <a:pt x="10" y="8"/>
                      <a:pt x="11" y="0"/>
                      <a:pt x="9" y="1"/>
                    </a:cubicBezTo>
                    <a:cubicBezTo>
                      <a:pt x="8" y="2"/>
                      <a:pt x="6" y="3"/>
                      <a:pt x="5" y="4"/>
                    </a:cubicBezTo>
                    <a:cubicBezTo>
                      <a:pt x="4" y="6"/>
                      <a:pt x="2" y="7"/>
                      <a:pt x="0" y="9"/>
                    </a:cubicBezTo>
                    <a:cubicBezTo>
                      <a:pt x="5" y="12"/>
                      <a:pt x="8" y="15"/>
                      <a:pt x="12" y="18"/>
                    </a:cubicBezTo>
                    <a:cubicBezTo>
                      <a:pt x="14" y="20"/>
                      <a:pt x="16" y="21"/>
                      <a:pt x="19" y="21"/>
                    </a:cubicBezTo>
                    <a:cubicBezTo>
                      <a:pt x="22" y="21"/>
                      <a:pt x="20" y="19"/>
                      <a:pt x="21" y="17"/>
                    </a:cubicBezTo>
                    <a:cubicBezTo>
                      <a:pt x="22" y="15"/>
                      <a:pt x="21" y="19"/>
                      <a:pt x="21" y="1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7" name="Freeform 764">
                <a:extLst>
                  <a:ext uri="{FF2B5EF4-FFF2-40B4-BE49-F238E27FC236}">
                    <a16:creationId xmlns:a16="http://schemas.microsoft.com/office/drawing/2014/main" id="{4C161053-4F4A-5D43-9644-6F413723712B}"/>
                  </a:ext>
                </a:extLst>
              </p:cNvPr>
              <p:cNvSpPr>
                <a:spLocks/>
              </p:cNvSpPr>
              <p:nvPr/>
            </p:nvSpPr>
            <p:spPr bwMode="auto">
              <a:xfrm>
                <a:off x="11015478" y="8443745"/>
                <a:ext cx="324842" cy="273958"/>
              </a:xfrm>
              <a:custGeom>
                <a:avLst/>
                <a:gdLst>
                  <a:gd name="T0" fmla="*/ 10 w 35"/>
                  <a:gd name="T1" fmla="*/ 16 h 29"/>
                  <a:gd name="T2" fmla="*/ 20 w 35"/>
                  <a:gd name="T3" fmla="*/ 17 h 29"/>
                  <a:gd name="T4" fmla="*/ 21 w 35"/>
                  <a:gd name="T5" fmla="*/ 23 h 29"/>
                  <a:gd name="T6" fmla="*/ 25 w 35"/>
                  <a:gd name="T7" fmla="*/ 21 h 29"/>
                  <a:gd name="T8" fmla="*/ 29 w 35"/>
                  <a:gd name="T9" fmla="*/ 27 h 29"/>
                  <a:gd name="T10" fmla="*/ 31 w 35"/>
                  <a:gd name="T11" fmla="*/ 26 h 29"/>
                  <a:gd name="T12" fmla="*/ 33 w 35"/>
                  <a:gd name="T13" fmla="*/ 25 h 29"/>
                  <a:gd name="T14" fmla="*/ 33 w 35"/>
                  <a:gd name="T15" fmla="*/ 23 h 29"/>
                  <a:gd name="T16" fmla="*/ 35 w 35"/>
                  <a:gd name="T17" fmla="*/ 22 h 29"/>
                  <a:gd name="T18" fmla="*/ 34 w 35"/>
                  <a:gd name="T19" fmla="*/ 19 h 29"/>
                  <a:gd name="T20" fmla="*/ 33 w 35"/>
                  <a:gd name="T21" fmla="*/ 16 h 29"/>
                  <a:gd name="T22" fmla="*/ 33 w 35"/>
                  <a:gd name="T23" fmla="*/ 12 h 29"/>
                  <a:gd name="T24" fmla="*/ 32 w 35"/>
                  <a:gd name="T25" fmla="*/ 8 h 29"/>
                  <a:gd name="T26" fmla="*/ 26 w 35"/>
                  <a:gd name="T27" fmla="*/ 2 h 29"/>
                  <a:gd name="T28" fmla="*/ 24 w 35"/>
                  <a:gd name="T29" fmla="*/ 3 h 29"/>
                  <a:gd name="T30" fmla="*/ 22 w 35"/>
                  <a:gd name="T31" fmla="*/ 3 h 29"/>
                  <a:gd name="T32" fmla="*/ 19 w 35"/>
                  <a:gd name="T33" fmla="*/ 3 h 29"/>
                  <a:gd name="T34" fmla="*/ 18 w 35"/>
                  <a:gd name="T35" fmla="*/ 3 h 29"/>
                  <a:gd name="T36" fmla="*/ 15 w 35"/>
                  <a:gd name="T37" fmla="*/ 2 h 29"/>
                  <a:gd name="T38" fmla="*/ 10 w 35"/>
                  <a:gd name="T39" fmla="*/ 1 h 29"/>
                  <a:gd name="T40" fmla="*/ 5 w 35"/>
                  <a:gd name="T41" fmla="*/ 1 h 29"/>
                  <a:gd name="T42" fmla="*/ 5 w 35"/>
                  <a:gd name="T43" fmla="*/ 4 h 29"/>
                  <a:gd name="T44" fmla="*/ 3 w 35"/>
                  <a:gd name="T45" fmla="*/ 6 h 29"/>
                  <a:gd name="T46" fmla="*/ 0 w 35"/>
                  <a:gd name="T47" fmla="*/ 8 h 29"/>
                  <a:gd name="T48" fmla="*/ 3 w 35"/>
                  <a:gd name="T49" fmla="*/ 13 h 29"/>
                  <a:gd name="T50" fmla="*/ 8 w 35"/>
                  <a:gd name="T51" fmla="*/ 19 h 29"/>
                  <a:gd name="T52" fmla="*/ 10 w 35"/>
                  <a:gd name="T53" fmla="*/ 16 h 29"/>
                  <a:gd name="T54" fmla="*/ 10 w 35"/>
                  <a:gd name="T55"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29">
                    <a:moveTo>
                      <a:pt x="10" y="16"/>
                    </a:moveTo>
                    <a:cubicBezTo>
                      <a:pt x="14" y="14"/>
                      <a:pt x="18" y="12"/>
                      <a:pt x="20" y="17"/>
                    </a:cubicBezTo>
                    <a:cubicBezTo>
                      <a:pt x="22" y="19"/>
                      <a:pt x="21" y="20"/>
                      <a:pt x="21" y="23"/>
                    </a:cubicBezTo>
                    <a:cubicBezTo>
                      <a:pt x="22" y="24"/>
                      <a:pt x="24" y="21"/>
                      <a:pt x="25" y="21"/>
                    </a:cubicBezTo>
                    <a:cubicBezTo>
                      <a:pt x="27" y="20"/>
                      <a:pt x="27" y="29"/>
                      <a:pt x="29" y="27"/>
                    </a:cubicBezTo>
                    <a:cubicBezTo>
                      <a:pt x="30" y="27"/>
                      <a:pt x="30" y="26"/>
                      <a:pt x="31" y="26"/>
                    </a:cubicBezTo>
                    <a:cubicBezTo>
                      <a:pt x="31" y="25"/>
                      <a:pt x="33" y="26"/>
                      <a:pt x="33" y="25"/>
                    </a:cubicBezTo>
                    <a:cubicBezTo>
                      <a:pt x="34" y="24"/>
                      <a:pt x="33" y="23"/>
                      <a:pt x="33" y="23"/>
                    </a:cubicBezTo>
                    <a:cubicBezTo>
                      <a:pt x="33" y="21"/>
                      <a:pt x="35" y="22"/>
                      <a:pt x="35" y="22"/>
                    </a:cubicBezTo>
                    <a:cubicBezTo>
                      <a:pt x="35" y="21"/>
                      <a:pt x="32" y="20"/>
                      <a:pt x="34" y="19"/>
                    </a:cubicBezTo>
                    <a:cubicBezTo>
                      <a:pt x="35" y="18"/>
                      <a:pt x="35" y="17"/>
                      <a:pt x="33" y="16"/>
                    </a:cubicBezTo>
                    <a:cubicBezTo>
                      <a:pt x="32" y="15"/>
                      <a:pt x="34" y="13"/>
                      <a:pt x="33" y="12"/>
                    </a:cubicBezTo>
                    <a:cubicBezTo>
                      <a:pt x="32" y="11"/>
                      <a:pt x="33" y="10"/>
                      <a:pt x="32" y="8"/>
                    </a:cubicBezTo>
                    <a:cubicBezTo>
                      <a:pt x="31" y="7"/>
                      <a:pt x="29" y="0"/>
                      <a:pt x="26" y="2"/>
                    </a:cubicBezTo>
                    <a:cubicBezTo>
                      <a:pt x="26" y="2"/>
                      <a:pt x="25" y="3"/>
                      <a:pt x="24" y="3"/>
                    </a:cubicBezTo>
                    <a:cubicBezTo>
                      <a:pt x="23" y="3"/>
                      <a:pt x="23" y="3"/>
                      <a:pt x="22" y="3"/>
                    </a:cubicBezTo>
                    <a:cubicBezTo>
                      <a:pt x="21" y="4"/>
                      <a:pt x="20" y="3"/>
                      <a:pt x="19" y="3"/>
                    </a:cubicBezTo>
                    <a:cubicBezTo>
                      <a:pt x="18" y="3"/>
                      <a:pt x="18" y="4"/>
                      <a:pt x="18" y="3"/>
                    </a:cubicBezTo>
                    <a:cubicBezTo>
                      <a:pt x="16" y="2"/>
                      <a:pt x="17" y="2"/>
                      <a:pt x="15" y="2"/>
                    </a:cubicBezTo>
                    <a:cubicBezTo>
                      <a:pt x="12" y="3"/>
                      <a:pt x="12" y="1"/>
                      <a:pt x="10" y="1"/>
                    </a:cubicBezTo>
                    <a:cubicBezTo>
                      <a:pt x="8" y="0"/>
                      <a:pt x="6" y="0"/>
                      <a:pt x="5" y="1"/>
                    </a:cubicBezTo>
                    <a:cubicBezTo>
                      <a:pt x="5" y="2"/>
                      <a:pt x="3" y="3"/>
                      <a:pt x="5" y="4"/>
                    </a:cubicBezTo>
                    <a:cubicBezTo>
                      <a:pt x="6" y="5"/>
                      <a:pt x="5" y="6"/>
                      <a:pt x="3" y="6"/>
                    </a:cubicBezTo>
                    <a:cubicBezTo>
                      <a:pt x="1" y="6"/>
                      <a:pt x="0" y="6"/>
                      <a:pt x="0" y="8"/>
                    </a:cubicBezTo>
                    <a:cubicBezTo>
                      <a:pt x="1" y="10"/>
                      <a:pt x="2" y="11"/>
                      <a:pt x="3" y="13"/>
                    </a:cubicBezTo>
                    <a:cubicBezTo>
                      <a:pt x="5" y="15"/>
                      <a:pt x="6" y="16"/>
                      <a:pt x="8" y="19"/>
                    </a:cubicBezTo>
                    <a:cubicBezTo>
                      <a:pt x="9" y="18"/>
                      <a:pt x="9" y="17"/>
                      <a:pt x="10" y="16"/>
                    </a:cubicBezTo>
                    <a:cubicBezTo>
                      <a:pt x="11" y="16"/>
                      <a:pt x="10" y="17"/>
                      <a:pt x="10" y="1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8" name="Freeform 765">
                <a:extLst>
                  <a:ext uri="{FF2B5EF4-FFF2-40B4-BE49-F238E27FC236}">
                    <a16:creationId xmlns:a16="http://schemas.microsoft.com/office/drawing/2014/main" id="{B021E607-B922-004B-AFA0-C6749FC59FBB}"/>
                  </a:ext>
                </a:extLst>
              </p:cNvPr>
              <p:cNvSpPr>
                <a:spLocks/>
              </p:cNvSpPr>
              <p:nvPr/>
            </p:nvSpPr>
            <p:spPr bwMode="auto">
              <a:xfrm>
                <a:off x="10929493" y="8453303"/>
                <a:ext cx="149682" cy="66896"/>
              </a:xfrm>
              <a:custGeom>
                <a:avLst/>
                <a:gdLst>
                  <a:gd name="T0" fmla="*/ 10 w 16"/>
                  <a:gd name="T1" fmla="*/ 5 h 7"/>
                  <a:gd name="T2" fmla="*/ 14 w 16"/>
                  <a:gd name="T3" fmla="*/ 3 h 7"/>
                  <a:gd name="T4" fmla="*/ 14 w 16"/>
                  <a:gd name="T5" fmla="*/ 0 h 7"/>
                  <a:gd name="T6" fmla="*/ 7 w 16"/>
                  <a:gd name="T7" fmla="*/ 0 h 7"/>
                  <a:gd name="T8" fmla="*/ 4 w 16"/>
                  <a:gd name="T9" fmla="*/ 0 h 7"/>
                  <a:gd name="T10" fmla="*/ 0 w 16"/>
                  <a:gd name="T11" fmla="*/ 1 h 7"/>
                  <a:gd name="T12" fmla="*/ 3 w 16"/>
                  <a:gd name="T13" fmla="*/ 3 h 7"/>
                  <a:gd name="T14" fmla="*/ 7 w 16"/>
                  <a:gd name="T15" fmla="*/ 3 h 7"/>
                  <a:gd name="T16" fmla="*/ 9 w 16"/>
                  <a:gd name="T17" fmla="*/ 7 h 7"/>
                  <a:gd name="T18" fmla="*/ 10 w 16"/>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7">
                    <a:moveTo>
                      <a:pt x="10" y="5"/>
                    </a:moveTo>
                    <a:cubicBezTo>
                      <a:pt x="11" y="5"/>
                      <a:pt x="16" y="5"/>
                      <a:pt x="14" y="3"/>
                    </a:cubicBezTo>
                    <a:cubicBezTo>
                      <a:pt x="12" y="2"/>
                      <a:pt x="14" y="1"/>
                      <a:pt x="14" y="0"/>
                    </a:cubicBezTo>
                    <a:cubicBezTo>
                      <a:pt x="12" y="0"/>
                      <a:pt x="9" y="0"/>
                      <a:pt x="7" y="0"/>
                    </a:cubicBezTo>
                    <a:cubicBezTo>
                      <a:pt x="5" y="0"/>
                      <a:pt x="5" y="1"/>
                      <a:pt x="4" y="0"/>
                    </a:cubicBezTo>
                    <a:cubicBezTo>
                      <a:pt x="2" y="0"/>
                      <a:pt x="2" y="0"/>
                      <a:pt x="0" y="1"/>
                    </a:cubicBezTo>
                    <a:cubicBezTo>
                      <a:pt x="1" y="2"/>
                      <a:pt x="1" y="3"/>
                      <a:pt x="3" y="3"/>
                    </a:cubicBezTo>
                    <a:cubicBezTo>
                      <a:pt x="4" y="3"/>
                      <a:pt x="7" y="3"/>
                      <a:pt x="7" y="3"/>
                    </a:cubicBezTo>
                    <a:cubicBezTo>
                      <a:pt x="5" y="5"/>
                      <a:pt x="7" y="6"/>
                      <a:pt x="9" y="7"/>
                    </a:cubicBezTo>
                    <a:cubicBezTo>
                      <a:pt x="9" y="7"/>
                      <a:pt x="9" y="5"/>
                      <a:pt x="10" y="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89" name="Freeform 766">
                <a:extLst>
                  <a:ext uri="{FF2B5EF4-FFF2-40B4-BE49-F238E27FC236}">
                    <a16:creationId xmlns:a16="http://schemas.microsoft.com/office/drawing/2014/main" id="{A0BEEFAB-1BB4-4143-8F4F-EBDD7D60D73A}"/>
                  </a:ext>
                </a:extLst>
              </p:cNvPr>
              <p:cNvSpPr>
                <a:spLocks/>
              </p:cNvSpPr>
              <p:nvPr/>
            </p:nvSpPr>
            <p:spPr bwMode="auto">
              <a:xfrm>
                <a:off x="10919937" y="8389590"/>
                <a:ext cx="140127" cy="38227"/>
              </a:xfrm>
              <a:custGeom>
                <a:avLst/>
                <a:gdLst>
                  <a:gd name="T0" fmla="*/ 4 w 15"/>
                  <a:gd name="T1" fmla="*/ 4 h 4"/>
                  <a:gd name="T2" fmla="*/ 9 w 15"/>
                  <a:gd name="T3" fmla="*/ 3 h 4"/>
                  <a:gd name="T4" fmla="*/ 15 w 15"/>
                  <a:gd name="T5" fmla="*/ 2 h 4"/>
                  <a:gd name="T6" fmla="*/ 8 w 15"/>
                  <a:gd name="T7" fmla="*/ 1 h 4"/>
                  <a:gd name="T8" fmla="*/ 0 w 15"/>
                  <a:gd name="T9" fmla="*/ 4 h 4"/>
                  <a:gd name="T10" fmla="*/ 4 w 15"/>
                  <a:gd name="T11" fmla="*/ 4 h 4"/>
                  <a:gd name="T12" fmla="*/ 4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4" y="4"/>
                    </a:moveTo>
                    <a:cubicBezTo>
                      <a:pt x="6" y="3"/>
                      <a:pt x="7" y="2"/>
                      <a:pt x="9" y="3"/>
                    </a:cubicBezTo>
                    <a:cubicBezTo>
                      <a:pt x="10" y="3"/>
                      <a:pt x="14" y="4"/>
                      <a:pt x="15" y="2"/>
                    </a:cubicBezTo>
                    <a:cubicBezTo>
                      <a:pt x="15" y="3"/>
                      <a:pt x="9" y="0"/>
                      <a:pt x="8" y="1"/>
                    </a:cubicBezTo>
                    <a:cubicBezTo>
                      <a:pt x="5" y="2"/>
                      <a:pt x="1" y="0"/>
                      <a:pt x="0" y="4"/>
                    </a:cubicBezTo>
                    <a:cubicBezTo>
                      <a:pt x="2" y="4"/>
                      <a:pt x="3" y="4"/>
                      <a:pt x="4" y="4"/>
                    </a:cubicBezTo>
                    <a:cubicBezTo>
                      <a:pt x="5" y="4"/>
                      <a:pt x="4" y="4"/>
                      <a:pt x="4"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0" name="Freeform 767">
                <a:extLst>
                  <a:ext uri="{FF2B5EF4-FFF2-40B4-BE49-F238E27FC236}">
                    <a16:creationId xmlns:a16="http://schemas.microsoft.com/office/drawing/2014/main" id="{3DAF049E-1D11-D446-ABA9-A1F68084A920}"/>
                  </a:ext>
                </a:extLst>
              </p:cNvPr>
              <p:cNvSpPr>
                <a:spLocks/>
              </p:cNvSpPr>
              <p:nvPr/>
            </p:nvSpPr>
            <p:spPr bwMode="auto">
              <a:xfrm>
                <a:off x="10900829" y="7733369"/>
                <a:ext cx="560509" cy="637107"/>
              </a:xfrm>
              <a:custGeom>
                <a:avLst/>
                <a:gdLst>
                  <a:gd name="T0" fmla="*/ 5 w 60"/>
                  <a:gd name="T1" fmla="*/ 57 h 68"/>
                  <a:gd name="T2" fmla="*/ 15 w 60"/>
                  <a:gd name="T3" fmla="*/ 57 h 68"/>
                  <a:gd name="T4" fmla="*/ 18 w 60"/>
                  <a:gd name="T5" fmla="*/ 59 h 68"/>
                  <a:gd name="T6" fmla="*/ 21 w 60"/>
                  <a:gd name="T7" fmla="*/ 63 h 68"/>
                  <a:gd name="T8" fmla="*/ 27 w 60"/>
                  <a:gd name="T9" fmla="*/ 64 h 68"/>
                  <a:gd name="T10" fmla="*/ 32 w 60"/>
                  <a:gd name="T11" fmla="*/ 64 h 68"/>
                  <a:gd name="T12" fmla="*/ 35 w 60"/>
                  <a:gd name="T13" fmla="*/ 62 h 68"/>
                  <a:gd name="T14" fmla="*/ 39 w 60"/>
                  <a:gd name="T15" fmla="*/ 62 h 68"/>
                  <a:gd name="T16" fmla="*/ 44 w 60"/>
                  <a:gd name="T17" fmla="*/ 61 h 68"/>
                  <a:gd name="T18" fmla="*/ 53 w 60"/>
                  <a:gd name="T19" fmla="*/ 61 h 68"/>
                  <a:gd name="T20" fmla="*/ 58 w 60"/>
                  <a:gd name="T21" fmla="*/ 61 h 68"/>
                  <a:gd name="T22" fmla="*/ 58 w 60"/>
                  <a:gd name="T23" fmla="*/ 54 h 68"/>
                  <a:gd name="T24" fmla="*/ 56 w 60"/>
                  <a:gd name="T25" fmla="*/ 38 h 68"/>
                  <a:gd name="T26" fmla="*/ 52 w 60"/>
                  <a:gd name="T27" fmla="*/ 12 h 68"/>
                  <a:gd name="T28" fmla="*/ 60 w 60"/>
                  <a:gd name="T29" fmla="*/ 12 h 68"/>
                  <a:gd name="T30" fmla="*/ 43 w 60"/>
                  <a:gd name="T31" fmla="*/ 0 h 68"/>
                  <a:gd name="T32" fmla="*/ 42 w 60"/>
                  <a:gd name="T33" fmla="*/ 7 h 68"/>
                  <a:gd name="T34" fmla="*/ 37 w 60"/>
                  <a:gd name="T35" fmla="*/ 7 h 68"/>
                  <a:gd name="T36" fmla="*/ 29 w 60"/>
                  <a:gd name="T37" fmla="*/ 7 h 68"/>
                  <a:gd name="T38" fmla="*/ 26 w 60"/>
                  <a:gd name="T39" fmla="*/ 7 h 68"/>
                  <a:gd name="T40" fmla="*/ 26 w 60"/>
                  <a:gd name="T41" fmla="*/ 12 h 68"/>
                  <a:gd name="T42" fmla="*/ 26 w 60"/>
                  <a:gd name="T43" fmla="*/ 19 h 68"/>
                  <a:gd name="T44" fmla="*/ 20 w 60"/>
                  <a:gd name="T45" fmla="*/ 25 h 68"/>
                  <a:gd name="T46" fmla="*/ 20 w 60"/>
                  <a:gd name="T47" fmla="*/ 32 h 68"/>
                  <a:gd name="T48" fmla="*/ 16 w 60"/>
                  <a:gd name="T49" fmla="*/ 32 h 68"/>
                  <a:gd name="T50" fmla="*/ 3 w 60"/>
                  <a:gd name="T51" fmla="*/ 32 h 68"/>
                  <a:gd name="T52" fmla="*/ 1 w 60"/>
                  <a:gd name="T53" fmla="*/ 33 h 68"/>
                  <a:gd name="T54" fmla="*/ 4 w 60"/>
                  <a:gd name="T55" fmla="*/ 36 h 68"/>
                  <a:gd name="T56" fmla="*/ 3 w 60"/>
                  <a:gd name="T57" fmla="*/ 41 h 68"/>
                  <a:gd name="T58" fmla="*/ 6 w 60"/>
                  <a:gd name="T59" fmla="*/ 48 h 68"/>
                  <a:gd name="T60" fmla="*/ 3 w 60"/>
                  <a:gd name="T61" fmla="*/ 58 h 68"/>
                  <a:gd name="T62" fmla="*/ 5 w 60"/>
                  <a:gd name="T63" fmla="*/ 5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0" h="68">
                    <a:moveTo>
                      <a:pt x="5" y="57"/>
                    </a:moveTo>
                    <a:cubicBezTo>
                      <a:pt x="7" y="57"/>
                      <a:pt x="13" y="55"/>
                      <a:pt x="15" y="57"/>
                    </a:cubicBezTo>
                    <a:cubicBezTo>
                      <a:pt x="16" y="58"/>
                      <a:pt x="17" y="58"/>
                      <a:pt x="18" y="59"/>
                    </a:cubicBezTo>
                    <a:cubicBezTo>
                      <a:pt x="19" y="61"/>
                      <a:pt x="20" y="62"/>
                      <a:pt x="21" y="63"/>
                    </a:cubicBezTo>
                    <a:cubicBezTo>
                      <a:pt x="22" y="64"/>
                      <a:pt x="26" y="68"/>
                      <a:pt x="27" y="64"/>
                    </a:cubicBezTo>
                    <a:cubicBezTo>
                      <a:pt x="28" y="58"/>
                      <a:pt x="30" y="65"/>
                      <a:pt x="32" y="64"/>
                    </a:cubicBezTo>
                    <a:cubicBezTo>
                      <a:pt x="33" y="62"/>
                      <a:pt x="33" y="62"/>
                      <a:pt x="35" y="62"/>
                    </a:cubicBezTo>
                    <a:cubicBezTo>
                      <a:pt x="37" y="62"/>
                      <a:pt x="38" y="62"/>
                      <a:pt x="39" y="62"/>
                    </a:cubicBezTo>
                    <a:cubicBezTo>
                      <a:pt x="41" y="61"/>
                      <a:pt x="43" y="61"/>
                      <a:pt x="44" y="61"/>
                    </a:cubicBezTo>
                    <a:cubicBezTo>
                      <a:pt x="47" y="61"/>
                      <a:pt x="50" y="61"/>
                      <a:pt x="53" y="61"/>
                    </a:cubicBezTo>
                    <a:cubicBezTo>
                      <a:pt x="54" y="61"/>
                      <a:pt x="57" y="62"/>
                      <a:pt x="58" y="61"/>
                    </a:cubicBezTo>
                    <a:cubicBezTo>
                      <a:pt x="59" y="61"/>
                      <a:pt x="58" y="55"/>
                      <a:pt x="58" y="54"/>
                    </a:cubicBezTo>
                    <a:cubicBezTo>
                      <a:pt x="57" y="48"/>
                      <a:pt x="56" y="43"/>
                      <a:pt x="56" y="38"/>
                    </a:cubicBezTo>
                    <a:cubicBezTo>
                      <a:pt x="55" y="29"/>
                      <a:pt x="53" y="21"/>
                      <a:pt x="52" y="12"/>
                    </a:cubicBezTo>
                    <a:cubicBezTo>
                      <a:pt x="55" y="12"/>
                      <a:pt x="58" y="12"/>
                      <a:pt x="60" y="12"/>
                    </a:cubicBezTo>
                    <a:cubicBezTo>
                      <a:pt x="54" y="8"/>
                      <a:pt x="48" y="4"/>
                      <a:pt x="43" y="0"/>
                    </a:cubicBezTo>
                    <a:cubicBezTo>
                      <a:pt x="43" y="1"/>
                      <a:pt x="43" y="7"/>
                      <a:pt x="42" y="7"/>
                    </a:cubicBezTo>
                    <a:cubicBezTo>
                      <a:pt x="41" y="7"/>
                      <a:pt x="39" y="7"/>
                      <a:pt x="37" y="7"/>
                    </a:cubicBezTo>
                    <a:cubicBezTo>
                      <a:pt x="35" y="7"/>
                      <a:pt x="32" y="7"/>
                      <a:pt x="29" y="7"/>
                    </a:cubicBezTo>
                    <a:cubicBezTo>
                      <a:pt x="29" y="7"/>
                      <a:pt x="26" y="7"/>
                      <a:pt x="26" y="7"/>
                    </a:cubicBezTo>
                    <a:cubicBezTo>
                      <a:pt x="25" y="8"/>
                      <a:pt x="26" y="11"/>
                      <a:pt x="26" y="12"/>
                    </a:cubicBezTo>
                    <a:cubicBezTo>
                      <a:pt x="26" y="14"/>
                      <a:pt x="26" y="17"/>
                      <a:pt x="26" y="19"/>
                    </a:cubicBezTo>
                    <a:cubicBezTo>
                      <a:pt x="26" y="22"/>
                      <a:pt x="20" y="21"/>
                      <a:pt x="20" y="25"/>
                    </a:cubicBezTo>
                    <a:cubicBezTo>
                      <a:pt x="20" y="26"/>
                      <a:pt x="21" y="31"/>
                      <a:pt x="20" y="32"/>
                    </a:cubicBezTo>
                    <a:cubicBezTo>
                      <a:pt x="20" y="32"/>
                      <a:pt x="17" y="32"/>
                      <a:pt x="16" y="32"/>
                    </a:cubicBezTo>
                    <a:cubicBezTo>
                      <a:pt x="12" y="32"/>
                      <a:pt x="7" y="32"/>
                      <a:pt x="3" y="32"/>
                    </a:cubicBezTo>
                    <a:cubicBezTo>
                      <a:pt x="2" y="32"/>
                      <a:pt x="0" y="31"/>
                      <a:pt x="1" y="33"/>
                    </a:cubicBezTo>
                    <a:cubicBezTo>
                      <a:pt x="2" y="34"/>
                      <a:pt x="3" y="35"/>
                      <a:pt x="4" y="36"/>
                    </a:cubicBezTo>
                    <a:cubicBezTo>
                      <a:pt x="5" y="38"/>
                      <a:pt x="4" y="40"/>
                      <a:pt x="3" y="41"/>
                    </a:cubicBezTo>
                    <a:cubicBezTo>
                      <a:pt x="3" y="44"/>
                      <a:pt x="6" y="45"/>
                      <a:pt x="6" y="48"/>
                    </a:cubicBezTo>
                    <a:cubicBezTo>
                      <a:pt x="7" y="51"/>
                      <a:pt x="4" y="55"/>
                      <a:pt x="3" y="58"/>
                    </a:cubicBezTo>
                    <a:cubicBezTo>
                      <a:pt x="4" y="58"/>
                      <a:pt x="4" y="57"/>
                      <a:pt x="5" y="5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1" name="Freeform 768">
                <a:extLst>
                  <a:ext uri="{FF2B5EF4-FFF2-40B4-BE49-F238E27FC236}">
                    <a16:creationId xmlns:a16="http://schemas.microsoft.com/office/drawing/2014/main" id="{5CC6D78E-3059-0145-9EC3-9DFB3963B2B8}"/>
                  </a:ext>
                </a:extLst>
              </p:cNvPr>
              <p:cNvSpPr>
                <a:spLocks/>
              </p:cNvSpPr>
              <p:nvPr/>
            </p:nvSpPr>
            <p:spPr bwMode="auto">
              <a:xfrm>
                <a:off x="10900829" y="8258982"/>
                <a:ext cx="270700" cy="213435"/>
              </a:xfrm>
              <a:custGeom>
                <a:avLst/>
                <a:gdLst>
                  <a:gd name="T0" fmla="*/ 8 w 29"/>
                  <a:gd name="T1" fmla="*/ 22 h 23"/>
                  <a:gd name="T2" fmla="*/ 10 w 29"/>
                  <a:gd name="T3" fmla="*/ 21 h 23"/>
                  <a:gd name="T4" fmla="*/ 15 w 29"/>
                  <a:gd name="T5" fmla="*/ 21 h 23"/>
                  <a:gd name="T6" fmla="*/ 23 w 29"/>
                  <a:gd name="T7" fmla="*/ 21 h 23"/>
                  <a:gd name="T8" fmla="*/ 27 w 29"/>
                  <a:gd name="T9" fmla="*/ 22 h 23"/>
                  <a:gd name="T10" fmla="*/ 29 w 29"/>
                  <a:gd name="T11" fmla="*/ 19 h 23"/>
                  <a:gd name="T12" fmla="*/ 25 w 29"/>
                  <a:gd name="T13" fmla="*/ 14 h 23"/>
                  <a:gd name="T14" fmla="*/ 25 w 29"/>
                  <a:gd name="T15" fmla="*/ 10 h 23"/>
                  <a:gd name="T16" fmla="*/ 19 w 29"/>
                  <a:gd name="T17" fmla="*/ 4 h 23"/>
                  <a:gd name="T18" fmla="*/ 9 w 29"/>
                  <a:gd name="T19" fmla="*/ 1 h 23"/>
                  <a:gd name="T20" fmla="*/ 5 w 29"/>
                  <a:gd name="T21" fmla="*/ 1 h 23"/>
                  <a:gd name="T22" fmla="*/ 2 w 29"/>
                  <a:gd name="T23" fmla="*/ 6 h 23"/>
                  <a:gd name="T24" fmla="*/ 1 w 29"/>
                  <a:gd name="T25" fmla="*/ 10 h 23"/>
                  <a:gd name="T26" fmla="*/ 2 w 29"/>
                  <a:gd name="T27" fmla="*/ 12 h 23"/>
                  <a:gd name="T28" fmla="*/ 2 w 29"/>
                  <a:gd name="T29" fmla="*/ 14 h 23"/>
                  <a:gd name="T30" fmla="*/ 4 w 29"/>
                  <a:gd name="T31" fmla="*/ 15 h 23"/>
                  <a:gd name="T32" fmla="*/ 9 w 29"/>
                  <a:gd name="T33" fmla="*/ 15 h 23"/>
                  <a:gd name="T34" fmla="*/ 10 w 29"/>
                  <a:gd name="T35" fmla="*/ 14 h 23"/>
                  <a:gd name="T36" fmla="*/ 17 w 29"/>
                  <a:gd name="T37" fmla="*/ 16 h 23"/>
                  <a:gd name="T38" fmla="*/ 11 w 29"/>
                  <a:gd name="T39" fmla="*/ 17 h 23"/>
                  <a:gd name="T40" fmla="*/ 6 w 29"/>
                  <a:gd name="T41" fmla="*/ 18 h 23"/>
                  <a:gd name="T42" fmla="*/ 3 w 29"/>
                  <a:gd name="T43" fmla="*/ 21 h 23"/>
                  <a:gd name="T44" fmla="*/ 5 w 29"/>
                  <a:gd name="T45" fmla="*/ 21 h 23"/>
                  <a:gd name="T46" fmla="*/ 8 w 29"/>
                  <a:gd name="T4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3">
                    <a:moveTo>
                      <a:pt x="8" y="22"/>
                    </a:moveTo>
                    <a:cubicBezTo>
                      <a:pt x="9" y="22"/>
                      <a:pt x="9" y="21"/>
                      <a:pt x="10" y="21"/>
                    </a:cubicBezTo>
                    <a:cubicBezTo>
                      <a:pt x="12" y="21"/>
                      <a:pt x="13" y="21"/>
                      <a:pt x="15" y="21"/>
                    </a:cubicBezTo>
                    <a:cubicBezTo>
                      <a:pt x="17" y="21"/>
                      <a:pt x="20" y="20"/>
                      <a:pt x="23" y="21"/>
                    </a:cubicBezTo>
                    <a:cubicBezTo>
                      <a:pt x="24" y="22"/>
                      <a:pt x="25" y="23"/>
                      <a:pt x="27" y="22"/>
                    </a:cubicBezTo>
                    <a:cubicBezTo>
                      <a:pt x="29" y="22"/>
                      <a:pt x="29" y="21"/>
                      <a:pt x="29" y="19"/>
                    </a:cubicBezTo>
                    <a:cubicBezTo>
                      <a:pt x="29" y="17"/>
                      <a:pt x="25" y="16"/>
                      <a:pt x="25" y="14"/>
                    </a:cubicBezTo>
                    <a:cubicBezTo>
                      <a:pt x="25" y="14"/>
                      <a:pt x="25" y="10"/>
                      <a:pt x="25" y="10"/>
                    </a:cubicBezTo>
                    <a:cubicBezTo>
                      <a:pt x="24" y="10"/>
                      <a:pt x="20" y="5"/>
                      <a:pt x="19" y="4"/>
                    </a:cubicBezTo>
                    <a:cubicBezTo>
                      <a:pt x="16" y="1"/>
                      <a:pt x="13" y="0"/>
                      <a:pt x="9" y="1"/>
                    </a:cubicBezTo>
                    <a:cubicBezTo>
                      <a:pt x="8" y="1"/>
                      <a:pt x="5" y="0"/>
                      <a:pt x="5" y="1"/>
                    </a:cubicBezTo>
                    <a:cubicBezTo>
                      <a:pt x="4" y="2"/>
                      <a:pt x="2" y="4"/>
                      <a:pt x="2" y="6"/>
                    </a:cubicBezTo>
                    <a:cubicBezTo>
                      <a:pt x="3" y="8"/>
                      <a:pt x="3" y="9"/>
                      <a:pt x="1" y="10"/>
                    </a:cubicBezTo>
                    <a:cubicBezTo>
                      <a:pt x="0" y="10"/>
                      <a:pt x="3" y="12"/>
                      <a:pt x="2" y="12"/>
                    </a:cubicBezTo>
                    <a:cubicBezTo>
                      <a:pt x="4" y="13"/>
                      <a:pt x="2" y="13"/>
                      <a:pt x="2" y="14"/>
                    </a:cubicBezTo>
                    <a:cubicBezTo>
                      <a:pt x="2" y="14"/>
                      <a:pt x="3" y="15"/>
                      <a:pt x="4" y="15"/>
                    </a:cubicBezTo>
                    <a:cubicBezTo>
                      <a:pt x="4" y="16"/>
                      <a:pt x="8" y="15"/>
                      <a:pt x="9" y="15"/>
                    </a:cubicBezTo>
                    <a:cubicBezTo>
                      <a:pt x="10" y="15"/>
                      <a:pt x="10" y="14"/>
                      <a:pt x="10" y="14"/>
                    </a:cubicBezTo>
                    <a:cubicBezTo>
                      <a:pt x="11" y="14"/>
                      <a:pt x="17" y="17"/>
                      <a:pt x="17" y="16"/>
                    </a:cubicBezTo>
                    <a:cubicBezTo>
                      <a:pt x="16" y="18"/>
                      <a:pt x="12" y="17"/>
                      <a:pt x="11" y="17"/>
                    </a:cubicBezTo>
                    <a:cubicBezTo>
                      <a:pt x="9" y="16"/>
                      <a:pt x="8" y="18"/>
                      <a:pt x="6" y="18"/>
                    </a:cubicBezTo>
                    <a:cubicBezTo>
                      <a:pt x="3" y="18"/>
                      <a:pt x="1" y="18"/>
                      <a:pt x="3" y="21"/>
                    </a:cubicBezTo>
                    <a:cubicBezTo>
                      <a:pt x="3" y="22"/>
                      <a:pt x="4" y="21"/>
                      <a:pt x="5" y="21"/>
                    </a:cubicBezTo>
                    <a:cubicBezTo>
                      <a:pt x="6" y="21"/>
                      <a:pt x="7" y="22"/>
                      <a:pt x="8" y="2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2" name="Freeform 769">
                <a:extLst>
                  <a:ext uri="{FF2B5EF4-FFF2-40B4-BE49-F238E27FC236}">
                    <a16:creationId xmlns:a16="http://schemas.microsoft.com/office/drawing/2014/main" id="{5D5F436A-604C-7B47-AF23-C27EA6B321B0}"/>
                  </a:ext>
                </a:extLst>
              </p:cNvPr>
              <p:cNvSpPr>
                <a:spLocks/>
              </p:cNvSpPr>
              <p:nvPr/>
            </p:nvSpPr>
            <p:spPr bwMode="auto">
              <a:xfrm>
                <a:off x="11136499" y="7838490"/>
                <a:ext cx="783439" cy="729492"/>
              </a:xfrm>
              <a:custGeom>
                <a:avLst/>
                <a:gdLst>
                  <a:gd name="T0" fmla="*/ 27 w 84"/>
                  <a:gd name="T1" fmla="*/ 1 h 78"/>
                  <a:gd name="T2" fmla="*/ 33 w 84"/>
                  <a:gd name="T3" fmla="*/ 45 h 78"/>
                  <a:gd name="T4" fmla="*/ 32 w 84"/>
                  <a:gd name="T5" fmla="*/ 50 h 78"/>
                  <a:gd name="T6" fmla="*/ 19 w 84"/>
                  <a:gd name="T7" fmla="*/ 50 h 78"/>
                  <a:gd name="T8" fmla="*/ 15 w 84"/>
                  <a:gd name="T9" fmla="*/ 50 h 78"/>
                  <a:gd name="T10" fmla="*/ 12 w 84"/>
                  <a:gd name="T11" fmla="*/ 51 h 78"/>
                  <a:gd name="T12" fmla="*/ 8 w 84"/>
                  <a:gd name="T13" fmla="*/ 51 h 78"/>
                  <a:gd name="T14" fmla="*/ 6 w 84"/>
                  <a:gd name="T15" fmla="*/ 52 h 78"/>
                  <a:gd name="T16" fmla="*/ 3 w 84"/>
                  <a:gd name="T17" fmla="*/ 50 h 78"/>
                  <a:gd name="T18" fmla="*/ 0 w 84"/>
                  <a:gd name="T19" fmla="*/ 55 h 78"/>
                  <a:gd name="T20" fmla="*/ 0 w 84"/>
                  <a:gd name="T21" fmla="*/ 59 h 78"/>
                  <a:gd name="T22" fmla="*/ 3 w 84"/>
                  <a:gd name="T23" fmla="*/ 63 h 78"/>
                  <a:gd name="T24" fmla="*/ 4 w 84"/>
                  <a:gd name="T25" fmla="*/ 67 h 78"/>
                  <a:gd name="T26" fmla="*/ 7 w 84"/>
                  <a:gd name="T27" fmla="*/ 68 h 78"/>
                  <a:gd name="T28" fmla="*/ 11 w 84"/>
                  <a:gd name="T29" fmla="*/ 68 h 78"/>
                  <a:gd name="T30" fmla="*/ 15 w 84"/>
                  <a:gd name="T31" fmla="*/ 66 h 78"/>
                  <a:gd name="T32" fmla="*/ 20 w 84"/>
                  <a:gd name="T33" fmla="*/ 75 h 78"/>
                  <a:gd name="T34" fmla="*/ 20 w 84"/>
                  <a:gd name="T35" fmla="*/ 77 h 78"/>
                  <a:gd name="T36" fmla="*/ 23 w 84"/>
                  <a:gd name="T37" fmla="*/ 77 h 78"/>
                  <a:gd name="T38" fmla="*/ 27 w 84"/>
                  <a:gd name="T39" fmla="*/ 77 h 78"/>
                  <a:gd name="T40" fmla="*/ 30 w 84"/>
                  <a:gd name="T41" fmla="*/ 77 h 78"/>
                  <a:gd name="T42" fmla="*/ 35 w 84"/>
                  <a:gd name="T43" fmla="*/ 71 h 78"/>
                  <a:gd name="T44" fmla="*/ 35 w 84"/>
                  <a:gd name="T45" fmla="*/ 69 h 78"/>
                  <a:gd name="T46" fmla="*/ 39 w 84"/>
                  <a:gd name="T47" fmla="*/ 67 h 78"/>
                  <a:gd name="T48" fmla="*/ 40 w 84"/>
                  <a:gd name="T49" fmla="*/ 63 h 78"/>
                  <a:gd name="T50" fmla="*/ 42 w 84"/>
                  <a:gd name="T51" fmla="*/ 62 h 78"/>
                  <a:gd name="T52" fmla="*/ 49 w 84"/>
                  <a:gd name="T53" fmla="*/ 57 h 78"/>
                  <a:gd name="T54" fmla="*/ 51 w 84"/>
                  <a:gd name="T55" fmla="*/ 57 h 78"/>
                  <a:gd name="T56" fmla="*/ 52 w 84"/>
                  <a:gd name="T57" fmla="*/ 56 h 78"/>
                  <a:gd name="T58" fmla="*/ 55 w 84"/>
                  <a:gd name="T59" fmla="*/ 54 h 78"/>
                  <a:gd name="T60" fmla="*/ 65 w 84"/>
                  <a:gd name="T61" fmla="*/ 53 h 78"/>
                  <a:gd name="T62" fmla="*/ 70 w 84"/>
                  <a:gd name="T63" fmla="*/ 52 h 78"/>
                  <a:gd name="T64" fmla="*/ 78 w 84"/>
                  <a:gd name="T65" fmla="*/ 51 h 78"/>
                  <a:gd name="T66" fmla="*/ 82 w 84"/>
                  <a:gd name="T67" fmla="*/ 31 h 78"/>
                  <a:gd name="T68" fmla="*/ 77 w 84"/>
                  <a:gd name="T69" fmla="*/ 32 h 78"/>
                  <a:gd name="T70" fmla="*/ 77 w 84"/>
                  <a:gd name="T71" fmla="*/ 28 h 78"/>
                  <a:gd name="T72" fmla="*/ 70 w 84"/>
                  <a:gd name="T73" fmla="*/ 26 h 78"/>
                  <a:gd name="T74" fmla="*/ 66 w 84"/>
                  <a:gd name="T75" fmla="*/ 22 h 78"/>
                  <a:gd name="T76" fmla="*/ 63 w 84"/>
                  <a:gd name="T77" fmla="*/ 20 h 78"/>
                  <a:gd name="T78" fmla="*/ 56 w 84"/>
                  <a:gd name="T79" fmla="*/ 14 h 78"/>
                  <a:gd name="T80" fmla="*/ 39 w 84"/>
                  <a:gd name="T81" fmla="*/ 3 h 78"/>
                  <a:gd name="T82" fmla="*/ 35 w 84"/>
                  <a:gd name="T83" fmla="*/ 1 h 78"/>
                  <a:gd name="T84" fmla="*/ 27 w 84"/>
                  <a:gd name="T85" fmla="*/ 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4" h="78">
                    <a:moveTo>
                      <a:pt x="27" y="1"/>
                    </a:moveTo>
                    <a:cubicBezTo>
                      <a:pt x="29" y="16"/>
                      <a:pt x="31" y="31"/>
                      <a:pt x="33" y="45"/>
                    </a:cubicBezTo>
                    <a:cubicBezTo>
                      <a:pt x="33" y="47"/>
                      <a:pt x="35" y="50"/>
                      <a:pt x="32" y="50"/>
                    </a:cubicBezTo>
                    <a:cubicBezTo>
                      <a:pt x="28" y="50"/>
                      <a:pt x="23" y="50"/>
                      <a:pt x="19" y="50"/>
                    </a:cubicBezTo>
                    <a:cubicBezTo>
                      <a:pt x="17" y="50"/>
                      <a:pt x="16" y="50"/>
                      <a:pt x="15" y="50"/>
                    </a:cubicBezTo>
                    <a:cubicBezTo>
                      <a:pt x="14" y="50"/>
                      <a:pt x="13" y="51"/>
                      <a:pt x="12" y="51"/>
                    </a:cubicBezTo>
                    <a:cubicBezTo>
                      <a:pt x="11" y="52"/>
                      <a:pt x="10" y="51"/>
                      <a:pt x="8" y="51"/>
                    </a:cubicBezTo>
                    <a:cubicBezTo>
                      <a:pt x="7" y="51"/>
                      <a:pt x="7" y="53"/>
                      <a:pt x="6" y="52"/>
                    </a:cubicBezTo>
                    <a:cubicBezTo>
                      <a:pt x="5" y="52"/>
                      <a:pt x="4" y="50"/>
                      <a:pt x="3" y="50"/>
                    </a:cubicBezTo>
                    <a:cubicBezTo>
                      <a:pt x="2" y="50"/>
                      <a:pt x="2" y="56"/>
                      <a:pt x="0" y="55"/>
                    </a:cubicBezTo>
                    <a:cubicBezTo>
                      <a:pt x="0" y="56"/>
                      <a:pt x="0" y="58"/>
                      <a:pt x="0" y="59"/>
                    </a:cubicBezTo>
                    <a:cubicBezTo>
                      <a:pt x="0" y="61"/>
                      <a:pt x="2" y="61"/>
                      <a:pt x="3" y="63"/>
                    </a:cubicBezTo>
                    <a:cubicBezTo>
                      <a:pt x="4" y="64"/>
                      <a:pt x="3" y="66"/>
                      <a:pt x="4" y="67"/>
                    </a:cubicBezTo>
                    <a:cubicBezTo>
                      <a:pt x="5" y="69"/>
                      <a:pt x="6" y="67"/>
                      <a:pt x="7" y="68"/>
                    </a:cubicBezTo>
                    <a:cubicBezTo>
                      <a:pt x="7" y="69"/>
                      <a:pt x="10" y="68"/>
                      <a:pt x="11" y="68"/>
                    </a:cubicBezTo>
                    <a:cubicBezTo>
                      <a:pt x="12" y="68"/>
                      <a:pt x="14" y="66"/>
                      <a:pt x="15" y="66"/>
                    </a:cubicBezTo>
                    <a:cubicBezTo>
                      <a:pt x="17" y="68"/>
                      <a:pt x="18" y="73"/>
                      <a:pt x="20" y="75"/>
                    </a:cubicBezTo>
                    <a:cubicBezTo>
                      <a:pt x="20" y="75"/>
                      <a:pt x="19" y="77"/>
                      <a:pt x="20" y="77"/>
                    </a:cubicBezTo>
                    <a:cubicBezTo>
                      <a:pt x="21" y="78"/>
                      <a:pt x="22" y="76"/>
                      <a:pt x="23" y="77"/>
                    </a:cubicBezTo>
                    <a:cubicBezTo>
                      <a:pt x="24" y="78"/>
                      <a:pt x="26" y="78"/>
                      <a:pt x="27" y="77"/>
                    </a:cubicBezTo>
                    <a:cubicBezTo>
                      <a:pt x="29" y="75"/>
                      <a:pt x="29" y="77"/>
                      <a:pt x="30" y="77"/>
                    </a:cubicBezTo>
                    <a:cubicBezTo>
                      <a:pt x="33" y="77"/>
                      <a:pt x="35" y="73"/>
                      <a:pt x="35" y="71"/>
                    </a:cubicBezTo>
                    <a:cubicBezTo>
                      <a:pt x="35" y="70"/>
                      <a:pt x="33" y="70"/>
                      <a:pt x="35" y="69"/>
                    </a:cubicBezTo>
                    <a:cubicBezTo>
                      <a:pt x="36" y="68"/>
                      <a:pt x="38" y="69"/>
                      <a:pt x="39" y="67"/>
                    </a:cubicBezTo>
                    <a:cubicBezTo>
                      <a:pt x="39" y="66"/>
                      <a:pt x="40" y="64"/>
                      <a:pt x="40" y="63"/>
                    </a:cubicBezTo>
                    <a:cubicBezTo>
                      <a:pt x="41" y="61"/>
                      <a:pt x="41" y="60"/>
                      <a:pt x="42" y="62"/>
                    </a:cubicBezTo>
                    <a:cubicBezTo>
                      <a:pt x="45" y="64"/>
                      <a:pt x="47" y="56"/>
                      <a:pt x="49" y="57"/>
                    </a:cubicBezTo>
                    <a:cubicBezTo>
                      <a:pt x="50" y="57"/>
                      <a:pt x="50" y="57"/>
                      <a:pt x="51" y="57"/>
                    </a:cubicBezTo>
                    <a:cubicBezTo>
                      <a:pt x="51" y="57"/>
                      <a:pt x="52" y="56"/>
                      <a:pt x="52" y="56"/>
                    </a:cubicBezTo>
                    <a:cubicBezTo>
                      <a:pt x="53" y="55"/>
                      <a:pt x="54" y="55"/>
                      <a:pt x="55" y="54"/>
                    </a:cubicBezTo>
                    <a:cubicBezTo>
                      <a:pt x="58" y="51"/>
                      <a:pt x="61" y="54"/>
                      <a:pt x="65" y="53"/>
                    </a:cubicBezTo>
                    <a:cubicBezTo>
                      <a:pt x="67" y="53"/>
                      <a:pt x="68" y="52"/>
                      <a:pt x="70" y="52"/>
                    </a:cubicBezTo>
                    <a:cubicBezTo>
                      <a:pt x="73" y="52"/>
                      <a:pt x="76" y="52"/>
                      <a:pt x="78" y="51"/>
                    </a:cubicBezTo>
                    <a:cubicBezTo>
                      <a:pt x="84" y="49"/>
                      <a:pt x="82" y="36"/>
                      <a:pt x="82" y="31"/>
                    </a:cubicBezTo>
                    <a:cubicBezTo>
                      <a:pt x="81" y="32"/>
                      <a:pt x="78" y="34"/>
                      <a:pt x="77" y="32"/>
                    </a:cubicBezTo>
                    <a:cubicBezTo>
                      <a:pt x="76" y="31"/>
                      <a:pt x="78" y="29"/>
                      <a:pt x="77" y="28"/>
                    </a:cubicBezTo>
                    <a:cubicBezTo>
                      <a:pt x="76" y="26"/>
                      <a:pt x="72" y="27"/>
                      <a:pt x="70" y="26"/>
                    </a:cubicBezTo>
                    <a:cubicBezTo>
                      <a:pt x="68" y="26"/>
                      <a:pt x="67" y="23"/>
                      <a:pt x="66" y="22"/>
                    </a:cubicBezTo>
                    <a:cubicBezTo>
                      <a:pt x="66" y="21"/>
                      <a:pt x="65" y="20"/>
                      <a:pt x="63" y="20"/>
                    </a:cubicBezTo>
                    <a:cubicBezTo>
                      <a:pt x="61" y="18"/>
                      <a:pt x="58" y="16"/>
                      <a:pt x="56" y="14"/>
                    </a:cubicBezTo>
                    <a:cubicBezTo>
                      <a:pt x="50" y="11"/>
                      <a:pt x="44" y="7"/>
                      <a:pt x="39" y="3"/>
                    </a:cubicBezTo>
                    <a:cubicBezTo>
                      <a:pt x="38" y="3"/>
                      <a:pt x="36" y="1"/>
                      <a:pt x="35" y="1"/>
                    </a:cubicBezTo>
                    <a:cubicBezTo>
                      <a:pt x="33" y="0"/>
                      <a:pt x="30" y="1"/>
                      <a:pt x="27"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3" name="Freeform 770">
                <a:extLst>
                  <a:ext uri="{FF2B5EF4-FFF2-40B4-BE49-F238E27FC236}">
                    <a16:creationId xmlns:a16="http://schemas.microsoft.com/office/drawing/2014/main" id="{C6177C6B-877A-AE4E-8271-215CC84043C8}"/>
                  </a:ext>
                </a:extLst>
              </p:cNvPr>
              <p:cNvSpPr>
                <a:spLocks/>
              </p:cNvSpPr>
              <p:nvPr/>
            </p:nvSpPr>
            <p:spPr bwMode="auto">
              <a:xfrm>
                <a:off x="12814845" y="7500821"/>
                <a:ext cx="515923" cy="503317"/>
              </a:xfrm>
              <a:custGeom>
                <a:avLst/>
                <a:gdLst>
                  <a:gd name="T0" fmla="*/ 45 w 55"/>
                  <a:gd name="T1" fmla="*/ 54 h 54"/>
                  <a:gd name="T2" fmla="*/ 48 w 55"/>
                  <a:gd name="T3" fmla="*/ 51 h 54"/>
                  <a:gd name="T4" fmla="*/ 51 w 55"/>
                  <a:gd name="T5" fmla="*/ 48 h 54"/>
                  <a:gd name="T6" fmla="*/ 54 w 55"/>
                  <a:gd name="T7" fmla="*/ 44 h 54"/>
                  <a:gd name="T8" fmla="*/ 55 w 55"/>
                  <a:gd name="T9" fmla="*/ 42 h 54"/>
                  <a:gd name="T10" fmla="*/ 50 w 55"/>
                  <a:gd name="T11" fmla="*/ 36 h 54"/>
                  <a:gd name="T12" fmla="*/ 45 w 55"/>
                  <a:gd name="T13" fmla="*/ 25 h 54"/>
                  <a:gd name="T14" fmla="*/ 40 w 55"/>
                  <a:gd name="T15" fmla="*/ 16 h 54"/>
                  <a:gd name="T16" fmla="*/ 38 w 55"/>
                  <a:gd name="T17" fmla="*/ 8 h 54"/>
                  <a:gd name="T18" fmla="*/ 47 w 55"/>
                  <a:gd name="T19" fmla="*/ 22 h 54"/>
                  <a:gd name="T20" fmla="*/ 49 w 55"/>
                  <a:gd name="T21" fmla="*/ 19 h 54"/>
                  <a:gd name="T22" fmla="*/ 48 w 55"/>
                  <a:gd name="T23" fmla="*/ 14 h 54"/>
                  <a:gd name="T24" fmla="*/ 47 w 55"/>
                  <a:gd name="T25" fmla="*/ 2 h 54"/>
                  <a:gd name="T26" fmla="*/ 38 w 55"/>
                  <a:gd name="T27" fmla="*/ 2 h 54"/>
                  <a:gd name="T28" fmla="*/ 25 w 55"/>
                  <a:gd name="T29" fmla="*/ 3 h 54"/>
                  <a:gd name="T30" fmla="*/ 16 w 55"/>
                  <a:gd name="T31" fmla="*/ 3 h 54"/>
                  <a:gd name="T32" fmla="*/ 4 w 55"/>
                  <a:gd name="T33" fmla="*/ 1 h 54"/>
                  <a:gd name="T34" fmla="*/ 3 w 55"/>
                  <a:gd name="T35" fmla="*/ 0 h 54"/>
                  <a:gd name="T36" fmla="*/ 1 w 55"/>
                  <a:gd name="T37" fmla="*/ 3 h 54"/>
                  <a:gd name="T38" fmla="*/ 2 w 55"/>
                  <a:gd name="T39" fmla="*/ 7 h 54"/>
                  <a:gd name="T40" fmla="*/ 1 w 55"/>
                  <a:gd name="T41" fmla="*/ 11 h 54"/>
                  <a:gd name="T42" fmla="*/ 2 w 55"/>
                  <a:gd name="T43" fmla="*/ 13 h 54"/>
                  <a:gd name="T44" fmla="*/ 2 w 55"/>
                  <a:gd name="T45" fmla="*/ 25 h 54"/>
                  <a:gd name="T46" fmla="*/ 2 w 55"/>
                  <a:gd name="T47" fmla="*/ 52 h 54"/>
                  <a:gd name="T48" fmla="*/ 34 w 55"/>
                  <a:gd name="T49" fmla="*/ 52 h 54"/>
                  <a:gd name="T50" fmla="*/ 40 w 55"/>
                  <a:gd name="T51" fmla="*/ 52 h 54"/>
                  <a:gd name="T52" fmla="*/ 45 w 55"/>
                  <a:gd name="T5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4">
                    <a:moveTo>
                      <a:pt x="45" y="54"/>
                    </a:moveTo>
                    <a:cubicBezTo>
                      <a:pt x="46" y="54"/>
                      <a:pt x="46" y="51"/>
                      <a:pt x="48" y="51"/>
                    </a:cubicBezTo>
                    <a:cubicBezTo>
                      <a:pt x="51" y="51"/>
                      <a:pt x="49" y="49"/>
                      <a:pt x="51" y="48"/>
                    </a:cubicBezTo>
                    <a:cubicBezTo>
                      <a:pt x="54" y="47"/>
                      <a:pt x="54" y="47"/>
                      <a:pt x="54" y="44"/>
                    </a:cubicBezTo>
                    <a:cubicBezTo>
                      <a:pt x="53" y="42"/>
                      <a:pt x="53" y="42"/>
                      <a:pt x="55" y="42"/>
                    </a:cubicBezTo>
                    <a:cubicBezTo>
                      <a:pt x="54" y="42"/>
                      <a:pt x="51" y="37"/>
                      <a:pt x="50" y="36"/>
                    </a:cubicBezTo>
                    <a:cubicBezTo>
                      <a:pt x="49" y="32"/>
                      <a:pt x="47" y="28"/>
                      <a:pt x="45" y="25"/>
                    </a:cubicBezTo>
                    <a:cubicBezTo>
                      <a:pt x="43" y="22"/>
                      <a:pt x="42" y="18"/>
                      <a:pt x="40" y="16"/>
                    </a:cubicBezTo>
                    <a:cubicBezTo>
                      <a:pt x="39" y="15"/>
                      <a:pt x="37" y="9"/>
                      <a:pt x="38" y="8"/>
                    </a:cubicBezTo>
                    <a:cubicBezTo>
                      <a:pt x="38" y="8"/>
                      <a:pt x="46" y="22"/>
                      <a:pt x="47" y="22"/>
                    </a:cubicBezTo>
                    <a:cubicBezTo>
                      <a:pt x="48" y="22"/>
                      <a:pt x="49" y="19"/>
                      <a:pt x="49" y="19"/>
                    </a:cubicBezTo>
                    <a:cubicBezTo>
                      <a:pt x="49" y="17"/>
                      <a:pt x="49" y="15"/>
                      <a:pt x="48" y="14"/>
                    </a:cubicBezTo>
                    <a:cubicBezTo>
                      <a:pt x="48" y="10"/>
                      <a:pt x="47" y="6"/>
                      <a:pt x="47" y="2"/>
                    </a:cubicBezTo>
                    <a:cubicBezTo>
                      <a:pt x="45" y="4"/>
                      <a:pt x="40" y="4"/>
                      <a:pt x="38" y="2"/>
                    </a:cubicBezTo>
                    <a:cubicBezTo>
                      <a:pt x="34" y="0"/>
                      <a:pt x="29" y="1"/>
                      <a:pt x="25" y="3"/>
                    </a:cubicBezTo>
                    <a:cubicBezTo>
                      <a:pt x="22" y="5"/>
                      <a:pt x="19" y="4"/>
                      <a:pt x="16" y="3"/>
                    </a:cubicBezTo>
                    <a:cubicBezTo>
                      <a:pt x="12" y="2"/>
                      <a:pt x="8" y="2"/>
                      <a:pt x="4" y="1"/>
                    </a:cubicBezTo>
                    <a:cubicBezTo>
                      <a:pt x="4" y="1"/>
                      <a:pt x="3" y="0"/>
                      <a:pt x="3" y="0"/>
                    </a:cubicBezTo>
                    <a:cubicBezTo>
                      <a:pt x="2" y="1"/>
                      <a:pt x="2" y="2"/>
                      <a:pt x="1" y="3"/>
                    </a:cubicBezTo>
                    <a:cubicBezTo>
                      <a:pt x="0" y="4"/>
                      <a:pt x="3" y="5"/>
                      <a:pt x="2" y="7"/>
                    </a:cubicBezTo>
                    <a:cubicBezTo>
                      <a:pt x="1" y="8"/>
                      <a:pt x="1" y="9"/>
                      <a:pt x="1" y="11"/>
                    </a:cubicBezTo>
                    <a:cubicBezTo>
                      <a:pt x="2" y="11"/>
                      <a:pt x="2" y="12"/>
                      <a:pt x="2" y="13"/>
                    </a:cubicBezTo>
                    <a:cubicBezTo>
                      <a:pt x="2" y="17"/>
                      <a:pt x="2" y="21"/>
                      <a:pt x="2" y="25"/>
                    </a:cubicBezTo>
                    <a:cubicBezTo>
                      <a:pt x="2" y="28"/>
                      <a:pt x="2" y="52"/>
                      <a:pt x="2" y="52"/>
                    </a:cubicBezTo>
                    <a:cubicBezTo>
                      <a:pt x="13" y="52"/>
                      <a:pt x="23" y="52"/>
                      <a:pt x="34" y="52"/>
                    </a:cubicBezTo>
                    <a:cubicBezTo>
                      <a:pt x="36" y="52"/>
                      <a:pt x="38" y="52"/>
                      <a:pt x="40" y="52"/>
                    </a:cubicBezTo>
                    <a:cubicBezTo>
                      <a:pt x="42" y="52"/>
                      <a:pt x="43" y="54"/>
                      <a:pt x="45" y="5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4" name="Freeform 771">
                <a:extLst>
                  <a:ext uri="{FF2B5EF4-FFF2-40B4-BE49-F238E27FC236}">
                    <a16:creationId xmlns:a16="http://schemas.microsoft.com/office/drawing/2014/main" id="{D7072BDF-1605-A846-BF2A-C7AAA3149638}"/>
                  </a:ext>
                </a:extLst>
              </p:cNvPr>
              <p:cNvSpPr>
                <a:spLocks/>
              </p:cNvSpPr>
              <p:nvPr/>
            </p:nvSpPr>
            <p:spPr bwMode="auto">
              <a:xfrm>
                <a:off x="12050511" y="7210939"/>
                <a:ext cx="187902" cy="363153"/>
              </a:xfrm>
              <a:custGeom>
                <a:avLst/>
                <a:gdLst>
                  <a:gd name="T0" fmla="*/ 14 w 20"/>
                  <a:gd name="T1" fmla="*/ 34 h 39"/>
                  <a:gd name="T2" fmla="*/ 17 w 20"/>
                  <a:gd name="T3" fmla="*/ 30 h 39"/>
                  <a:gd name="T4" fmla="*/ 20 w 20"/>
                  <a:gd name="T5" fmla="*/ 27 h 39"/>
                  <a:gd name="T6" fmla="*/ 20 w 20"/>
                  <a:gd name="T7" fmla="*/ 24 h 39"/>
                  <a:gd name="T8" fmla="*/ 19 w 20"/>
                  <a:gd name="T9" fmla="*/ 23 h 39"/>
                  <a:gd name="T10" fmla="*/ 17 w 20"/>
                  <a:gd name="T11" fmla="*/ 20 h 39"/>
                  <a:gd name="T12" fmla="*/ 14 w 20"/>
                  <a:gd name="T13" fmla="*/ 20 h 39"/>
                  <a:gd name="T14" fmla="*/ 16 w 20"/>
                  <a:gd name="T15" fmla="*/ 16 h 39"/>
                  <a:gd name="T16" fmla="*/ 17 w 20"/>
                  <a:gd name="T17" fmla="*/ 10 h 39"/>
                  <a:gd name="T18" fmla="*/ 15 w 20"/>
                  <a:gd name="T19" fmla="*/ 6 h 39"/>
                  <a:gd name="T20" fmla="*/ 18 w 20"/>
                  <a:gd name="T21" fmla="*/ 4 h 39"/>
                  <a:gd name="T22" fmla="*/ 18 w 20"/>
                  <a:gd name="T23" fmla="*/ 1 h 39"/>
                  <a:gd name="T24" fmla="*/ 15 w 20"/>
                  <a:gd name="T25" fmla="*/ 3 h 39"/>
                  <a:gd name="T26" fmla="*/ 14 w 20"/>
                  <a:gd name="T27" fmla="*/ 2 h 39"/>
                  <a:gd name="T28" fmla="*/ 11 w 20"/>
                  <a:gd name="T29" fmla="*/ 0 h 39"/>
                  <a:gd name="T30" fmla="*/ 5 w 20"/>
                  <a:gd name="T31" fmla="*/ 4 h 39"/>
                  <a:gd name="T32" fmla="*/ 2 w 20"/>
                  <a:gd name="T33" fmla="*/ 17 h 39"/>
                  <a:gd name="T34" fmla="*/ 1 w 20"/>
                  <a:gd name="T35" fmla="*/ 21 h 39"/>
                  <a:gd name="T36" fmla="*/ 4 w 20"/>
                  <a:gd name="T37" fmla="*/ 26 h 39"/>
                  <a:gd name="T38" fmla="*/ 8 w 20"/>
                  <a:gd name="T39" fmla="*/ 30 h 39"/>
                  <a:gd name="T40" fmla="*/ 10 w 20"/>
                  <a:gd name="T41" fmla="*/ 39 h 39"/>
                  <a:gd name="T42" fmla="*/ 14 w 20"/>
                  <a:gd name="T43" fmla="*/ 34 h 39"/>
                  <a:gd name="T44" fmla="*/ 14 w 20"/>
                  <a:gd name="T45" fmla="*/ 3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39">
                    <a:moveTo>
                      <a:pt x="14" y="34"/>
                    </a:moveTo>
                    <a:cubicBezTo>
                      <a:pt x="12" y="32"/>
                      <a:pt x="16" y="30"/>
                      <a:pt x="17" y="30"/>
                    </a:cubicBezTo>
                    <a:cubicBezTo>
                      <a:pt x="19" y="29"/>
                      <a:pt x="20" y="28"/>
                      <a:pt x="20" y="27"/>
                    </a:cubicBezTo>
                    <a:cubicBezTo>
                      <a:pt x="20" y="26"/>
                      <a:pt x="20" y="25"/>
                      <a:pt x="20" y="24"/>
                    </a:cubicBezTo>
                    <a:cubicBezTo>
                      <a:pt x="20" y="23"/>
                      <a:pt x="19" y="23"/>
                      <a:pt x="19" y="23"/>
                    </a:cubicBezTo>
                    <a:cubicBezTo>
                      <a:pt x="18" y="22"/>
                      <a:pt x="18" y="21"/>
                      <a:pt x="17" y="20"/>
                    </a:cubicBezTo>
                    <a:cubicBezTo>
                      <a:pt x="16" y="20"/>
                      <a:pt x="15" y="21"/>
                      <a:pt x="14" y="20"/>
                    </a:cubicBezTo>
                    <a:cubicBezTo>
                      <a:pt x="11" y="18"/>
                      <a:pt x="14" y="17"/>
                      <a:pt x="16" y="16"/>
                    </a:cubicBezTo>
                    <a:cubicBezTo>
                      <a:pt x="18" y="15"/>
                      <a:pt x="19" y="12"/>
                      <a:pt x="17" y="10"/>
                    </a:cubicBezTo>
                    <a:cubicBezTo>
                      <a:pt x="17" y="9"/>
                      <a:pt x="14" y="7"/>
                      <a:pt x="15" y="6"/>
                    </a:cubicBezTo>
                    <a:cubicBezTo>
                      <a:pt x="16" y="5"/>
                      <a:pt x="17" y="5"/>
                      <a:pt x="18" y="4"/>
                    </a:cubicBezTo>
                    <a:cubicBezTo>
                      <a:pt x="18" y="4"/>
                      <a:pt x="18" y="1"/>
                      <a:pt x="18" y="1"/>
                    </a:cubicBezTo>
                    <a:cubicBezTo>
                      <a:pt x="17" y="1"/>
                      <a:pt x="16" y="4"/>
                      <a:pt x="15" y="3"/>
                    </a:cubicBezTo>
                    <a:cubicBezTo>
                      <a:pt x="15" y="3"/>
                      <a:pt x="14" y="2"/>
                      <a:pt x="14" y="2"/>
                    </a:cubicBezTo>
                    <a:cubicBezTo>
                      <a:pt x="13" y="1"/>
                      <a:pt x="12" y="0"/>
                      <a:pt x="11" y="0"/>
                    </a:cubicBezTo>
                    <a:cubicBezTo>
                      <a:pt x="9" y="1"/>
                      <a:pt x="6" y="2"/>
                      <a:pt x="5" y="4"/>
                    </a:cubicBezTo>
                    <a:cubicBezTo>
                      <a:pt x="3" y="8"/>
                      <a:pt x="5" y="14"/>
                      <a:pt x="2" y="17"/>
                    </a:cubicBezTo>
                    <a:cubicBezTo>
                      <a:pt x="0" y="19"/>
                      <a:pt x="0" y="19"/>
                      <a:pt x="1" y="21"/>
                    </a:cubicBezTo>
                    <a:cubicBezTo>
                      <a:pt x="1" y="23"/>
                      <a:pt x="4" y="24"/>
                      <a:pt x="4" y="26"/>
                    </a:cubicBezTo>
                    <a:cubicBezTo>
                      <a:pt x="5" y="28"/>
                      <a:pt x="8" y="29"/>
                      <a:pt x="8" y="30"/>
                    </a:cubicBezTo>
                    <a:cubicBezTo>
                      <a:pt x="9" y="33"/>
                      <a:pt x="10" y="37"/>
                      <a:pt x="10" y="39"/>
                    </a:cubicBezTo>
                    <a:cubicBezTo>
                      <a:pt x="12" y="39"/>
                      <a:pt x="16" y="37"/>
                      <a:pt x="14" y="34"/>
                    </a:cubicBezTo>
                    <a:cubicBezTo>
                      <a:pt x="13" y="33"/>
                      <a:pt x="15" y="35"/>
                      <a:pt x="14" y="3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5" name="Freeform 772">
                <a:extLst>
                  <a:ext uri="{FF2B5EF4-FFF2-40B4-BE49-F238E27FC236}">
                    <a16:creationId xmlns:a16="http://schemas.microsoft.com/office/drawing/2014/main" id="{C8DF286C-5073-3D4C-9BEB-C7DDD429A30D}"/>
                  </a:ext>
                </a:extLst>
              </p:cNvPr>
              <p:cNvSpPr>
                <a:spLocks/>
              </p:cNvSpPr>
              <p:nvPr/>
            </p:nvSpPr>
            <p:spPr bwMode="auto">
              <a:xfrm>
                <a:off x="12133317" y="7424369"/>
                <a:ext cx="710194" cy="684895"/>
              </a:xfrm>
              <a:custGeom>
                <a:avLst/>
                <a:gdLst>
                  <a:gd name="T0" fmla="*/ 21 w 76"/>
                  <a:gd name="T1" fmla="*/ 55 h 73"/>
                  <a:gd name="T2" fmla="*/ 25 w 76"/>
                  <a:gd name="T3" fmla="*/ 57 h 73"/>
                  <a:gd name="T4" fmla="*/ 28 w 76"/>
                  <a:gd name="T5" fmla="*/ 55 h 73"/>
                  <a:gd name="T6" fmla="*/ 33 w 76"/>
                  <a:gd name="T7" fmla="*/ 53 h 73"/>
                  <a:gd name="T8" fmla="*/ 44 w 76"/>
                  <a:gd name="T9" fmla="*/ 59 h 73"/>
                  <a:gd name="T10" fmla="*/ 70 w 76"/>
                  <a:gd name="T11" fmla="*/ 73 h 73"/>
                  <a:gd name="T12" fmla="*/ 71 w 76"/>
                  <a:gd name="T13" fmla="*/ 71 h 73"/>
                  <a:gd name="T14" fmla="*/ 75 w 76"/>
                  <a:gd name="T15" fmla="*/ 71 h 73"/>
                  <a:gd name="T16" fmla="*/ 75 w 76"/>
                  <a:gd name="T17" fmla="*/ 66 h 73"/>
                  <a:gd name="T18" fmla="*/ 75 w 76"/>
                  <a:gd name="T19" fmla="*/ 44 h 73"/>
                  <a:gd name="T20" fmla="*/ 75 w 76"/>
                  <a:gd name="T21" fmla="*/ 24 h 73"/>
                  <a:gd name="T22" fmla="*/ 75 w 76"/>
                  <a:gd name="T23" fmla="*/ 20 h 73"/>
                  <a:gd name="T24" fmla="*/ 74 w 76"/>
                  <a:gd name="T25" fmla="*/ 17 h 73"/>
                  <a:gd name="T26" fmla="*/ 76 w 76"/>
                  <a:gd name="T27" fmla="*/ 14 h 73"/>
                  <a:gd name="T28" fmla="*/ 74 w 76"/>
                  <a:gd name="T29" fmla="*/ 11 h 73"/>
                  <a:gd name="T30" fmla="*/ 76 w 76"/>
                  <a:gd name="T31" fmla="*/ 8 h 73"/>
                  <a:gd name="T32" fmla="*/ 67 w 76"/>
                  <a:gd name="T33" fmla="*/ 5 h 73"/>
                  <a:gd name="T34" fmla="*/ 61 w 76"/>
                  <a:gd name="T35" fmla="*/ 2 h 73"/>
                  <a:gd name="T36" fmla="*/ 51 w 76"/>
                  <a:gd name="T37" fmla="*/ 6 h 73"/>
                  <a:gd name="T38" fmla="*/ 51 w 76"/>
                  <a:gd name="T39" fmla="*/ 9 h 73"/>
                  <a:gd name="T40" fmla="*/ 50 w 76"/>
                  <a:gd name="T41" fmla="*/ 14 h 73"/>
                  <a:gd name="T42" fmla="*/ 41 w 76"/>
                  <a:gd name="T43" fmla="*/ 13 h 73"/>
                  <a:gd name="T44" fmla="*/ 36 w 76"/>
                  <a:gd name="T45" fmla="*/ 12 h 73"/>
                  <a:gd name="T46" fmla="*/ 31 w 76"/>
                  <a:gd name="T47" fmla="*/ 10 h 73"/>
                  <a:gd name="T48" fmla="*/ 29 w 76"/>
                  <a:gd name="T49" fmla="*/ 6 h 73"/>
                  <a:gd name="T50" fmla="*/ 23 w 76"/>
                  <a:gd name="T51" fmla="*/ 3 h 73"/>
                  <a:gd name="T52" fmla="*/ 17 w 76"/>
                  <a:gd name="T53" fmla="*/ 2 h 73"/>
                  <a:gd name="T54" fmla="*/ 11 w 76"/>
                  <a:gd name="T55" fmla="*/ 0 h 73"/>
                  <a:gd name="T56" fmla="*/ 11 w 76"/>
                  <a:gd name="T57" fmla="*/ 4 h 73"/>
                  <a:gd name="T58" fmla="*/ 9 w 76"/>
                  <a:gd name="T59" fmla="*/ 6 h 73"/>
                  <a:gd name="T60" fmla="*/ 5 w 76"/>
                  <a:gd name="T61" fmla="*/ 8 h 73"/>
                  <a:gd name="T62" fmla="*/ 5 w 76"/>
                  <a:gd name="T63" fmla="*/ 14 h 73"/>
                  <a:gd name="T64" fmla="*/ 1 w 76"/>
                  <a:gd name="T65" fmla="*/ 17 h 73"/>
                  <a:gd name="T66" fmla="*/ 3 w 76"/>
                  <a:gd name="T67" fmla="*/ 21 h 73"/>
                  <a:gd name="T68" fmla="*/ 3 w 76"/>
                  <a:gd name="T69" fmla="*/ 26 h 73"/>
                  <a:gd name="T70" fmla="*/ 3 w 76"/>
                  <a:gd name="T71" fmla="*/ 31 h 73"/>
                  <a:gd name="T72" fmla="*/ 3 w 76"/>
                  <a:gd name="T73" fmla="*/ 34 h 73"/>
                  <a:gd name="T74" fmla="*/ 3 w 76"/>
                  <a:gd name="T75" fmla="*/ 37 h 73"/>
                  <a:gd name="T76" fmla="*/ 1 w 76"/>
                  <a:gd name="T77" fmla="*/ 40 h 73"/>
                  <a:gd name="T78" fmla="*/ 4 w 76"/>
                  <a:gd name="T79" fmla="*/ 46 h 73"/>
                  <a:gd name="T80" fmla="*/ 7 w 76"/>
                  <a:gd name="T81" fmla="*/ 48 h 73"/>
                  <a:gd name="T82" fmla="*/ 11 w 76"/>
                  <a:gd name="T83" fmla="*/ 49 h 73"/>
                  <a:gd name="T84" fmla="*/ 14 w 76"/>
                  <a:gd name="T85" fmla="*/ 53 h 73"/>
                  <a:gd name="T86" fmla="*/ 21 w 76"/>
                  <a:gd name="T87" fmla="*/ 55 h 73"/>
                  <a:gd name="T88" fmla="*/ 21 w 76"/>
                  <a:gd name="T89"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6" h="73">
                    <a:moveTo>
                      <a:pt x="21" y="55"/>
                    </a:moveTo>
                    <a:cubicBezTo>
                      <a:pt x="21" y="56"/>
                      <a:pt x="24" y="58"/>
                      <a:pt x="25" y="57"/>
                    </a:cubicBezTo>
                    <a:cubicBezTo>
                      <a:pt x="26" y="56"/>
                      <a:pt x="27" y="56"/>
                      <a:pt x="28" y="55"/>
                    </a:cubicBezTo>
                    <a:cubicBezTo>
                      <a:pt x="29" y="55"/>
                      <a:pt x="32" y="53"/>
                      <a:pt x="33" y="53"/>
                    </a:cubicBezTo>
                    <a:cubicBezTo>
                      <a:pt x="37" y="55"/>
                      <a:pt x="40" y="57"/>
                      <a:pt x="44" y="59"/>
                    </a:cubicBezTo>
                    <a:cubicBezTo>
                      <a:pt x="53" y="64"/>
                      <a:pt x="61" y="69"/>
                      <a:pt x="70" y="73"/>
                    </a:cubicBezTo>
                    <a:cubicBezTo>
                      <a:pt x="70" y="71"/>
                      <a:pt x="69" y="71"/>
                      <a:pt x="71" y="71"/>
                    </a:cubicBezTo>
                    <a:cubicBezTo>
                      <a:pt x="71" y="71"/>
                      <a:pt x="75" y="71"/>
                      <a:pt x="75" y="71"/>
                    </a:cubicBezTo>
                    <a:cubicBezTo>
                      <a:pt x="75" y="69"/>
                      <a:pt x="75" y="68"/>
                      <a:pt x="75" y="66"/>
                    </a:cubicBezTo>
                    <a:cubicBezTo>
                      <a:pt x="75" y="59"/>
                      <a:pt x="75" y="52"/>
                      <a:pt x="75" y="44"/>
                    </a:cubicBezTo>
                    <a:cubicBezTo>
                      <a:pt x="75" y="37"/>
                      <a:pt x="75" y="30"/>
                      <a:pt x="75" y="24"/>
                    </a:cubicBezTo>
                    <a:cubicBezTo>
                      <a:pt x="75" y="22"/>
                      <a:pt x="75" y="21"/>
                      <a:pt x="75" y="20"/>
                    </a:cubicBezTo>
                    <a:cubicBezTo>
                      <a:pt x="74" y="19"/>
                      <a:pt x="74" y="18"/>
                      <a:pt x="74" y="17"/>
                    </a:cubicBezTo>
                    <a:cubicBezTo>
                      <a:pt x="74" y="16"/>
                      <a:pt x="76" y="15"/>
                      <a:pt x="76" y="14"/>
                    </a:cubicBezTo>
                    <a:cubicBezTo>
                      <a:pt x="76" y="13"/>
                      <a:pt x="74" y="12"/>
                      <a:pt x="74" y="11"/>
                    </a:cubicBezTo>
                    <a:cubicBezTo>
                      <a:pt x="74" y="10"/>
                      <a:pt x="75" y="9"/>
                      <a:pt x="76" y="8"/>
                    </a:cubicBezTo>
                    <a:cubicBezTo>
                      <a:pt x="73" y="6"/>
                      <a:pt x="70" y="7"/>
                      <a:pt x="67" y="5"/>
                    </a:cubicBezTo>
                    <a:cubicBezTo>
                      <a:pt x="65" y="4"/>
                      <a:pt x="64" y="2"/>
                      <a:pt x="61" y="2"/>
                    </a:cubicBezTo>
                    <a:cubicBezTo>
                      <a:pt x="57" y="2"/>
                      <a:pt x="53" y="3"/>
                      <a:pt x="51" y="6"/>
                    </a:cubicBezTo>
                    <a:cubicBezTo>
                      <a:pt x="50" y="7"/>
                      <a:pt x="50" y="8"/>
                      <a:pt x="51" y="9"/>
                    </a:cubicBezTo>
                    <a:cubicBezTo>
                      <a:pt x="52" y="11"/>
                      <a:pt x="51" y="12"/>
                      <a:pt x="50" y="14"/>
                    </a:cubicBezTo>
                    <a:cubicBezTo>
                      <a:pt x="48" y="17"/>
                      <a:pt x="44" y="15"/>
                      <a:pt x="41" y="13"/>
                    </a:cubicBezTo>
                    <a:cubicBezTo>
                      <a:pt x="39" y="13"/>
                      <a:pt x="38" y="12"/>
                      <a:pt x="36" y="12"/>
                    </a:cubicBezTo>
                    <a:cubicBezTo>
                      <a:pt x="34" y="11"/>
                      <a:pt x="32" y="12"/>
                      <a:pt x="31" y="10"/>
                    </a:cubicBezTo>
                    <a:cubicBezTo>
                      <a:pt x="30" y="9"/>
                      <a:pt x="30" y="7"/>
                      <a:pt x="29" y="6"/>
                    </a:cubicBezTo>
                    <a:cubicBezTo>
                      <a:pt x="28" y="4"/>
                      <a:pt x="25" y="4"/>
                      <a:pt x="23" y="3"/>
                    </a:cubicBezTo>
                    <a:cubicBezTo>
                      <a:pt x="21" y="2"/>
                      <a:pt x="19" y="2"/>
                      <a:pt x="17" y="2"/>
                    </a:cubicBezTo>
                    <a:cubicBezTo>
                      <a:pt x="15" y="2"/>
                      <a:pt x="14" y="1"/>
                      <a:pt x="11" y="0"/>
                    </a:cubicBezTo>
                    <a:cubicBezTo>
                      <a:pt x="11" y="1"/>
                      <a:pt x="11" y="2"/>
                      <a:pt x="11" y="4"/>
                    </a:cubicBezTo>
                    <a:cubicBezTo>
                      <a:pt x="11" y="5"/>
                      <a:pt x="11" y="4"/>
                      <a:pt x="9" y="6"/>
                    </a:cubicBezTo>
                    <a:cubicBezTo>
                      <a:pt x="8" y="7"/>
                      <a:pt x="7" y="7"/>
                      <a:pt x="5" y="8"/>
                    </a:cubicBezTo>
                    <a:cubicBezTo>
                      <a:pt x="3" y="10"/>
                      <a:pt x="6" y="12"/>
                      <a:pt x="5" y="14"/>
                    </a:cubicBezTo>
                    <a:cubicBezTo>
                      <a:pt x="4" y="16"/>
                      <a:pt x="1" y="16"/>
                      <a:pt x="1" y="17"/>
                    </a:cubicBezTo>
                    <a:cubicBezTo>
                      <a:pt x="1" y="19"/>
                      <a:pt x="2" y="20"/>
                      <a:pt x="3" y="21"/>
                    </a:cubicBezTo>
                    <a:cubicBezTo>
                      <a:pt x="3" y="23"/>
                      <a:pt x="3" y="25"/>
                      <a:pt x="3" y="26"/>
                    </a:cubicBezTo>
                    <a:cubicBezTo>
                      <a:pt x="3" y="28"/>
                      <a:pt x="4" y="29"/>
                      <a:pt x="3" y="31"/>
                    </a:cubicBezTo>
                    <a:cubicBezTo>
                      <a:pt x="3" y="32"/>
                      <a:pt x="3" y="33"/>
                      <a:pt x="3" y="34"/>
                    </a:cubicBezTo>
                    <a:cubicBezTo>
                      <a:pt x="3" y="35"/>
                      <a:pt x="4" y="36"/>
                      <a:pt x="3" y="37"/>
                    </a:cubicBezTo>
                    <a:cubicBezTo>
                      <a:pt x="3" y="38"/>
                      <a:pt x="0" y="38"/>
                      <a:pt x="1" y="40"/>
                    </a:cubicBezTo>
                    <a:cubicBezTo>
                      <a:pt x="3" y="42"/>
                      <a:pt x="4" y="43"/>
                      <a:pt x="4" y="46"/>
                    </a:cubicBezTo>
                    <a:cubicBezTo>
                      <a:pt x="4" y="48"/>
                      <a:pt x="6" y="47"/>
                      <a:pt x="7" y="48"/>
                    </a:cubicBezTo>
                    <a:cubicBezTo>
                      <a:pt x="9" y="48"/>
                      <a:pt x="10" y="48"/>
                      <a:pt x="11" y="49"/>
                    </a:cubicBezTo>
                    <a:cubicBezTo>
                      <a:pt x="12" y="50"/>
                      <a:pt x="13" y="52"/>
                      <a:pt x="14" y="53"/>
                    </a:cubicBezTo>
                    <a:cubicBezTo>
                      <a:pt x="16" y="54"/>
                      <a:pt x="19" y="53"/>
                      <a:pt x="21" y="55"/>
                    </a:cubicBezTo>
                    <a:cubicBezTo>
                      <a:pt x="22" y="56"/>
                      <a:pt x="20" y="54"/>
                      <a:pt x="21" y="55"/>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6" name="Freeform 773">
                <a:extLst>
                  <a:ext uri="{FF2B5EF4-FFF2-40B4-BE49-F238E27FC236}">
                    <a16:creationId xmlns:a16="http://schemas.microsoft.com/office/drawing/2014/main" id="{6E823DE3-E8E3-3846-9417-4BFCD4CC3144}"/>
                  </a:ext>
                </a:extLst>
              </p:cNvPr>
              <p:cNvSpPr>
                <a:spLocks/>
              </p:cNvSpPr>
              <p:nvPr/>
            </p:nvSpPr>
            <p:spPr bwMode="auto">
              <a:xfrm>
                <a:off x="10910384" y="7714256"/>
                <a:ext cx="391721" cy="318556"/>
              </a:xfrm>
              <a:custGeom>
                <a:avLst/>
                <a:gdLst>
                  <a:gd name="T0" fmla="*/ 19 w 42"/>
                  <a:gd name="T1" fmla="*/ 34 h 34"/>
                  <a:gd name="T2" fmla="*/ 20 w 42"/>
                  <a:gd name="T3" fmla="*/ 25 h 34"/>
                  <a:gd name="T4" fmla="*/ 24 w 42"/>
                  <a:gd name="T5" fmla="*/ 22 h 34"/>
                  <a:gd name="T6" fmla="*/ 25 w 42"/>
                  <a:gd name="T7" fmla="*/ 20 h 34"/>
                  <a:gd name="T8" fmla="*/ 25 w 42"/>
                  <a:gd name="T9" fmla="*/ 9 h 34"/>
                  <a:gd name="T10" fmla="*/ 32 w 42"/>
                  <a:gd name="T11" fmla="*/ 9 h 34"/>
                  <a:gd name="T12" fmla="*/ 41 w 42"/>
                  <a:gd name="T13" fmla="*/ 9 h 34"/>
                  <a:gd name="T14" fmla="*/ 42 w 42"/>
                  <a:gd name="T15" fmla="*/ 2 h 34"/>
                  <a:gd name="T16" fmla="*/ 40 w 42"/>
                  <a:gd name="T17" fmla="*/ 0 h 34"/>
                  <a:gd name="T18" fmla="*/ 20 w 42"/>
                  <a:gd name="T19" fmla="*/ 0 h 34"/>
                  <a:gd name="T20" fmla="*/ 15 w 42"/>
                  <a:gd name="T21" fmla="*/ 6 h 34"/>
                  <a:gd name="T22" fmla="*/ 10 w 42"/>
                  <a:gd name="T23" fmla="*/ 17 h 34"/>
                  <a:gd name="T24" fmla="*/ 8 w 42"/>
                  <a:gd name="T25" fmla="*/ 18 h 34"/>
                  <a:gd name="T26" fmla="*/ 4 w 42"/>
                  <a:gd name="T27" fmla="*/ 25 h 34"/>
                  <a:gd name="T28" fmla="*/ 0 w 42"/>
                  <a:gd name="T29" fmla="*/ 34 h 34"/>
                  <a:gd name="T30" fmla="*/ 19 w 42"/>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19" y="34"/>
                    </a:moveTo>
                    <a:cubicBezTo>
                      <a:pt x="19" y="31"/>
                      <a:pt x="18" y="26"/>
                      <a:pt x="20" y="25"/>
                    </a:cubicBezTo>
                    <a:cubicBezTo>
                      <a:pt x="21" y="24"/>
                      <a:pt x="23" y="23"/>
                      <a:pt x="24" y="22"/>
                    </a:cubicBezTo>
                    <a:cubicBezTo>
                      <a:pt x="25" y="22"/>
                      <a:pt x="25" y="20"/>
                      <a:pt x="25" y="20"/>
                    </a:cubicBezTo>
                    <a:cubicBezTo>
                      <a:pt x="25" y="16"/>
                      <a:pt x="25" y="13"/>
                      <a:pt x="25" y="9"/>
                    </a:cubicBezTo>
                    <a:cubicBezTo>
                      <a:pt x="25" y="9"/>
                      <a:pt x="31" y="9"/>
                      <a:pt x="32" y="9"/>
                    </a:cubicBezTo>
                    <a:cubicBezTo>
                      <a:pt x="35" y="9"/>
                      <a:pt x="38" y="9"/>
                      <a:pt x="41" y="9"/>
                    </a:cubicBezTo>
                    <a:cubicBezTo>
                      <a:pt x="42" y="9"/>
                      <a:pt x="42" y="3"/>
                      <a:pt x="42" y="2"/>
                    </a:cubicBezTo>
                    <a:cubicBezTo>
                      <a:pt x="42" y="0"/>
                      <a:pt x="42" y="0"/>
                      <a:pt x="40" y="0"/>
                    </a:cubicBezTo>
                    <a:cubicBezTo>
                      <a:pt x="33" y="0"/>
                      <a:pt x="27" y="0"/>
                      <a:pt x="20" y="0"/>
                    </a:cubicBezTo>
                    <a:cubicBezTo>
                      <a:pt x="18" y="2"/>
                      <a:pt x="17" y="4"/>
                      <a:pt x="15" y="6"/>
                    </a:cubicBezTo>
                    <a:cubicBezTo>
                      <a:pt x="11" y="9"/>
                      <a:pt x="11" y="12"/>
                      <a:pt x="10" y="17"/>
                    </a:cubicBezTo>
                    <a:cubicBezTo>
                      <a:pt x="10" y="17"/>
                      <a:pt x="9" y="18"/>
                      <a:pt x="8" y="18"/>
                    </a:cubicBezTo>
                    <a:cubicBezTo>
                      <a:pt x="6" y="20"/>
                      <a:pt x="5" y="22"/>
                      <a:pt x="4" y="25"/>
                    </a:cubicBezTo>
                    <a:cubicBezTo>
                      <a:pt x="2" y="28"/>
                      <a:pt x="0" y="30"/>
                      <a:pt x="0" y="34"/>
                    </a:cubicBezTo>
                    <a:cubicBezTo>
                      <a:pt x="6" y="34"/>
                      <a:pt x="13" y="34"/>
                      <a:pt x="19" y="3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7" name="Freeform 774">
                <a:extLst>
                  <a:ext uri="{FF2B5EF4-FFF2-40B4-BE49-F238E27FC236}">
                    <a16:creationId xmlns:a16="http://schemas.microsoft.com/office/drawing/2014/main" id="{6952871D-7A73-9C41-8618-45CEBD0A53DC}"/>
                  </a:ext>
                </a:extLst>
              </p:cNvPr>
              <p:cNvSpPr>
                <a:spLocks/>
              </p:cNvSpPr>
              <p:nvPr/>
            </p:nvSpPr>
            <p:spPr bwMode="auto">
              <a:xfrm>
                <a:off x="11098281" y="7265092"/>
                <a:ext cx="560509" cy="449163"/>
              </a:xfrm>
              <a:custGeom>
                <a:avLst/>
                <a:gdLst>
                  <a:gd name="T0" fmla="*/ 22 w 60"/>
                  <a:gd name="T1" fmla="*/ 48 h 48"/>
                  <a:gd name="T2" fmla="*/ 23 w 60"/>
                  <a:gd name="T3" fmla="*/ 41 h 48"/>
                  <a:gd name="T4" fmla="*/ 29 w 60"/>
                  <a:gd name="T5" fmla="*/ 37 h 48"/>
                  <a:gd name="T6" fmla="*/ 33 w 60"/>
                  <a:gd name="T7" fmla="*/ 37 h 48"/>
                  <a:gd name="T8" fmla="*/ 38 w 60"/>
                  <a:gd name="T9" fmla="*/ 35 h 48"/>
                  <a:gd name="T10" fmla="*/ 40 w 60"/>
                  <a:gd name="T11" fmla="*/ 32 h 48"/>
                  <a:gd name="T12" fmla="*/ 45 w 60"/>
                  <a:gd name="T13" fmla="*/ 31 h 48"/>
                  <a:gd name="T14" fmla="*/ 46 w 60"/>
                  <a:gd name="T15" fmla="*/ 28 h 48"/>
                  <a:gd name="T16" fmla="*/ 50 w 60"/>
                  <a:gd name="T17" fmla="*/ 25 h 48"/>
                  <a:gd name="T18" fmla="*/ 53 w 60"/>
                  <a:gd name="T19" fmla="*/ 23 h 48"/>
                  <a:gd name="T20" fmla="*/ 58 w 60"/>
                  <a:gd name="T21" fmla="*/ 24 h 48"/>
                  <a:gd name="T22" fmla="*/ 56 w 60"/>
                  <a:gd name="T23" fmla="*/ 16 h 48"/>
                  <a:gd name="T24" fmla="*/ 56 w 60"/>
                  <a:gd name="T25" fmla="*/ 10 h 48"/>
                  <a:gd name="T26" fmla="*/ 55 w 60"/>
                  <a:gd name="T27" fmla="*/ 7 h 48"/>
                  <a:gd name="T28" fmla="*/ 51 w 60"/>
                  <a:gd name="T29" fmla="*/ 6 h 48"/>
                  <a:gd name="T30" fmla="*/ 47 w 60"/>
                  <a:gd name="T31" fmla="*/ 6 h 48"/>
                  <a:gd name="T32" fmla="*/ 42 w 60"/>
                  <a:gd name="T33" fmla="*/ 6 h 48"/>
                  <a:gd name="T34" fmla="*/ 35 w 60"/>
                  <a:gd name="T35" fmla="*/ 4 h 48"/>
                  <a:gd name="T36" fmla="*/ 30 w 60"/>
                  <a:gd name="T37" fmla="*/ 13 h 48"/>
                  <a:gd name="T38" fmla="*/ 20 w 60"/>
                  <a:gd name="T39" fmla="*/ 19 h 48"/>
                  <a:gd name="T40" fmla="*/ 16 w 60"/>
                  <a:gd name="T41" fmla="*/ 27 h 48"/>
                  <a:gd name="T42" fmla="*/ 16 w 60"/>
                  <a:gd name="T43" fmla="*/ 35 h 48"/>
                  <a:gd name="T44" fmla="*/ 14 w 60"/>
                  <a:gd name="T45" fmla="*/ 39 h 48"/>
                  <a:gd name="T46" fmla="*/ 9 w 60"/>
                  <a:gd name="T47" fmla="*/ 42 h 48"/>
                  <a:gd name="T48" fmla="*/ 5 w 60"/>
                  <a:gd name="T49" fmla="*/ 45 h 48"/>
                  <a:gd name="T50" fmla="*/ 0 w 60"/>
                  <a:gd name="T51" fmla="*/ 48 h 48"/>
                  <a:gd name="T52" fmla="*/ 22 w 60"/>
                  <a:gd name="T5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0" h="48">
                    <a:moveTo>
                      <a:pt x="22" y="48"/>
                    </a:moveTo>
                    <a:cubicBezTo>
                      <a:pt x="22" y="45"/>
                      <a:pt x="21" y="43"/>
                      <a:pt x="23" y="41"/>
                    </a:cubicBezTo>
                    <a:cubicBezTo>
                      <a:pt x="25" y="40"/>
                      <a:pt x="28" y="39"/>
                      <a:pt x="29" y="37"/>
                    </a:cubicBezTo>
                    <a:cubicBezTo>
                      <a:pt x="30" y="37"/>
                      <a:pt x="32" y="37"/>
                      <a:pt x="33" y="37"/>
                    </a:cubicBezTo>
                    <a:cubicBezTo>
                      <a:pt x="34" y="36"/>
                      <a:pt x="36" y="36"/>
                      <a:pt x="38" y="35"/>
                    </a:cubicBezTo>
                    <a:cubicBezTo>
                      <a:pt x="39" y="34"/>
                      <a:pt x="39" y="33"/>
                      <a:pt x="40" y="32"/>
                    </a:cubicBezTo>
                    <a:cubicBezTo>
                      <a:pt x="41" y="31"/>
                      <a:pt x="44" y="32"/>
                      <a:pt x="45" y="31"/>
                    </a:cubicBezTo>
                    <a:cubicBezTo>
                      <a:pt x="46" y="30"/>
                      <a:pt x="46" y="29"/>
                      <a:pt x="46" y="28"/>
                    </a:cubicBezTo>
                    <a:cubicBezTo>
                      <a:pt x="46" y="26"/>
                      <a:pt x="49" y="26"/>
                      <a:pt x="50" y="25"/>
                    </a:cubicBezTo>
                    <a:cubicBezTo>
                      <a:pt x="51" y="24"/>
                      <a:pt x="51" y="23"/>
                      <a:pt x="53" y="23"/>
                    </a:cubicBezTo>
                    <a:cubicBezTo>
                      <a:pt x="54" y="23"/>
                      <a:pt x="57" y="24"/>
                      <a:pt x="58" y="24"/>
                    </a:cubicBezTo>
                    <a:cubicBezTo>
                      <a:pt x="60" y="23"/>
                      <a:pt x="56" y="17"/>
                      <a:pt x="56" y="16"/>
                    </a:cubicBezTo>
                    <a:cubicBezTo>
                      <a:pt x="56" y="14"/>
                      <a:pt x="56" y="12"/>
                      <a:pt x="56" y="10"/>
                    </a:cubicBezTo>
                    <a:cubicBezTo>
                      <a:pt x="55" y="9"/>
                      <a:pt x="55" y="8"/>
                      <a:pt x="55" y="7"/>
                    </a:cubicBezTo>
                    <a:cubicBezTo>
                      <a:pt x="53" y="7"/>
                      <a:pt x="52" y="6"/>
                      <a:pt x="51" y="6"/>
                    </a:cubicBezTo>
                    <a:cubicBezTo>
                      <a:pt x="50" y="5"/>
                      <a:pt x="48" y="6"/>
                      <a:pt x="47" y="6"/>
                    </a:cubicBezTo>
                    <a:cubicBezTo>
                      <a:pt x="46" y="5"/>
                      <a:pt x="44" y="6"/>
                      <a:pt x="42" y="6"/>
                    </a:cubicBezTo>
                    <a:cubicBezTo>
                      <a:pt x="40" y="6"/>
                      <a:pt x="36" y="0"/>
                      <a:pt x="35" y="4"/>
                    </a:cubicBezTo>
                    <a:cubicBezTo>
                      <a:pt x="34" y="7"/>
                      <a:pt x="33" y="10"/>
                      <a:pt x="30" y="13"/>
                    </a:cubicBezTo>
                    <a:cubicBezTo>
                      <a:pt x="27" y="16"/>
                      <a:pt x="23" y="16"/>
                      <a:pt x="20" y="19"/>
                    </a:cubicBezTo>
                    <a:cubicBezTo>
                      <a:pt x="18" y="21"/>
                      <a:pt x="17" y="24"/>
                      <a:pt x="16" y="27"/>
                    </a:cubicBezTo>
                    <a:cubicBezTo>
                      <a:pt x="16" y="29"/>
                      <a:pt x="17" y="32"/>
                      <a:pt x="16" y="35"/>
                    </a:cubicBezTo>
                    <a:cubicBezTo>
                      <a:pt x="15" y="36"/>
                      <a:pt x="14" y="38"/>
                      <a:pt x="14" y="39"/>
                    </a:cubicBezTo>
                    <a:cubicBezTo>
                      <a:pt x="13" y="41"/>
                      <a:pt x="11" y="41"/>
                      <a:pt x="9" y="42"/>
                    </a:cubicBezTo>
                    <a:cubicBezTo>
                      <a:pt x="8" y="43"/>
                      <a:pt x="7" y="44"/>
                      <a:pt x="5" y="45"/>
                    </a:cubicBezTo>
                    <a:cubicBezTo>
                      <a:pt x="4" y="46"/>
                      <a:pt x="2" y="46"/>
                      <a:pt x="0" y="48"/>
                    </a:cubicBezTo>
                    <a:lnTo>
                      <a:pt x="22" y="48"/>
                    </a:ln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8" name="Freeform 775">
                <a:extLst>
                  <a:ext uri="{FF2B5EF4-FFF2-40B4-BE49-F238E27FC236}">
                    <a16:creationId xmlns:a16="http://schemas.microsoft.com/office/drawing/2014/main" id="{33B3FB99-E1AE-1341-86F1-0AACA41D5C95}"/>
                  </a:ext>
                </a:extLst>
              </p:cNvPr>
              <p:cNvSpPr>
                <a:spLocks/>
              </p:cNvSpPr>
              <p:nvPr/>
            </p:nvSpPr>
            <p:spPr bwMode="auto">
              <a:xfrm>
                <a:off x="11295736" y="7220495"/>
                <a:ext cx="968154" cy="923808"/>
              </a:xfrm>
              <a:custGeom>
                <a:avLst/>
                <a:gdLst>
                  <a:gd name="T0" fmla="*/ 35 w 104"/>
                  <a:gd name="T1" fmla="*/ 22 h 99"/>
                  <a:gd name="T2" fmla="*/ 36 w 104"/>
                  <a:gd name="T3" fmla="*/ 29 h 99"/>
                  <a:gd name="T4" fmla="*/ 31 w 104"/>
                  <a:gd name="T5" fmla="*/ 28 h 99"/>
                  <a:gd name="T6" fmla="*/ 29 w 104"/>
                  <a:gd name="T7" fmla="*/ 30 h 99"/>
                  <a:gd name="T8" fmla="*/ 26 w 104"/>
                  <a:gd name="T9" fmla="*/ 31 h 99"/>
                  <a:gd name="T10" fmla="*/ 24 w 104"/>
                  <a:gd name="T11" fmla="*/ 35 h 99"/>
                  <a:gd name="T12" fmla="*/ 20 w 104"/>
                  <a:gd name="T13" fmla="*/ 37 h 99"/>
                  <a:gd name="T14" fmla="*/ 17 w 104"/>
                  <a:gd name="T15" fmla="*/ 40 h 99"/>
                  <a:gd name="T16" fmla="*/ 11 w 104"/>
                  <a:gd name="T17" fmla="*/ 42 h 99"/>
                  <a:gd name="T18" fmla="*/ 8 w 104"/>
                  <a:gd name="T19" fmla="*/ 43 h 99"/>
                  <a:gd name="T20" fmla="*/ 4 w 104"/>
                  <a:gd name="T21" fmla="*/ 45 h 99"/>
                  <a:gd name="T22" fmla="*/ 1 w 104"/>
                  <a:gd name="T23" fmla="*/ 52 h 99"/>
                  <a:gd name="T24" fmla="*/ 2 w 104"/>
                  <a:gd name="T25" fmla="*/ 56 h 99"/>
                  <a:gd name="T26" fmla="*/ 6 w 104"/>
                  <a:gd name="T27" fmla="*/ 59 h 99"/>
                  <a:gd name="T28" fmla="*/ 37 w 104"/>
                  <a:gd name="T29" fmla="*/ 79 h 99"/>
                  <a:gd name="T30" fmla="*/ 48 w 104"/>
                  <a:gd name="T31" fmla="*/ 86 h 99"/>
                  <a:gd name="T32" fmla="*/ 49 w 104"/>
                  <a:gd name="T33" fmla="*/ 87 h 99"/>
                  <a:gd name="T34" fmla="*/ 58 w 104"/>
                  <a:gd name="T35" fmla="*/ 93 h 99"/>
                  <a:gd name="T36" fmla="*/ 61 w 104"/>
                  <a:gd name="T37" fmla="*/ 99 h 99"/>
                  <a:gd name="T38" fmla="*/ 67 w 104"/>
                  <a:gd name="T39" fmla="*/ 97 h 99"/>
                  <a:gd name="T40" fmla="*/ 72 w 104"/>
                  <a:gd name="T41" fmla="*/ 96 h 99"/>
                  <a:gd name="T42" fmla="*/ 85 w 104"/>
                  <a:gd name="T43" fmla="*/ 87 h 99"/>
                  <a:gd name="T44" fmla="*/ 100 w 104"/>
                  <a:gd name="T45" fmla="*/ 77 h 99"/>
                  <a:gd name="T46" fmla="*/ 104 w 104"/>
                  <a:gd name="T47" fmla="*/ 75 h 99"/>
                  <a:gd name="T48" fmla="*/ 97 w 104"/>
                  <a:gd name="T49" fmla="*/ 69 h 99"/>
                  <a:gd name="T50" fmla="*/ 94 w 104"/>
                  <a:gd name="T51" fmla="*/ 69 h 99"/>
                  <a:gd name="T52" fmla="*/ 92 w 104"/>
                  <a:gd name="T53" fmla="*/ 63 h 99"/>
                  <a:gd name="T54" fmla="*/ 92 w 104"/>
                  <a:gd name="T55" fmla="*/ 60 h 99"/>
                  <a:gd name="T56" fmla="*/ 93 w 104"/>
                  <a:gd name="T57" fmla="*/ 55 h 99"/>
                  <a:gd name="T58" fmla="*/ 93 w 104"/>
                  <a:gd name="T59" fmla="*/ 50 h 99"/>
                  <a:gd name="T60" fmla="*/ 93 w 104"/>
                  <a:gd name="T61" fmla="*/ 46 h 99"/>
                  <a:gd name="T62" fmla="*/ 92 w 104"/>
                  <a:gd name="T63" fmla="*/ 42 h 99"/>
                  <a:gd name="T64" fmla="*/ 91 w 104"/>
                  <a:gd name="T65" fmla="*/ 37 h 99"/>
                  <a:gd name="T66" fmla="*/ 87 w 104"/>
                  <a:gd name="T67" fmla="*/ 27 h 99"/>
                  <a:gd name="T68" fmla="*/ 82 w 104"/>
                  <a:gd name="T69" fmla="*/ 20 h 99"/>
                  <a:gd name="T70" fmla="*/ 85 w 104"/>
                  <a:gd name="T71" fmla="*/ 13 h 99"/>
                  <a:gd name="T72" fmla="*/ 86 w 104"/>
                  <a:gd name="T73" fmla="*/ 2 h 99"/>
                  <a:gd name="T74" fmla="*/ 84 w 104"/>
                  <a:gd name="T75" fmla="*/ 1 h 99"/>
                  <a:gd name="T76" fmla="*/ 81 w 104"/>
                  <a:gd name="T77" fmla="*/ 0 h 99"/>
                  <a:gd name="T78" fmla="*/ 79 w 104"/>
                  <a:gd name="T79" fmla="*/ 1 h 99"/>
                  <a:gd name="T80" fmla="*/ 75 w 104"/>
                  <a:gd name="T81" fmla="*/ 0 h 99"/>
                  <a:gd name="T82" fmla="*/ 72 w 104"/>
                  <a:gd name="T83" fmla="*/ 2 h 99"/>
                  <a:gd name="T84" fmla="*/ 68 w 104"/>
                  <a:gd name="T85" fmla="*/ 1 h 99"/>
                  <a:gd name="T86" fmla="*/ 61 w 104"/>
                  <a:gd name="T87" fmla="*/ 2 h 99"/>
                  <a:gd name="T88" fmla="*/ 46 w 104"/>
                  <a:gd name="T89" fmla="*/ 5 h 99"/>
                  <a:gd name="T90" fmla="*/ 43 w 104"/>
                  <a:gd name="T91" fmla="*/ 7 h 99"/>
                  <a:gd name="T92" fmla="*/ 39 w 104"/>
                  <a:gd name="T93" fmla="*/ 8 h 99"/>
                  <a:gd name="T94" fmla="*/ 34 w 104"/>
                  <a:gd name="T95" fmla="*/ 12 h 99"/>
                  <a:gd name="T96" fmla="*/ 35 w 104"/>
                  <a:gd name="T97" fmla="*/ 22 h 99"/>
                  <a:gd name="T98" fmla="*/ 35 w 104"/>
                  <a:gd name="T99" fmla="*/ 2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4" h="99">
                    <a:moveTo>
                      <a:pt x="35" y="22"/>
                    </a:moveTo>
                    <a:cubicBezTo>
                      <a:pt x="36" y="23"/>
                      <a:pt x="40" y="29"/>
                      <a:pt x="36" y="29"/>
                    </a:cubicBezTo>
                    <a:cubicBezTo>
                      <a:pt x="35" y="28"/>
                      <a:pt x="32" y="27"/>
                      <a:pt x="31" y="28"/>
                    </a:cubicBezTo>
                    <a:cubicBezTo>
                      <a:pt x="30" y="29"/>
                      <a:pt x="30" y="29"/>
                      <a:pt x="29" y="30"/>
                    </a:cubicBezTo>
                    <a:cubicBezTo>
                      <a:pt x="28" y="31"/>
                      <a:pt x="27" y="31"/>
                      <a:pt x="26" y="31"/>
                    </a:cubicBezTo>
                    <a:cubicBezTo>
                      <a:pt x="24" y="32"/>
                      <a:pt x="25" y="34"/>
                      <a:pt x="24" y="35"/>
                    </a:cubicBezTo>
                    <a:cubicBezTo>
                      <a:pt x="24" y="37"/>
                      <a:pt x="21" y="36"/>
                      <a:pt x="20" y="37"/>
                    </a:cubicBezTo>
                    <a:cubicBezTo>
                      <a:pt x="18" y="37"/>
                      <a:pt x="18" y="39"/>
                      <a:pt x="17" y="40"/>
                    </a:cubicBezTo>
                    <a:cubicBezTo>
                      <a:pt x="15" y="42"/>
                      <a:pt x="13" y="41"/>
                      <a:pt x="11" y="42"/>
                    </a:cubicBezTo>
                    <a:cubicBezTo>
                      <a:pt x="10" y="42"/>
                      <a:pt x="9" y="42"/>
                      <a:pt x="8" y="43"/>
                    </a:cubicBezTo>
                    <a:cubicBezTo>
                      <a:pt x="7" y="43"/>
                      <a:pt x="5" y="44"/>
                      <a:pt x="4" y="45"/>
                    </a:cubicBezTo>
                    <a:cubicBezTo>
                      <a:pt x="0" y="47"/>
                      <a:pt x="1" y="48"/>
                      <a:pt x="1" y="52"/>
                    </a:cubicBezTo>
                    <a:cubicBezTo>
                      <a:pt x="1" y="55"/>
                      <a:pt x="0" y="55"/>
                      <a:pt x="2" y="56"/>
                    </a:cubicBezTo>
                    <a:cubicBezTo>
                      <a:pt x="3" y="57"/>
                      <a:pt x="5" y="58"/>
                      <a:pt x="6" y="59"/>
                    </a:cubicBezTo>
                    <a:cubicBezTo>
                      <a:pt x="16" y="66"/>
                      <a:pt x="26" y="72"/>
                      <a:pt x="37" y="79"/>
                    </a:cubicBezTo>
                    <a:cubicBezTo>
                      <a:pt x="40" y="81"/>
                      <a:pt x="44" y="84"/>
                      <a:pt x="48" y="86"/>
                    </a:cubicBezTo>
                    <a:cubicBezTo>
                      <a:pt x="48" y="87"/>
                      <a:pt x="49" y="87"/>
                      <a:pt x="49" y="87"/>
                    </a:cubicBezTo>
                    <a:cubicBezTo>
                      <a:pt x="52" y="92"/>
                      <a:pt x="54" y="92"/>
                      <a:pt x="58" y="93"/>
                    </a:cubicBezTo>
                    <a:cubicBezTo>
                      <a:pt x="61" y="94"/>
                      <a:pt x="58" y="98"/>
                      <a:pt x="61" y="99"/>
                    </a:cubicBezTo>
                    <a:cubicBezTo>
                      <a:pt x="62" y="99"/>
                      <a:pt x="65" y="98"/>
                      <a:pt x="67" y="97"/>
                    </a:cubicBezTo>
                    <a:cubicBezTo>
                      <a:pt x="68" y="97"/>
                      <a:pt x="71" y="97"/>
                      <a:pt x="72" y="96"/>
                    </a:cubicBezTo>
                    <a:cubicBezTo>
                      <a:pt x="76" y="93"/>
                      <a:pt x="80" y="90"/>
                      <a:pt x="85" y="87"/>
                    </a:cubicBezTo>
                    <a:cubicBezTo>
                      <a:pt x="90" y="84"/>
                      <a:pt x="95" y="80"/>
                      <a:pt x="100" y="77"/>
                    </a:cubicBezTo>
                    <a:cubicBezTo>
                      <a:pt x="101" y="77"/>
                      <a:pt x="102" y="76"/>
                      <a:pt x="104" y="75"/>
                    </a:cubicBezTo>
                    <a:cubicBezTo>
                      <a:pt x="102" y="71"/>
                      <a:pt x="101" y="70"/>
                      <a:pt x="97" y="69"/>
                    </a:cubicBezTo>
                    <a:cubicBezTo>
                      <a:pt x="96" y="69"/>
                      <a:pt x="94" y="69"/>
                      <a:pt x="94" y="69"/>
                    </a:cubicBezTo>
                    <a:cubicBezTo>
                      <a:pt x="94" y="66"/>
                      <a:pt x="94" y="65"/>
                      <a:pt x="92" y="63"/>
                    </a:cubicBezTo>
                    <a:cubicBezTo>
                      <a:pt x="91" y="61"/>
                      <a:pt x="91" y="61"/>
                      <a:pt x="92" y="60"/>
                    </a:cubicBezTo>
                    <a:cubicBezTo>
                      <a:pt x="94" y="58"/>
                      <a:pt x="93" y="57"/>
                      <a:pt x="93" y="55"/>
                    </a:cubicBezTo>
                    <a:cubicBezTo>
                      <a:pt x="93" y="53"/>
                      <a:pt x="94" y="52"/>
                      <a:pt x="93" y="50"/>
                    </a:cubicBezTo>
                    <a:cubicBezTo>
                      <a:pt x="93" y="49"/>
                      <a:pt x="93" y="48"/>
                      <a:pt x="93" y="46"/>
                    </a:cubicBezTo>
                    <a:cubicBezTo>
                      <a:pt x="93" y="45"/>
                      <a:pt x="93" y="43"/>
                      <a:pt x="92" y="42"/>
                    </a:cubicBezTo>
                    <a:cubicBezTo>
                      <a:pt x="91" y="41"/>
                      <a:pt x="91" y="39"/>
                      <a:pt x="91" y="37"/>
                    </a:cubicBezTo>
                    <a:cubicBezTo>
                      <a:pt x="91" y="34"/>
                      <a:pt x="90" y="30"/>
                      <a:pt x="87" y="27"/>
                    </a:cubicBezTo>
                    <a:cubicBezTo>
                      <a:pt x="85" y="25"/>
                      <a:pt x="83" y="23"/>
                      <a:pt x="82" y="20"/>
                    </a:cubicBezTo>
                    <a:cubicBezTo>
                      <a:pt x="80" y="16"/>
                      <a:pt x="84" y="17"/>
                      <a:pt x="85" y="13"/>
                    </a:cubicBezTo>
                    <a:cubicBezTo>
                      <a:pt x="85" y="9"/>
                      <a:pt x="85" y="6"/>
                      <a:pt x="86" y="2"/>
                    </a:cubicBezTo>
                    <a:cubicBezTo>
                      <a:pt x="85" y="2"/>
                      <a:pt x="85" y="1"/>
                      <a:pt x="84" y="1"/>
                    </a:cubicBezTo>
                    <a:cubicBezTo>
                      <a:pt x="82" y="2"/>
                      <a:pt x="82" y="0"/>
                      <a:pt x="81" y="0"/>
                    </a:cubicBezTo>
                    <a:cubicBezTo>
                      <a:pt x="80" y="0"/>
                      <a:pt x="80" y="1"/>
                      <a:pt x="79" y="1"/>
                    </a:cubicBezTo>
                    <a:cubicBezTo>
                      <a:pt x="77" y="1"/>
                      <a:pt x="77" y="0"/>
                      <a:pt x="75" y="0"/>
                    </a:cubicBezTo>
                    <a:cubicBezTo>
                      <a:pt x="74" y="1"/>
                      <a:pt x="73" y="1"/>
                      <a:pt x="72" y="2"/>
                    </a:cubicBezTo>
                    <a:cubicBezTo>
                      <a:pt x="70" y="3"/>
                      <a:pt x="70" y="2"/>
                      <a:pt x="68" y="1"/>
                    </a:cubicBezTo>
                    <a:cubicBezTo>
                      <a:pt x="66" y="1"/>
                      <a:pt x="63" y="1"/>
                      <a:pt x="61" y="2"/>
                    </a:cubicBezTo>
                    <a:cubicBezTo>
                      <a:pt x="56" y="3"/>
                      <a:pt x="51" y="3"/>
                      <a:pt x="46" y="5"/>
                    </a:cubicBezTo>
                    <a:cubicBezTo>
                      <a:pt x="45" y="6"/>
                      <a:pt x="44" y="7"/>
                      <a:pt x="43" y="7"/>
                    </a:cubicBezTo>
                    <a:cubicBezTo>
                      <a:pt x="42" y="8"/>
                      <a:pt x="40" y="8"/>
                      <a:pt x="39" y="8"/>
                    </a:cubicBezTo>
                    <a:cubicBezTo>
                      <a:pt x="37" y="9"/>
                      <a:pt x="37" y="12"/>
                      <a:pt x="34" y="12"/>
                    </a:cubicBezTo>
                    <a:cubicBezTo>
                      <a:pt x="35" y="15"/>
                      <a:pt x="35" y="18"/>
                      <a:pt x="35" y="22"/>
                    </a:cubicBezTo>
                    <a:cubicBezTo>
                      <a:pt x="36" y="23"/>
                      <a:pt x="35" y="20"/>
                      <a:pt x="35" y="2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499" name="Freeform 776">
                <a:extLst>
                  <a:ext uri="{FF2B5EF4-FFF2-40B4-BE49-F238E27FC236}">
                    <a16:creationId xmlns:a16="http://schemas.microsoft.com/office/drawing/2014/main" id="{4EF4BCBF-E26C-8A4A-B625-FB861A6C6782}"/>
                  </a:ext>
                </a:extLst>
              </p:cNvPr>
              <p:cNvSpPr>
                <a:spLocks/>
              </p:cNvSpPr>
              <p:nvPr/>
            </p:nvSpPr>
            <p:spPr bwMode="auto">
              <a:xfrm>
                <a:off x="8295732" y="3719582"/>
                <a:ext cx="2850322" cy="2124760"/>
              </a:xfrm>
              <a:custGeom>
                <a:avLst/>
                <a:gdLst>
                  <a:gd name="T0" fmla="*/ 33 w 305"/>
                  <a:gd name="T1" fmla="*/ 54 h 227"/>
                  <a:gd name="T2" fmla="*/ 1 w 305"/>
                  <a:gd name="T3" fmla="*/ 63 h 227"/>
                  <a:gd name="T4" fmla="*/ 19 w 305"/>
                  <a:gd name="T5" fmla="*/ 72 h 227"/>
                  <a:gd name="T6" fmla="*/ 24 w 305"/>
                  <a:gd name="T7" fmla="*/ 75 h 227"/>
                  <a:gd name="T8" fmla="*/ 20 w 305"/>
                  <a:gd name="T9" fmla="*/ 81 h 227"/>
                  <a:gd name="T10" fmla="*/ 36 w 305"/>
                  <a:gd name="T11" fmla="*/ 86 h 227"/>
                  <a:gd name="T12" fmla="*/ 73 w 305"/>
                  <a:gd name="T13" fmla="*/ 93 h 227"/>
                  <a:gd name="T14" fmla="*/ 87 w 305"/>
                  <a:gd name="T15" fmla="*/ 112 h 227"/>
                  <a:gd name="T16" fmla="*/ 88 w 305"/>
                  <a:gd name="T17" fmla="*/ 122 h 227"/>
                  <a:gd name="T18" fmla="*/ 89 w 305"/>
                  <a:gd name="T19" fmla="*/ 131 h 227"/>
                  <a:gd name="T20" fmla="*/ 104 w 305"/>
                  <a:gd name="T21" fmla="*/ 129 h 227"/>
                  <a:gd name="T22" fmla="*/ 106 w 305"/>
                  <a:gd name="T23" fmla="*/ 135 h 227"/>
                  <a:gd name="T24" fmla="*/ 106 w 305"/>
                  <a:gd name="T25" fmla="*/ 144 h 227"/>
                  <a:gd name="T26" fmla="*/ 109 w 305"/>
                  <a:gd name="T27" fmla="*/ 155 h 227"/>
                  <a:gd name="T28" fmla="*/ 106 w 305"/>
                  <a:gd name="T29" fmla="*/ 160 h 227"/>
                  <a:gd name="T30" fmla="*/ 100 w 305"/>
                  <a:gd name="T31" fmla="*/ 162 h 227"/>
                  <a:gd name="T32" fmla="*/ 112 w 305"/>
                  <a:gd name="T33" fmla="*/ 165 h 227"/>
                  <a:gd name="T34" fmla="*/ 112 w 305"/>
                  <a:gd name="T35" fmla="*/ 169 h 227"/>
                  <a:gd name="T36" fmla="*/ 107 w 305"/>
                  <a:gd name="T37" fmla="*/ 172 h 227"/>
                  <a:gd name="T38" fmla="*/ 107 w 305"/>
                  <a:gd name="T39" fmla="*/ 180 h 227"/>
                  <a:gd name="T40" fmla="*/ 110 w 305"/>
                  <a:gd name="T41" fmla="*/ 192 h 227"/>
                  <a:gd name="T42" fmla="*/ 114 w 305"/>
                  <a:gd name="T43" fmla="*/ 193 h 227"/>
                  <a:gd name="T44" fmla="*/ 120 w 305"/>
                  <a:gd name="T45" fmla="*/ 210 h 227"/>
                  <a:gd name="T46" fmla="*/ 138 w 305"/>
                  <a:gd name="T47" fmla="*/ 219 h 227"/>
                  <a:gd name="T48" fmla="*/ 142 w 305"/>
                  <a:gd name="T49" fmla="*/ 224 h 227"/>
                  <a:gd name="T50" fmla="*/ 151 w 305"/>
                  <a:gd name="T51" fmla="*/ 214 h 227"/>
                  <a:gd name="T52" fmla="*/ 156 w 305"/>
                  <a:gd name="T53" fmla="*/ 200 h 227"/>
                  <a:gd name="T54" fmla="*/ 163 w 305"/>
                  <a:gd name="T55" fmla="*/ 192 h 227"/>
                  <a:gd name="T56" fmla="*/ 173 w 305"/>
                  <a:gd name="T57" fmla="*/ 179 h 227"/>
                  <a:gd name="T58" fmla="*/ 193 w 305"/>
                  <a:gd name="T59" fmla="*/ 173 h 227"/>
                  <a:gd name="T60" fmla="*/ 216 w 305"/>
                  <a:gd name="T61" fmla="*/ 160 h 227"/>
                  <a:gd name="T62" fmla="*/ 232 w 305"/>
                  <a:gd name="T63" fmla="*/ 142 h 227"/>
                  <a:gd name="T64" fmla="*/ 234 w 305"/>
                  <a:gd name="T65" fmla="*/ 130 h 227"/>
                  <a:gd name="T66" fmla="*/ 253 w 305"/>
                  <a:gd name="T67" fmla="*/ 129 h 227"/>
                  <a:gd name="T68" fmla="*/ 233 w 305"/>
                  <a:gd name="T69" fmla="*/ 119 h 227"/>
                  <a:gd name="T70" fmla="*/ 238 w 305"/>
                  <a:gd name="T71" fmla="*/ 113 h 227"/>
                  <a:gd name="T72" fmla="*/ 262 w 305"/>
                  <a:gd name="T73" fmla="*/ 112 h 227"/>
                  <a:gd name="T74" fmla="*/ 258 w 305"/>
                  <a:gd name="T75" fmla="*/ 106 h 227"/>
                  <a:gd name="T76" fmla="*/ 266 w 305"/>
                  <a:gd name="T77" fmla="*/ 95 h 227"/>
                  <a:gd name="T78" fmla="*/ 253 w 305"/>
                  <a:gd name="T79" fmla="*/ 80 h 227"/>
                  <a:gd name="T80" fmla="*/ 263 w 305"/>
                  <a:gd name="T81" fmla="*/ 66 h 227"/>
                  <a:gd name="T82" fmla="*/ 268 w 305"/>
                  <a:gd name="T83" fmla="*/ 51 h 227"/>
                  <a:gd name="T84" fmla="*/ 283 w 305"/>
                  <a:gd name="T85" fmla="*/ 38 h 227"/>
                  <a:gd name="T86" fmla="*/ 291 w 305"/>
                  <a:gd name="T87" fmla="*/ 33 h 227"/>
                  <a:gd name="T88" fmla="*/ 259 w 305"/>
                  <a:gd name="T89" fmla="*/ 28 h 227"/>
                  <a:gd name="T90" fmla="*/ 238 w 305"/>
                  <a:gd name="T91" fmla="*/ 21 h 227"/>
                  <a:gd name="T92" fmla="*/ 256 w 305"/>
                  <a:gd name="T93" fmla="*/ 14 h 227"/>
                  <a:gd name="T94" fmla="*/ 206 w 305"/>
                  <a:gd name="T95" fmla="*/ 8 h 227"/>
                  <a:gd name="T96" fmla="*/ 213 w 305"/>
                  <a:gd name="T97" fmla="*/ 0 h 227"/>
                  <a:gd name="T98" fmla="*/ 173 w 305"/>
                  <a:gd name="T99" fmla="*/ 8 h 227"/>
                  <a:gd name="T100" fmla="*/ 155 w 305"/>
                  <a:gd name="T101" fmla="*/ 10 h 227"/>
                  <a:gd name="T102" fmla="*/ 154 w 305"/>
                  <a:gd name="T103" fmla="*/ 11 h 227"/>
                  <a:gd name="T104" fmla="*/ 140 w 305"/>
                  <a:gd name="T105" fmla="*/ 14 h 227"/>
                  <a:gd name="T106" fmla="*/ 111 w 305"/>
                  <a:gd name="T107" fmla="*/ 14 h 227"/>
                  <a:gd name="T108" fmla="*/ 98 w 305"/>
                  <a:gd name="T109" fmla="*/ 23 h 227"/>
                  <a:gd name="T110" fmla="*/ 73 w 305"/>
                  <a:gd name="T111" fmla="*/ 21 h 227"/>
                  <a:gd name="T112" fmla="*/ 55 w 305"/>
                  <a:gd name="T113" fmla="*/ 3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5" h="227">
                    <a:moveTo>
                      <a:pt x="32" y="37"/>
                    </a:moveTo>
                    <a:cubicBezTo>
                      <a:pt x="31" y="38"/>
                      <a:pt x="26" y="40"/>
                      <a:pt x="27" y="41"/>
                    </a:cubicBezTo>
                    <a:cubicBezTo>
                      <a:pt x="28" y="42"/>
                      <a:pt x="30" y="42"/>
                      <a:pt x="32" y="43"/>
                    </a:cubicBezTo>
                    <a:cubicBezTo>
                      <a:pt x="34" y="43"/>
                      <a:pt x="36" y="43"/>
                      <a:pt x="39" y="43"/>
                    </a:cubicBezTo>
                    <a:cubicBezTo>
                      <a:pt x="39" y="43"/>
                      <a:pt x="44" y="42"/>
                      <a:pt x="45" y="42"/>
                    </a:cubicBezTo>
                    <a:cubicBezTo>
                      <a:pt x="44" y="42"/>
                      <a:pt x="42" y="43"/>
                      <a:pt x="41" y="44"/>
                    </a:cubicBezTo>
                    <a:cubicBezTo>
                      <a:pt x="40" y="45"/>
                      <a:pt x="39" y="46"/>
                      <a:pt x="40" y="48"/>
                    </a:cubicBezTo>
                    <a:cubicBezTo>
                      <a:pt x="42" y="50"/>
                      <a:pt x="36" y="55"/>
                      <a:pt x="33" y="54"/>
                    </a:cubicBezTo>
                    <a:cubicBezTo>
                      <a:pt x="32" y="53"/>
                      <a:pt x="30" y="54"/>
                      <a:pt x="28" y="54"/>
                    </a:cubicBezTo>
                    <a:cubicBezTo>
                      <a:pt x="27" y="53"/>
                      <a:pt x="25" y="54"/>
                      <a:pt x="24" y="54"/>
                    </a:cubicBezTo>
                    <a:cubicBezTo>
                      <a:pt x="23" y="54"/>
                      <a:pt x="21" y="54"/>
                      <a:pt x="20" y="56"/>
                    </a:cubicBezTo>
                    <a:cubicBezTo>
                      <a:pt x="19" y="57"/>
                      <a:pt x="18" y="57"/>
                      <a:pt x="16" y="57"/>
                    </a:cubicBezTo>
                    <a:cubicBezTo>
                      <a:pt x="13" y="58"/>
                      <a:pt x="10" y="59"/>
                      <a:pt x="7" y="59"/>
                    </a:cubicBezTo>
                    <a:cubicBezTo>
                      <a:pt x="6" y="59"/>
                      <a:pt x="4" y="58"/>
                      <a:pt x="4" y="59"/>
                    </a:cubicBezTo>
                    <a:cubicBezTo>
                      <a:pt x="3" y="60"/>
                      <a:pt x="0" y="60"/>
                      <a:pt x="0" y="62"/>
                    </a:cubicBezTo>
                    <a:cubicBezTo>
                      <a:pt x="0" y="63"/>
                      <a:pt x="1" y="62"/>
                      <a:pt x="1" y="63"/>
                    </a:cubicBezTo>
                    <a:cubicBezTo>
                      <a:pt x="1" y="63"/>
                      <a:pt x="0" y="64"/>
                      <a:pt x="0" y="64"/>
                    </a:cubicBezTo>
                    <a:cubicBezTo>
                      <a:pt x="0" y="65"/>
                      <a:pt x="2" y="67"/>
                      <a:pt x="3" y="68"/>
                    </a:cubicBezTo>
                    <a:cubicBezTo>
                      <a:pt x="3" y="68"/>
                      <a:pt x="4" y="67"/>
                      <a:pt x="4" y="67"/>
                    </a:cubicBezTo>
                    <a:cubicBezTo>
                      <a:pt x="5" y="66"/>
                      <a:pt x="6" y="67"/>
                      <a:pt x="7" y="68"/>
                    </a:cubicBezTo>
                    <a:cubicBezTo>
                      <a:pt x="8" y="68"/>
                      <a:pt x="13" y="69"/>
                      <a:pt x="13" y="67"/>
                    </a:cubicBezTo>
                    <a:cubicBezTo>
                      <a:pt x="13" y="68"/>
                      <a:pt x="12" y="68"/>
                      <a:pt x="13" y="69"/>
                    </a:cubicBezTo>
                    <a:cubicBezTo>
                      <a:pt x="13" y="70"/>
                      <a:pt x="15" y="71"/>
                      <a:pt x="16" y="71"/>
                    </a:cubicBezTo>
                    <a:cubicBezTo>
                      <a:pt x="17" y="72"/>
                      <a:pt x="18" y="72"/>
                      <a:pt x="19" y="72"/>
                    </a:cubicBezTo>
                    <a:cubicBezTo>
                      <a:pt x="21" y="72"/>
                      <a:pt x="21" y="70"/>
                      <a:pt x="22" y="71"/>
                    </a:cubicBezTo>
                    <a:cubicBezTo>
                      <a:pt x="24" y="71"/>
                      <a:pt x="27" y="71"/>
                      <a:pt x="28" y="71"/>
                    </a:cubicBezTo>
                    <a:cubicBezTo>
                      <a:pt x="29" y="71"/>
                      <a:pt x="29" y="70"/>
                      <a:pt x="30" y="69"/>
                    </a:cubicBezTo>
                    <a:cubicBezTo>
                      <a:pt x="31" y="69"/>
                      <a:pt x="34" y="71"/>
                      <a:pt x="34" y="72"/>
                    </a:cubicBezTo>
                    <a:cubicBezTo>
                      <a:pt x="34" y="73"/>
                      <a:pt x="24" y="72"/>
                      <a:pt x="22" y="73"/>
                    </a:cubicBezTo>
                    <a:cubicBezTo>
                      <a:pt x="20" y="73"/>
                      <a:pt x="23" y="74"/>
                      <a:pt x="24" y="74"/>
                    </a:cubicBezTo>
                    <a:cubicBezTo>
                      <a:pt x="26" y="75"/>
                      <a:pt x="27" y="74"/>
                      <a:pt x="29" y="75"/>
                    </a:cubicBezTo>
                    <a:cubicBezTo>
                      <a:pt x="28" y="74"/>
                      <a:pt x="26" y="75"/>
                      <a:pt x="24" y="75"/>
                    </a:cubicBezTo>
                    <a:cubicBezTo>
                      <a:pt x="21" y="75"/>
                      <a:pt x="18" y="74"/>
                      <a:pt x="15" y="74"/>
                    </a:cubicBezTo>
                    <a:cubicBezTo>
                      <a:pt x="13" y="74"/>
                      <a:pt x="9" y="74"/>
                      <a:pt x="9" y="76"/>
                    </a:cubicBezTo>
                    <a:cubicBezTo>
                      <a:pt x="8" y="77"/>
                      <a:pt x="11" y="78"/>
                      <a:pt x="12" y="78"/>
                    </a:cubicBezTo>
                    <a:cubicBezTo>
                      <a:pt x="13" y="78"/>
                      <a:pt x="15" y="77"/>
                      <a:pt x="15" y="77"/>
                    </a:cubicBezTo>
                    <a:cubicBezTo>
                      <a:pt x="16" y="78"/>
                      <a:pt x="15" y="78"/>
                      <a:pt x="15" y="79"/>
                    </a:cubicBezTo>
                    <a:cubicBezTo>
                      <a:pt x="16" y="80"/>
                      <a:pt x="18" y="80"/>
                      <a:pt x="19" y="80"/>
                    </a:cubicBezTo>
                    <a:cubicBezTo>
                      <a:pt x="21" y="80"/>
                      <a:pt x="23" y="80"/>
                      <a:pt x="25" y="80"/>
                    </a:cubicBezTo>
                    <a:cubicBezTo>
                      <a:pt x="25" y="80"/>
                      <a:pt x="21" y="81"/>
                      <a:pt x="20" y="81"/>
                    </a:cubicBezTo>
                    <a:cubicBezTo>
                      <a:pt x="16" y="82"/>
                      <a:pt x="19" y="84"/>
                      <a:pt x="21" y="85"/>
                    </a:cubicBezTo>
                    <a:cubicBezTo>
                      <a:pt x="23" y="86"/>
                      <a:pt x="25" y="86"/>
                      <a:pt x="27" y="87"/>
                    </a:cubicBezTo>
                    <a:cubicBezTo>
                      <a:pt x="27" y="87"/>
                      <a:pt x="31" y="87"/>
                      <a:pt x="31" y="87"/>
                    </a:cubicBezTo>
                    <a:cubicBezTo>
                      <a:pt x="31" y="87"/>
                      <a:pt x="29" y="86"/>
                      <a:pt x="29" y="85"/>
                    </a:cubicBezTo>
                    <a:cubicBezTo>
                      <a:pt x="29" y="84"/>
                      <a:pt x="31" y="85"/>
                      <a:pt x="31" y="85"/>
                    </a:cubicBezTo>
                    <a:cubicBezTo>
                      <a:pt x="32" y="86"/>
                      <a:pt x="33" y="85"/>
                      <a:pt x="34" y="84"/>
                    </a:cubicBezTo>
                    <a:cubicBezTo>
                      <a:pt x="34" y="84"/>
                      <a:pt x="35" y="83"/>
                      <a:pt x="36" y="83"/>
                    </a:cubicBezTo>
                    <a:cubicBezTo>
                      <a:pt x="37" y="84"/>
                      <a:pt x="36" y="86"/>
                      <a:pt x="36" y="86"/>
                    </a:cubicBezTo>
                    <a:cubicBezTo>
                      <a:pt x="37" y="87"/>
                      <a:pt x="40" y="85"/>
                      <a:pt x="41" y="85"/>
                    </a:cubicBezTo>
                    <a:cubicBezTo>
                      <a:pt x="43" y="84"/>
                      <a:pt x="43" y="84"/>
                      <a:pt x="44" y="85"/>
                    </a:cubicBezTo>
                    <a:cubicBezTo>
                      <a:pt x="45" y="86"/>
                      <a:pt x="46" y="84"/>
                      <a:pt x="47" y="84"/>
                    </a:cubicBezTo>
                    <a:cubicBezTo>
                      <a:pt x="48" y="83"/>
                      <a:pt x="50" y="84"/>
                      <a:pt x="51" y="84"/>
                    </a:cubicBezTo>
                    <a:cubicBezTo>
                      <a:pt x="54" y="84"/>
                      <a:pt x="58" y="85"/>
                      <a:pt x="61" y="86"/>
                    </a:cubicBezTo>
                    <a:cubicBezTo>
                      <a:pt x="63" y="86"/>
                      <a:pt x="65" y="88"/>
                      <a:pt x="67" y="88"/>
                    </a:cubicBezTo>
                    <a:cubicBezTo>
                      <a:pt x="69" y="88"/>
                      <a:pt x="71" y="89"/>
                      <a:pt x="72" y="90"/>
                    </a:cubicBezTo>
                    <a:cubicBezTo>
                      <a:pt x="74" y="91"/>
                      <a:pt x="73" y="92"/>
                      <a:pt x="73" y="93"/>
                    </a:cubicBezTo>
                    <a:cubicBezTo>
                      <a:pt x="73" y="94"/>
                      <a:pt x="75" y="96"/>
                      <a:pt x="76" y="96"/>
                    </a:cubicBezTo>
                    <a:cubicBezTo>
                      <a:pt x="77" y="97"/>
                      <a:pt x="79" y="96"/>
                      <a:pt x="80" y="97"/>
                    </a:cubicBezTo>
                    <a:cubicBezTo>
                      <a:pt x="80" y="99"/>
                      <a:pt x="82" y="100"/>
                      <a:pt x="83" y="101"/>
                    </a:cubicBezTo>
                    <a:cubicBezTo>
                      <a:pt x="84" y="102"/>
                      <a:pt x="83" y="104"/>
                      <a:pt x="84" y="105"/>
                    </a:cubicBezTo>
                    <a:cubicBezTo>
                      <a:pt x="84" y="106"/>
                      <a:pt x="86" y="107"/>
                      <a:pt x="86" y="109"/>
                    </a:cubicBezTo>
                    <a:cubicBezTo>
                      <a:pt x="86" y="110"/>
                      <a:pt x="85" y="110"/>
                      <a:pt x="86" y="111"/>
                    </a:cubicBezTo>
                    <a:cubicBezTo>
                      <a:pt x="86" y="111"/>
                      <a:pt x="87" y="112"/>
                      <a:pt x="87" y="112"/>
                    </a:cubicBezTo>
                    <a:cubicBezTo>
                      <a:pt x="87" y="112"/>
                      <a:pt x="87" y="112"/>
                      <a:pt x="87" y="112"/>
                    </a:cubicBezTo>
                    <a:cubicBezTo>
                      <a:pt x="88" y="111"/>
                      <a:pt x="90" y="113"/>
                      <a:pt x="89" y="114"/>
                    </a:cubicBezTo>
                    <a:cubicBezTo>
                      <a:pt x="88" y="115"/>
                      <a:pt x="88" y="115"/>
                      <a:pt x="88" y="117"/>
                    </a:cubicBezTo>
                    <a:cubicBezTo>
                      <a:pt x="88" y="116"/>
                      <a:pt x="90" y="115"/>
                      <a:pt x="91" y="117"/>
                    </a:cubicBezTo>
                    <a:cubicBezTo>
                      <a:pt x="91" y="118"/>
                      <a:pt x="91" y="118"/>
                      <a:pt x="91" y="119"/>
                    </a:cubicBezTo>
                    <a:cubicBezTo>
                      <a:pt x="91" y="119"/>
                      <a:pt x="91" y="121"/>
                      <a:pt x="91" y="120"/>
                    </a:cubicBezTo>
                    <a:cubicBezTo>
                      <a:pt x="91" y="121"/>
                      <a:pt x="93" y="121"/>
                      <a:pt x="93" y="121"/>
                    </a:cubicBezTo>
                    <a:cubicBezTo>
                      <a:pt x="92" y="120"/>
                      <a:pt x="89" y="126"/>
                      <a:pt x="90" y="122"/>
                    </a:cubicBezTo>
                    <a:cubicBezTo>
                      <a:pt x="90" y="122"/>
                      <a:pt x="88" y="121"/>
                      <a:pt x="88" y="122"/>
                    </a:cubicBezTo>
                    <a:cubicBezTo>
                      <a:pt x="88" y="122"/>
                      <a:pt x="89" y="122"/>
                      <a:pt x="89" y="122"/>
                    </a:cubicBezTo>
                    <a:cubicBezTo>
                      <a:pt x="89" y="123"/>
                      <a:pt x="86" y="123"/>
                      <a:pt x="87" y="124"/>
                    </a:cubicBezTo>
                    <a:cubicBezTo>
                      <a:pt x="87" y="124"/>
                      <a:pt x="90" y="125"/>
                      <a:pt x="89" y="125"/>
                    </a:cubicBezTo>
                    <a:cubicBezTo>
                      <a:pt x="87" y="127"/>
                      <a:pt x="91" y="127"/>
                      <a:pt x="92" y="126"/>
                    </a:cubicBezTo>
                    <a:cubicBezTo>
                      <a:pt x="91" y="127"/>
                      <a:pt x="90" y="127"/>
                      <a:pt x="88" y="127"/>
                    </a:cubicBezTo>
                    <a:cubicBezTo>
                      <a:pt x="88" y="127"/>
                      <a:pt x="86" y="129"/>
                      <a:pt x="86" y="129"/>
                    </a:cubicBezTo>
                    <a:cubicBezTo>
                      <a:pt x="86" y="129"/>
                      <a:pt x="87" y="130"/>
                      <a:pt x="87" y="130"/>
                    </a:cubicBezTo>
                    <a:cubicBezTo>
                      <a:pt x="89" y="131"/>
                      <a:pt x="88" y="131"/>
                      <a:pt x="89" y="131"/>
                    </a:cubicBezTo>
                    <a:cubicBezTo>
                      <a:pt x="90" y="131"/>
                      <a:pt x="94" y="133"/>
                      <a:pt x="95" y="131"/>
                    </a:cubicBezTo>
                    <a:cubicBezTo>
                      <a:pt x="95" y="128"/>
                      <a:pt x="97" y="129"/>
                      <a:pt x="98" y="128"/>
                    </a:cubicBezTo>
                    <a:cubicBezTo>
                      <a:pt x="98" y="128"/>
                      <a:pt x="96" y="122"/>
                      <a:pt x="96" y="122"/>
                    </a:cubicBezTo>
                    <a:cubicBezTo>
                      <a:pt x="96" y="123"/>
                      <a:pt x="98" y="126"/>
                      <a:pt x="98" y="126"/>
                    </a:cubicBezTo>
                    <a:cubicBezTo>
                      <a:pt x="99" y="128"/>
                      <a:pt x="100" y="126"/>
                      <a:pt x="101" y="126"/>
                    </a:cubicBezTo>
                    <a:cubicBezTo>
                      <a:pt x="101" y="126"/>
                      <a:pt x="98" y="130"/>
                      <a:pt x="98" y="130"/>
                    </a:cubicBezTo>
                    <a:cubicBezTo>
                      <a:pt x="98" y="130"/>
                      <a:pt x="102" y="129"/>
                      <a:pt x="102" y="129"/>
                    </a:cubicBezTo>
                    <a:cubicBezTo>
                      <a:pt x="103" y="129"/>
                      <a:pt x="104" y="129"/>
                      <a:pt x="104" y="129"/>
                    </a:cubicBezTo>
                    <a:cubicBezTo>
                      <a:pt x="105" y="129"/>
                      <a:pt x="106" y="128"/>
                      <a:pt x="107" y="128"/>
                    </a:cubicBezTo>
                    <a:cubicBezTo>
                      <a:pt x="107" y="129"/>
                      <a:pt x="106" y="130"/>
                      <a:pt x="105" y="130"/>
                    </a:cubicBezTo>
                    <a:cubicBezTo>
                      <a:pt x="104" y="130"/>
                      <a:pt x="102" y="130"/>
                      <a:pt x="101" y="131"/>
                    </a:cubicBezTo>
                    <a:cubicBezTo>
                      <a:pt x="100" y="132"/>
                      <a:pt x="103" y="131"/>
                      <a:pt x="103" y="131"/>
                    </a:cubicBezTo>
                    <a:cubicBezTo>
                      <a:pt x="105" y="131"/>
                      <a:pt x="107" y="131"/>
                      <a:pt x="109" y="131"/>
                    </a:cubicBezTo>
                    <a:cubicBezTo>
                      <a:pt x="108" y="131"/>
                      <a:pt x="104" y="131"/>
                      <a:pt x="104" y="132"/>
                    </a:cubicBezTo>
                    <a:cubicBezTo>
                      <a:pt x="104" y="132"/>
                      <a:pt x="106" y="133"/>
                      <a:pt x="106" y="134"/>
                    </a:cubicBezTo>
                    <a:cubicBezTo>
                      <a:pt x="106" y="134"/>
                      <a:pt x="106" y="135"/>
                      <a:pt x="106" y="135"/>
                    </a:cubicBezTo>
                    <a:cubicBezTo>
                      <a:pt x="106" y="136"/>
                      <a:pt x="105" y="136"/>
                      <a:pt x="106" y="137"/>
                    </a:cubicBezTo>
                    <a:cubicBezTo>
                      <a:pt x="106" y="137"/>
                      <a:pt x="108" y="136"/>
                      <a:pt x="109" y="136"/>
                    </a:cubicBezTo>
                    <a:cubicBezTo>
                      <a:pt x="110" y="136"/>
                      <a:pt x="109" y="136"/>
                      <a:pt x="110" y="137"/>
                    </a:cubicBezTo>
                    <a:cubicBezTo>
                      <a:pt x="111" y="138"/>
                      <a:pt x="111" y="139"/>
                      <a:pt x="112" y="140"/>
                    </a:cubicBezTo>
                    <a:cubicBezTo>
                      <a:pt x="112" y="141"/>
                      <a:pt x="109" y="141"/>
                      <a:pt x="109" y="141"/>
                    </a:cubicBezTo>
                    <a:cubicBezTo>
                      <a:pt x="105" y="138"/>
                      <a:pt x="99" y="136"/>
                      <a:pt x="95" y="137"/>
                    </a:cubicBezTo>
                    <a:cubicBezTo>
                      <a:pt x="91" y="137"/>
                      <a:pt x="96" y="140"/>
                      <a:pt x="98" y="140"/>
                    </a:cubicBezTo>
                    <a:cubicBezTo>
                      <a:pt x="101" y="141"/>
                      <a:pt x="103" y="144"/>
                      <a:pt x="106" y="144"/>
                    </a:cubicBezTo>
                    <a:cubicBezTo>
                      <a:pt x="107" y="144"/>
                      <a:pt x="108" y="143"/>
                      <a:pt x="110" y="143"/>
                    </a:cubicBezTo>
                    <a:cubicBezTo>
                      <a:pt x="110" y="144"/>
                      <a:pt x="113" y="144"/>
                      <a:pt x="113" y="144"/>
                    </a:cubicBezTo>
                    <a:cubicBezTo>
                      <a:pt x="114" y="145"/>
                      <a:pt x="113" y="146"/>
                      <a:pt x="113" y="146"/>
                    </a:cubicBezTo>
                    <a:cubicBezTo>
                      <a:pt x="110" y="147"/>
                      <a:pt x="114" y="148"/>
                      <a:pt x="113" y="149"/>
                    </a:cubicBezTo>
                    <a:cubicBezTo>
                      <a:pt x="113" y="150"/>
                      <a:pt x="111" y="149"/>
                      <a:pt x="111" y="151"/>
                    </a:cubicBezTo>
                    <a:cubicBezTo>
                      <a:pt x="111" y="152"/>
                      <a:pt x="113" y="152"/>
                      <a:pt x="113" y="152"/>
                    </a:cubicBezTo>
                    <a:cubicBezTo>
                      <a:pt x="112" y="153"/>
                      <a:pt x="110" y="151"/>
                      <a:pt x="110" y="152"/>
                    </a:cubicBezTo>
                    <a:cubicBezTo>
                      <a:pt x="109" y="153"/>
                      <a:pt x="109" y="154"/>
                      <a:pt x="109" y="155"/>
                    </a:cubicBezTo>
                    <a:cubicBezTo>
                      <a:pt x="109" y="155"/>
                      <a:pt x="111" y="155"/>
                      <a:pt x="111" y="155"/>
                    </a:cubicBezTo>
                    <a:cubicBezTo>
                      <a:pt x="111" y="156"/>
                      <a:pt x="109" y="157"/>
                      <a:pt x="108" y="157"/>
                    </a:cubicBezTo>
                    <a:cubicBezTo>
                      <a:pt x="107" y="157"/>
                      <a:pt x="106" y="157"/>
                      <a:pt x="105" y="157"/>
                    </a:cubicBezTo>
                    <a:cubicBezTo>
                      <a:pt x="104" y="156"/>
                      <a:pt x="103" y="156"/>
                      <a:pt x="102" y="157"/>
                    </a:cubicBezTo>
                    <a:cubicBezTo>
                      <a:pt x="101" y="158"/>
                      <a:pt x="101" y="157"/>
                      <a:pt x="100" y="158"/>
                    </a:cubicBezTo>
                    <a:cubicBezTo>
                      <a:pt x="100" y="158"/>
                      <a:pt x="103" y="161"/>
                      <a:pt x="104" y="161"/>
                    </a:cubicBezTo>
                    <a:cubicBezTo>
                      <a:pt x="104" y="160"/>
                      <a:pt x="104" y="160"/>
                      <a:pt x="103" y="160"/>
                    </a:cubicBezTo>
                    <a:cubicBezTo>
                      <a:pt x="103" y="160"/>
                      <a:pt x="106" y="160"/>
                      <a:pt x="106" y="160"/>
                    </a:cubicBezTo>
                    <a:cubicBezTo>
                      <a:pt x="106" y="160"/>
                      <a:pt x="111" y="158"/>
                      <a:pt x="111" y="159"/>
                    </a:cubicBezTo>
                    <a:cubicBezTo>
                      <a:pt x="110" y="159"/>
                      <a:pt x="109" y="159"/>
                      <a:pt x="108" y="160"/>
                    </a:cubicBezTo>
                    <a:cubicBezTo>
                      <a:pt x="109" y="159"/>
                      <a:pt x="111" y="161"/>
                      <a:pt x="110" y="161"/>
                    </a:cubicBezTo>
                    <a:cubicBezTo>
                      <a:pt x="111" y="161"/>
                      <a:pt x="114" y="162"/>
                      <a:pt x="115" y="162"/>
                    </a:cubicBezTo>
                    <a:cubicBezTo>
                      <a:pt x="114" y="162"/>
                      <a:pt x="112" y="162"/>
                      <a:pt x="112" y="162"/>
                    </a:cubicBezTo>
                    <a:cubicBezTo>
                      <a:pt x="112" y="162"/>
                      <a:pt x="116" y="165"/>
                      <a:pt x="116" y="165"/>
                    </a:cubicBezTo>
                    <a:cubicBezTo>
                      <a:pt x="113" y="165"/>
                      <a:pt x="111" y="161"/>
                      <a:pt x="108" y="161"/>
                    </a:cubicBezTo>
                    <a:cubicBezTo>
                      <a:pt x="106" y="161"/>
                      <a:pt x="101" y="160"/>
                      <a:pt x="100" y="162"/>
                    </a:cubicBezTo>
                    <a:cubicBezTo>
                      <a:pt x="100" y="163"/>
                      <a:pt x="99" y="163"/>
                      <a:pt x="98" y="164"/>
                    </a:cubicBezTo>
                    <a:cubicBezTo>
                      <a:pt x="97" y="164"/>
                      <a:pt x="97" y="166"/>
                      <a:pt x="98" y="165"/>
                    </a:cubicBezTo>
                    <a:cubicBezTo>
                      <a:pt x="100" y="165"/>
                      <a:pt x="102" y="164"/>
                      <a:pt x="103" y="162"/>
                    </a:cubicBezTo>
                    <a:cubicBezTo>
                      <a:pt x="103" y="163"/>
                      <a:pt x="105" y="163"/>
                      <a:pt x="105" y="163"/>
                    </a:cubicBezTo>
                    <a:cubicBezTo>
                      <a:pt x="106" y="163"/>
                      <a:pt x="108" y="166"/>
                      <a:pt x="108" y="163"/>
                    </a:cubicBezTo>
                    <a:cubicBezTo>
                      <a:pt x="108" y="162"/>
                      <a:pt x="110" y="164"/>
                      <a:pt x="110" y="164"/>
                    </a:cubicBezTo>
                    <a:cubicBezTo>
                      <a:pt x="110" y="164"/>
                      <a:pt x="114" y="164"/>
                      <a:pt x="113" y="165"/>
                    </a:cubicBezTo>
                    <a:cubicBezTo>
                      <a:pt x="113" y="165"/>
                      <a:pt x="112" y="165"/>
                      <a:pt x="112" y="165"/>
                    </a:cubicBezTo>
                    <a:cubicBezTo>
                      <a:pt x="112" y="165"/>
                      <a:pt x="114" y="166"/>
                      <a:pt x="114" y="166"/>
                    </a:cubicBezTo>
                    <a:cubicBezTo>
                      <a:pt x="113" y="166"/>
                      <a:pt x="111" y="166"/>
                      <a:pt x="110" y="165"/>
                    </a:cubicBezTo>
                    <a:cubicBezTo>
                      <a:pt x="109" y="164"/>
                      <a:pt x="109" y="165"/>
                      <a:pt x="109" y="166"/>
                    </a:cubicBezTo>
                    <a:cubicBezTo>
                      <a:pt x="109" y="165"/>
                      <a:pt x="103" y="164"/>
                      <a:pt x="102" y="164"/>
                    </a:cubicBezTo>
                    <a:cubicBezTo>
                      <a:pt x="101" y="164"/>
                      <a:pt x="95" y="166"/>
                      <a:pt x="96" y="168"/>
                    </a:cubicBezTo>
                    <a:cubicBezTo>
                      <a:pt x="97" y="169"/>
                      <a:pt x="103" y="167"/>
                      <a:pt x="104" y="167"/>
                    </a:cubicBezTo>
                    <a:cubicBezTo>
                      <a:pt x="105" y="167"/>
                      <a:pt x="107" y="167"/>
                      <a:pt x="108" y="168"/>
                    </a:cubicBezTo>
                    <a:cubicBezTo>
                      <a:pt x="108" y="168"/>
                      <a:pt x="112" y="169"/>
                      <a:pt x="112" y="169"/>
                    </a:cubicBezTo>
                    <a:cubicBezTo>
                      <a:pt x="112" y="170"/>
                      <a:pt x="107" y="168"/>
                      <a:pt x="107" y="168"/>
                    </a:cubicBezTo>
                    <a:cubicBezTo>
                      <a:pt x="105" y="167"/>
                      <a:pt x="102" y="168"/>
                      <a:pt x="100" y="168"/>
                    </a:cubicBezTo>
                    <a:cubicBezTo>
                      <a:pt x="93" y="170"/>
                      <a:pt x="101" y="172"/>
                      <a:pt x="103" y="171"/>
                    </a:cubicBezTo>
                    <a:cubicBezTo>
                      <a:pt x="102" y="172"/>
                      <a:pt x="101" y="173"/>
                      <a:pt x="99" y="173"/>
                    </a:cubicBezTo>
                    <a:cubicBezTo>
                      <a:pt x="96" y="174"/>
                      <a:pt x="101" y="175"/>
                      <a:pt x="101" y="175"/>
                    </a:cubicBezTo>
                    <a:cubicBezTo>
                      <a:pt x="101" y="175"/>
                      <a:pt x="97" y="174"/>
                      <a:pt x="97" y="176"/>
                    </a:cubicBezTo>
                    <a:cubicBezTo>
                      <a:pt x="97" y="179"/>
                      <a:pt x="99" y="177"/>
                      <a:pt x="101" y="176"/>
                    </a:cubicBezTo>
                    <a:cubicBezTo>
                      <a:pt x="103" y="175"/>
                      <a:pt x="105" y="173"/>
                      <a:pt x="107" y="172"/>
                    </a:cubicBezTo>
                    <a:cubicBezTo>
                      <a:pt x="108" y="172"/>
                      <a:pt x="114" y="169"/>
                      <a:pt x="114" y="171"/>
                    </a:cubicBezTo>
                    <a:cubicBezTo>
                      <a:pt x="114" y="171"/>
                      <a:pt x="111" y="171"/>
                      <a:pt x="111" y="171"/>
                    </a:cubicBezTo>
                    <a:cubicBezTo>
                      <a:pt x="111" y="171"/>
                      <a:pt x="113" y="171"/>
                      <a:pt x="114" y="172"/>
                    </a:cubicBezTo>
                    <a:cubicBezTo>
                      <a:pt x="111" y="170"/>
                      <a:pt x="98" y="178"/>
                      <a:pt x="99" y="179"/>
                    </a:cubicBezTo>
                    <a:cubicBezTo>
                      <a:pt x="99" y="180"/>
                      <a:pt x="105" y="178"/>
                      <a:pt x="106" y="178"/>
                    </a:cubicBezTo>
                    <a:cubicBezTo>
                      <a:pt x="106" y="178"/>
                      <a:pt x="102" y="179"/>
                      <a:pt x="101" y="180"/>
                    </a:cubicBezTo>
                    <a:cubicBezTo>
                      <a:pt x="101" y="180"/>
                      <a:pt x="103" y="184"/>
                      <a:pt x="104" y="183"/>
                    </a:cubicBezTo>
                    <a:cubicBezTo>
                      <a:pt x="105" y="182"/>
                      <a:pt x="106" y="180"/>
                      <a:pt x="107" y="180"/>
                    </a:cubicBezTo>
                    <a:cubicBezTo>
                      <a:pt x="108" y="180"/>
                      <a:pt x="112" y="181"/>
                      <a:pt x="112" y="181"/>
                    </a:cubicBezTo>
                    <a:cubicBezTo>
                      <a:pt x="112" y="181"/>
                      <a:pt x="108" y="181"/>
                      <a:pt x="108" y="181"/>
                    </a:cubicBezTo>
                    <a:cubicBezTo>
                      <a:pt x="106" y="181"/>
                      <a:pt x="105" y="182"/>
                      <a:pt x="104" y="183"/>
                    </a:cubicBezTo>
                    <a:cubicBezTo>
                      <a:pt x="104" y="184"/>
                      <a:pt x="104" y="185"/>
                      <a:pt x="104" y="186"/>
                    </a:cubicBezTo>
                    <a:cubicBezTo>
                      <a:pt x="105" y="189"/>
                      <a:pt x="105" y="188"/>
                      <a:pt x="107" y="187"/>
                    </a:cubicBezTo>
                    <a:cubicBezTo>
                      <a:pt x="106" y="188"/>
                      <a:pt x="105" y="192"/>
                      <a:pt x="106" y="193"/>
                    </a:cubicBezTo>
                    <a:cubicBezTo>
                      <a:pt x="106" y="193"/>
                      <a:pt x="109" y="189"/>
                      <a:pt x="110" y="189"/>
                    </a:cubicBezTo>
                    <a:cubicBezTo>
                      <a:pt x="110" y="190"/>
                      <a:pt x="109" y="191"/>
                      <a:pt x="110" y="192"/>
                    </a:cubicBezTo>
                    <a:cubicBezTo>
                      <a:pt x="110" y="193"/>
                      <a:pt x="111" y="191"/>
                      <a:pt x="112" y="191"/>
                    </a:cubicBezTo>
                    <a:cubicBezTo>
                      <a:pt x="114" y="189"/>
                      <a:pt x="110" y="187"/>
                      <a:pt x="110" y="186"/>
                    </a:cubicBezTo>
                    <a:cubicBezTo>
                      <a:pt x="110" y="186"/>
                      <a:pt x="112" y="189"/>
                      <a:pt x="113" y="189"/>
                    </a:cubicBezTo>
                    <a:cubicBezTo>
                      <a:pt x="114" y="190"/>
                      <a:pt x="114" y="189"/>
                      <a:pt x="115" y="188"/>
                    </a:cubicBezTo>
                    <a:cubicBezTo>
                      <a:pt x="114" y="188"/>
                      <a:pt x="117" y="191"/>
                      <a:pt x="116" y="192"/>
                    </a:cubicBezTo>
                    <a:cubicBezTo>
                      <a:pt x="117" y="191"/>
                      <a:pt x="114" y="189"/>
                      <a:pt x="114" y="191"/>
                    </a:cubicBezTo>
                    <a:cubicBezTo>
                      <a:pt x="114" y="193"/>
                      <a:pt x="116" y="195"/>
                      <a:pt x="114" y="196"/>
                    </a:cubicBezTo>
                    <a:cubicBezTo>
                      <a:pt x="114" y="196"/>
                      <a:pt x="114" y="193"/>
                      <a:pt x="114" y="193"/>
                    </a:cubicBezTo>
                    <a:cubicBezTo>
                      <a:pt x="114" y="192"/>
                      <a:pt x="112" y="194"/>
                      <a:pt x="111" y="194"/>
                    </a:cubicBezTo>
                    <a:cubicBezTo>
                      <a:pt x="110" y="194"/>
                      <a:pt x="109" y="196"/>
                      <a:pt x="109" y="197"/>
                    </a:cubicBezTo>
                    <a:cubicBezTo>
                      <a:pt x="108" y="199"/>
                      <a:pt x="111" y="197"/>
                      <a:pt x="111" y="198"/>
                    </a:cubicBezTo>
                    <a:cubicBezTo>
                      <a:pt x="112" y="199"/>
                      <a:pt x="110" y="200"/>
                      <a:pt x="110" y="200"/>
                    </a:cubicBezTo>
                    <a:cubicBezTo>
                      <a:pt x="110" y="200"/>
                      <a:pt x="112" y="199"/>
                      <a:pt x="113" y="201"/>
                    </a:cubicBezTo>
                    <a:cubicBezTo>
                      <a:pt x="113" y="203"/>
                      <a:pt x="115" y="204"/>
                      <a:pt x="115" y="205"/>
                    </a:cubicBezTo>
                    <a:cubicBezTo>
                      <a:pt x="114" y="207"/>
                      <a:pt x="115" y="207"/>
                      <a:pt x="117" y="209"/>
                    </a:cubicBezTo>
                    <a:cubicBezTo>
                      <a:pt x="118" y="210"/>
                      <a:pt x="119" y="212"/>
                      <a:pt x="120" y="210"/>
                    </a:cubicBezTo>
                    <a:cubicBezTo>
                      <a:pt x="120" y="210"/>
                      <a:pt x="121" y="215"/>
                      <a:pt x="122" y="215"/>
                    </a:cubicBezTo>
                    <a:cubicBezTo>
                      <a:pt x="123" y="216"/>
                      <a:pt x="122" y="215"/>
                      <a:pt x="123" y="215"/>
                    </a:cubicBezTo>
                    <a:cubicBezTo>
                      <a:pt x="124" y="216"/>
                      <a:pt x="125" y="217"/>
                      <a:pt x="126" y="218"/>
                    </a:cubicBezTo>
                    <a:cubicBezTo>
                      <a:pt x="128" y="219"/>
                      <a:pt x="130" y="220"/>
                      <a:pt x="132" y="219"/>
                    </a:cubicBezTo>
                    <a:cubicBezTo>
                      <a:pt x="133" y="219"/>
                      <a:pt x="136" y="219"/>
                      <a:pt x="136" y="218"/>
                    </a:cubicBezTo>
                    <a:cubicBezTo>
                      <a:pt x="136" y="218"/>
                      <a:pt x="136" y="221"/>
                      <a:pt x="136" y="221"/>
                    </a:cubicBezTo>
                    <a:cubicBezTo>
                      <a:pt x="136" y="221"/>
                      <a:pt x="138" y="217"/>
                      <a:pt x="138" y="218"/>
                    </a:cubicBezTo>
                    <a:cubicBezTo>
                      <a:pt x="139" y="218"/>
                      <a:pt x="138" y="219"/>
                      <a:pt x="138" y="219"/>
                    </a:cubicBezTo>
                    <a:cubicBezTo>
                      <a:pt x="138" y="220"/>
                      <a:pt x="139" y="220"/>
                      <a:pt x="139" y="220"/>
                    </a:cubicBezTo>
                    <a:cubicBezTo>
                      <a:pt x="139" y="220"/>
                      <a:pt x="136" y="221"/>
                      <a:pt x="137" y="222"/>
                    </a:cubicBezTo>
                    <a:cubicBezTo>
                      <a:pt x="138" y="222"/>
                      <a:pt x="138" y="222"/>
                      <a:pt x="139" y="221"/>
                    </a:cubicBezTo>
                    <a:cubicBezTo>
                      <a:pt x="140" y="222"/>
                      <a:pt x="139" y="223"/>
                      <a:pt x="139" y="223"/>
                    </a:cubicBezTo>
                    <a:cubicBezTo>
                      <a:pt x="139" y="224"/>
                      <a:pt x="142" y="221"/>
                      <a:pt x="142" y="222"/>
                    </a:cubicBezTo>
                    <a:cubicBezTo>
                      <a:pt x="142" y="223"/>
                      <a:pt x="140" y="224"/>
                      <a:pt x="140" y="225"/>
                    </a:cubicBezTo>
                    <a:cubicBezTo>
                      <a:pt x="140" y="224"/>
                      <a:pt x="143" y="223"/>
                      <a:pt x="142" y="225"/>
                    </a:cubicBezTo>
                    <a:cubicBezTo>
                      <a:pt x="142" y="225"/>
                      <a:pt x="142" y="225"/>
                      <a:pt x="142" y="224"/>
                    </a:cubicBezTo>
                    <a:cubicBezTo>
                      <a:pt x="142" y="226"/>
                      <a:pt x="145" y="223"/>
                      <a:pt x="145" y="223"/>
                    </a:cubicBezTo>
                    <a:cubicBezTo>
                      <a:pt x="146" y="224"/>
                      <a:pt x="145" y="226"/>
                      <a:pt x="145" y="227"/>
                    </a:cubicBezTo>
                    <a:cubicBezTo>
                      <a:pt x="144" y="225"/>
                      <a:pt x="153" y="225"/>
                      <a:pt x="147" y="222"/>
                    </a:cubicBezTo>
                    <a:cubicBezTo>
                      <a:pt x="148" y="222"/>
                      <a:pt x="153" y="222"/>
                      <a:pt x="150" y="221"/>
                    </a:cubicBezTo>
                    <a:cubicBezTo>
                      <a:pt x="147" y="219"/>
                      <a:pt x="151" y="220"/>
                      <a:pt x="152" y="218"/>
                    </a:cubicBezTo>
                    <a:cubicBezTo>
                      <a:pt x="152" y="218"/>
                      <a:pt x="149" y="218"/>
                      <a:pt x="149" y="218"/>
                    </a:cubicBezTo>
                    <a:cubicBezTo>
                      <a:pt x="150" y="217"/>
                      <a:pt x="151" y="216"/>
                      <a:pt x="152" y="216"/>
                    </a:cubicBezTo>
                    <a:cubicBezTo>
                      <a:pt x="154" y="214"/>
                      <a:pt x="151" y="215"/>
                      <a:pt x="151" y="214"/>
                    </a:cubicBezTo>
                    <a:cubicBezTo>
                      <a:pt x="151" y="214"/>
                      <a:pt x="154" y="213"/>
                      <a:pt x="154" y="212"/>
                    </a:cubicBezTo>
                    <a:cubicBezTo>
                      <a:pt x="154" y="211"/>
                      <a:pt x="154" y="209"/>
                      <a:pt x="153" y="208"/>
                    </a:cubicBezTo>
                    <a:cubicBezTo>
                      <a:pt x="152" y="208"/>
                      <a:pt x="154" y="207"/>
                      <a:pt x="153" y="206"/>
                    </a:cubicBezTo>
                    <a:cubicBezTo>
                      <a:pt x="153" y="206"/>
                      <a:pt x="151" y="205"/>
                      <a:pt x="151" y="205"/>
                    </a:cubicBezTo>
                    <a:cubicBezTo>
                      <a:pt x="151" y="205"/>
                      <a:pt x="155" y="204"/>
                      <a:pt x="156" y="204"/>
                    </a:cubicBezTo>
                    <a:cubicBezTo>
                      <a:pt x="159" y="204"/>
                      <a:pt x="156" y="203"/>
                      <a:pt x="155" y="202"/>
                    </a:cubicBezTo>
                    <a:cubicBezTo>
                      <a:pt x="155" y="202"/>
                      <a:pt x="160" y="202"/>
                      <a:pt x="160" y="202"/>
                    </a:cubicBezTo>
                    <a:cubicBezTo>
                      <a:pt x="159" y="201"/>
                      <a:pt x="157" y="201"/>
                      <a:pt x="156" y="200"/>
                    </a:cubicBezTo>
                    <a:cubicBezTo>
                      <a:pt x="156" y="200"/>
                      <a:pt x="160" y="201"/>
                      <a:pt x="160" y="200"/>
                    </a:cubicBezTo>
                    <a:cubicBezTo>
                      <a:pt x="161" y="200"/>
                      <a:pt x="160" y="200"/>
                      <a:pt x="160" y="199"/>
                    </a:cubicBezTo>
                    <a:cubicBezTo>
                      <a:pt x="161" y="199"/>
                      <a:pt x="161" y="199"/>
                      <a:pt x="161" y="199"/>
                    </a:cubicBezTo>
                    <a:cubicBezTo>
                      <a:pt x="162" y="198"/>
                      <a:pt x="158" y="197"/>
                      <a:pt x="158" y="197"/>
                    </a:cubicBezTo>
                    <a:cubicBezTo>
                      <a:pt x="158" y="197"/>
                      <a:pt x="163" y="197"/>
                      <a:pt x="162" y="196"/>
                    </a:cubicBezTo>
                    <a:cubicBezTo>
                      <a:pt x="162" y="195"/>
                      <a:pt x="163" y="195"/>
                      <a:pt x="161" y="194"/>
                    </a:cubicBezTo>
                    <a:cubicBezTo>
                      <a:pt x="161" y="194"/>
                      <a:pt x="158" y="194"/>
                      <a:pt x="158" y="193"/>
                    </a:cubicBezTo>
                    <a:cubicBezTo>
                      <a:pt x="158" y="193"/>
                      <a:pt x="163" y="192"/>
                      <a:pt x="163" y="192"/>
                    </a:cubicBezTo>
                    <a:cubicBezTo>
                      <a:pt x="165" y="192"/>
                      <a:pt x="164" y="189"/>
                      <a:pt x="162" y="189"/>
                    </a:cubicBezTo>
                    <a:cubicBezTo>
                      <a:pt x="161" y="188"/>
                      <a:pt x="158" y="187"/>
                      <a:pt x="161" y="186"/>
                    </a:cubicBezTo>
                    <a:cubicBezTo>
                      <a:pt x="163" y="186"/>
                      <a:pt x="166" y="187"/>
                      <a:pt x="167" y="185"/>
                    </a:cubicBezTo>
                    <a:cubicBezTo>
                      <a:pt x="167" y="185"/>
                      <a:pt x="165" y="183"/>
                      <a:pt x="165" y="183"/>
                    </a:cubicBezTo>
                    <a:cubicBezTo>
                      <a:pt x="165" y="182"/>
                      <a:pt x="167" y="182"/>
                      <a:pt x="167" y="182"/>
                    </a:cubicBezTo>
                    <a:cubicBezTo>
                      <a:pt x="168" y="181"/>
                      <a:pt x="170" y="181"/>
                      <a:pt x="172" y="182"/>
                    </a:cubicBezTo>
                    <a:cubicBezTo>
                      <a:pt x="172" y="182"/>
                      <a:pt x="174" y="182"/>
                      <a:pt x="174" y="182"/>
                    </a:cubicBezTo>
                    <a:cubicBezTo>
                      <a:pt x="175" y="181"/>
                      <a:pt x="173" y="180"/>
                      <a:pt x="173" y="179"/>
                    </a:cubicBezTo>
                    <a:cubicBezTo>
                      <a:pt x="174" y="178"/>
                      <a:pt x="177" y="174"/>
                      <a:pt x="179" y="176"/>
                    </a:cubicBezTo>
                    <a:cubicBezTo>
                      <a:pt x="178" y="175"/>
                      <a:pt x="175" y="181"/>
                      <a:pt x="176" y="181"/>
                    </a:cubicBezTo>
                    <a:cubicBezTo>
                      <a:pt x="177" y="182"/>
                      <a:pt x="179" y="179"/>
                      <a:pt x="181" y="179"/>
                    </a:cubicBezTo>
                    <a:cubicBezTo>
                      <a:pt x="181" y="179"/>
                      <a:pt x="183" y="180"/>
                      <a:pt x="183" y="180"/>
                    </a:cubicBezTo>
                    <a:cubicBezTo>
                      <a:pt x="183" y="180"/>
                      <a:pt x="183" y="178"/>
                      <a:pt x="183" y="178"/>
                    </a:cubicBezTo>
                    <a:cubicBezTo>
                      <a:pt x="186" y="179"/>
                      <a:pt x="186" y="178"/>
                      <a:pt x="187" y="177"/>
                    </a:cubicBezTo>
                    <a:cubicBezTo>
                      <a:pt x="188" y="176"/>
                      <a:pt x="189" y="176"/>
                      <a:pt x="190" y="176"/>
                    </a:cubicBezTo>
                    <a:cubicBezTo>
                      <a:pt x="192" y="175"/>
                      <a:pt x="192" y="174"/>
                      <a:pt x="193" y="173"/>
                    </a:cubicBezTo>
                    <a:cubicBezTo>
                      <a:pt x="194" y="172"/>
                      <a:pt x="196" y="170"/>
                      <a:pt x="197" y="168"/>
                    </a:cubicBezTo>
                    <a:cubicBezTo>
                      <a:pt x="199" y="166"/>
                      <a:pt x="199" y="165"/>
                      <a:pt x="201" y="165"/>
                    </a:cubicBezTo>
                    <a:cubicBezTo>
                      <a:pt x="202" y="164"/>
                      <a:pt x="205" y="164"/>
                      <a:pt x="205" y="162"/>
                    </a:cubicBezTo>
                    <a:cubicBezTo>
                      <a:pt x="204" y="162"/>
                      <a:pt x="203" y="157"/>
                      <a:pt x="203" y="157"/>
                    </a:cubicBezTo>
                    <a:cubicBezTo>
                      <a:pt x="204" y="157"/>
                      <a:pt x="207" y="160"/>
                      <a:pt x="208" y="160"/>
                    </a:cubicBezTo>
                    <a:cubicBezTo>
                      <a:pt x="209" y="161"/>
                      <a:pt x="210" y="161"/>
                      <a:pt x="211" y="161"/>
                    </a:cubicBezTo>
                    <a:cubicBezTo>
                      <a:pt x="211" y="161"/>
                      <a:pt x="213" y="160"/>
                      <a:pt x="213" y="160"/>
                    </a:cubicBezTo>
                    <a:cubicBezTo>
                      <a:pt x="214" y="160"/>
                      <a:pt x="215" y="161"/>
                      <a:pt x="216" y="160"/>
                    </a:cubicBezTo>
                    <a:cubicBezTo>
                      <a:pt x="216" y="160"/>
                      <a:pt x="214" y="158"/>
                      <a:pt x="217" y="159"/>
                    </a:cubicBezTo>
                    <a:cubicBezTo>
                      <a:pt x="219" y="159"/>
                      <a:pt x="221" y="159"/>
                      <a:pt x="223" y="158"/>
                    </a:cubicBezTo>
                    <a:cubicBezTo>
                      <a:pt x="228" y="157"/>
                      <a:pt x="232" y="156"/>
                      <a:pt x="237" y="154"/>
                    </a:cubicBezTo>
                    <a:cubicBezTo>
                      <a:pt x="238" y="153"/>
                      <a:pt x="254" y="143"/>
                      <a:pt x="255" y="143"/>
                    </a:cubicBezTo>
                    <a:cubicBezTo>
                      <a:pt x="254" y="143"/>
                      <a:pt x="247" y="143"/>
                      <a:pt x="246" y="143"/>
                    </a:cubicBezTo>
                    <a:cubicBezTo>
                      <a:pt x="244" y="142"/>
                      <a:pt x="242" y="141"/>
                      <a:pt x="240" y="141"/>
                    </a:cubicBezTo>
                    <a:cubicBezTo>
                      <a:pt x="238" y="141"/>
                      <a:pt x="236" y="142"/>
                      <a:pt x="235" y="142"/>
                    </a:cubicBezTo>
                    <a:cubicBezTo>
                      <a:pt x="233" y="143"/>
                      <a:pt x="233" y="141"/>
                      <a:pt x="232" y="142"/>
                    </a:cubicBezTo>
                    <a:cubicBezTo>
                      <a:pt x="231" y="142"/>
                      <a:pt x="230" y="144"/>
                      <a:pt x="229" y="144"/>
                    </a:cubicBezTo>
                    <a:cubicBezTo>
                      <a:pt x="225" y="144"/>
                      <a:pt x="232" y="140"/>
                      <a:pt x="233" y="141"/>
                    </a:cubicBezTo>
                    <a:cubicBezTo>
                      <a:pt x="232" y="140"/>
                      <a:pt x="229" y="141"/>
                      <a:pt x="228" y="141"/>
                    </a:cubicBezTo>
                    <a:cubicBezTo>
                      <a:pt x="225" y="141"/>
                      <a:pt x="223" y="140"/>
                      <a:pt x="221" y="140"/>
                    </a:cubicBezTo>
                    <a:cubicBezTo>
                      <a:pt x="222" y="140"/>
                      <a:pt x="225" y="138"/>
                      <a:pt x="226" y="137"/>
                    </a:cubicBezTo>
                    <a:cubicBezTo>
                      <a:pt x="226" y="134"/>
                      <a:pt x="228" y="135"/>
                      <a:pt x="229" y="136"/>
                    </a:cubicBezTo>
                    <a:cubicBezTo>
                      <a:pt x="231" y="136"/>
                      <a:pt x="239" y="134"/>
                      <a:pt x="240" y="133"/>
                    </a:cubicBezTo>
                    <a:cubicBezTo>
                      <a:pt x="240" y="132"/>
                      <a:pt x="235" y="131"/>
                      <a:pt x="234" y="130"/>
                    </a:cubicBezTo>
                    <a:cubicBezTo>
                      <a:pt x="235" y="131"/>
                      <a:pt x="239" y="132"/>
                      <a:pt x="240" y="132"/>
                    </a:cubicBezTo>
                    <a:cubicBezTo>
                      <a:pt x="241" y="133"/>
                      <a:pt x="245" y="133"/>
                      <a:pt x="245" y="135"/>
                    </a:cubicBezTo>
                    <a:cubicBezTo>
                      <a:pt x="244" y="138"/>
                      <a:pt x="246" y="139"/>
                      <a:pt x="248" y="139"/>
                    </a:cubicBezTo>
                    <a:cubicBezTo>
                      <a:pt x="248" y="139"/>
                      <a:pt x="254" y="139"/>
                      <a:pt x="253" y="138"/>
                    </a:cubicBezTo>
                    <a:cubicBezTo>
                      <a:pt x="253" y="138"/>
                      <a:pt x="253" y="140"/>
                      <a:pt x="254" y="140"/>
                    </a:cubicBezTo>
                    <a:cubicBezTo>
                      <a:pt x="256" y="139"/>
                      <a:pt x="257" y="136"/>
                      <a:pt x="257" y="134"/>
                    </a:cubicBezTo>
                    <a:cubicBezTo>
                      <a:pt x="257" y="133"/>
                      <a:pt x="257" y="129"/>
                      <a:pt x="255" y="130"/>
                    </a:cubicBezTo>
                    <a:cubicBezTo>
                      <a:pt x="253" y="132"/>
                      <a:pt x="254" y="130"/>
                      <a:pt x="253" y="129"/>
                    </a:cubicBezTo>
                    <a:cubicBezTo>
                      <a:pt x="251" y="127"/>
                      <a:pt x="248" y="126"/>
                      <a:pt x="245" y="124"/>
                    </a:cubicBezTo>
                    <a:cubicBezTo>
                      <a:pt x="244" y="123"/>
                      <a:pt x="243" y="123"/>
                      <a:pt x="242" y="122"/>
                    </a:cubicBezTo>
                    <a:cubicBezTo>
                      <a:pt x="242" y="122"/>
                      <a:pt x="238" y="123"/>
                      <a:pt x="238" y="124"/>
                    </a:cubicBezTo>
                    <a:cubicBezTo>
                      <a:pt x="238" y="124"/>
                      <a:pt x="239" y="123"/>
                      <a:pt x="238" y="123"/>
                    </a:cubicBezTo>
                    <a:cubicBezTo>
                      <a:pt x="238" y="123"/>
                      <a:pt x="237" y="122"/>
                      <a:pt x="237" y="122"/>
                    </a:cubicBezTo>
                    <a:cubicBezTo>
                      <a:pt x="237" y="121"/>
                      <a:pt x="241" y="122"/>
                      <a:pt x="241" y="121"/>
                    </a:cubicBezTo>
                    <a:cubicBezTo>
                      <a:pt x="241" y="119"/>
                      <a:pt x="241" y="118"/>
                      <a:pt x="238" y="118"/>
                    </a:cubicBezTo>
                    <a:cubicBezTo>
                      <a:pt x="236" y="119"/>
                      <a:pt x="235" y="121"/>
                      <a:pt x="233" y="119"/>
                    </a:cubicBezTo>
                    <a:cubicBezTo>
                      <a:pt x="233" y="119"/>
                      <a:pt x="229" y="119"/>
                      <a:pt x="229" y="118"/>
                    </a:cubicBezTo>
                    <a:cubicBezTo>
                      <a:pt x="229" y="116"/>
                      <a:pt x="234" y="119"/>
                      <a:pt x="234" y="119"/>
                    </a:cubicBezTo>
                    <a:cubicBezTo>
                      <a:pt x="235" y="119"/>
                      <a:pt x="240" y="118"/>
                      <a:pt x="240" y="117"/>
                    </a:cubicBezTo>
                    <a:cubicBezTo>
                      <a:pt x="241" y="117"/>
                      <a:pt x="236" y="115"/>
                      <a:pt x="235" y="115"/>
                    </a:cubicBezTo>
                    <a:cubicBezTo>
                      <a:pt x="233" y="115"/>
                      <a:pt x="230" y="115"/>
                      <a:pt x="228" y="116"/>
                    </a:cubicBezTo>
                    <a:cubicBezTo>
                      <a:pt x="229" y="116"/>
                      <a:pt x="233" y="113"/>
                      <a:pt x="233" y="114"/>
                    </a:cubicBezTo>
                    <a:cubicBezTo>
                      <a:pt x="233" y="113"/>
                      <a:pt x="229" y="113"/>
                      <a:pt x="229" y="112"/>
                    </a:cubicBezTo>
                    <a:cubicBezTo>
                      <a:pt x="232" y="113"/>
                      <a:pt x="235" y="115"/>
                      <a:pt x="238" y="113"/>
                    </a:cubicBezTo>
                    <a:cubicBezTo>
                      <a:pt x="238" y="113"/>
                      <a:pt x="241" y="112"/>
                      <a:pt x="241" y="111"/>
                    </a:cubicBezTo>
                    <a:cubicBezTo>
                      <a:pt x="240" y="110"/>
                      <a:pt x="238" y="109"/>
                      <a:pt x="238" y="108"/>
                    </a:cubicBezTo>
                    <a:cubicBezTo>
                      <a:pt x="238" y="109"/>
                      <a:pt x="241" y="110"/>
                      <a:pt x="242" y="110"/>
                    </a:cubicBezTo>
                    <a:cubicBezTo>
                      <a:pt x="244" y="111"/>
                      <a:pt x="243" y="109"/>
                      <a:pt x="245" y="109"/>
                    </a:cubicBezTo>
                    <a:cubicBezTo>
                      <a:pt x="246" y="109"/>
                      <a:pt x="254" y="111"/>
                      <a:pt x="254" y="111"/>
                    </a:cubicBezTo>
                    <a:cubicBezTo>
                      <a:pt x="253" y="111"/>
                      <a:pt x="246" y="110"/>
                      <a:pt x="246" y="110"/>
                    </a:cubicBezTo>
                    <a:cubicBezTo>
                      <a:pt x="248" y="114"/>
                      <a:pt x="254" y="113"/>
                      <a:pt x="257" y="113"/>
                    </a:cubicBezTo>
                    <a:cubicBezTo>
                      <a:pt x="258" y="112"/>
                      <a:pt x="261" y="113"/>
                      <a:pt x="262" y="112"/>
                    </a:cubicBezTo>
                    <a:cubicBezTo>
                      <a:pt x="265" y="111"/>
                      <a:pt x="264" y="109"/>
                      <a:pt x="262" y="108"/>
                    </a:cubicBezTo>
                    <a:cubicBezTo>
                      <a:pt x="261" y="107"/>
                      <a:pt x="258" y="106"/>
                      <a:pt x="257" y="106"/>
                    </a:cubicBezTo>
                    <a:cubicBezTo>
                      <a:pt x="256" y="106"/>
                      <a:pt x="257" y="109"/>
                      <a:pt x="257" y="110"/>
                    </a:cubicBezTo>
                    <a:cubicBezTo>
                      <a:pt x="256" y="109"/>
                      <a:pt x="256" y="108"/>
                      <a:pt x="255" y="107"/>
                    </a:cubicBezTo>
                    <a:cubicBezTo>
                      <a:pt x="255" y="106"/>
                      <a:pt x="254" y="107"/>
                      <a:pt x="253" y="106"/>
                    </a:cubicBezTo>
                    <a:cubicBezTo>
                      <a:pt x="254" y="107"/>
                      <a:pt x="256" y="101"/>
                      <a:pt x="256" y="100"/>
                    </a:cubicBezTo>
                    <a:cubicBezTo>
                      <a:pt x="256" y="100"/>
                      <a:pt x="257" y="103"/>
                      <a:pt x="257" y="103"/>
                    </a:cubicBezTo>
                    <a:cubicBezTo>
                      <a:pt x="257" y="105"/>
                      <a:pt x="257" y="106"/>
                      <a:pt x="258" y="106"/>
                    </a:cubicBezTo>
                    <a:cubicBezTo>
                      <a:pt x="261" y="106"/>
                      <a:pt x="263" y="105"/>
                      <a:pt x="265" y="105"/>
                    </a:cubicBezTo>
                    <a:cubicBezTo>
                      <a:pt x="266" y="105"/>
                      <a:pt x="272" y="103"/>
                      <a:pt x="270" y="101"/>
                    </a:cubicBezTo>
                    <a:cubicBezTo>
                      <a:pt x="268" y="100"/>
                      <a:pt x="267" y="102"/>
                      <a:pt x="266" y="101"/>
                    </a:cubicBezTo>
                    <a:cubicBezTo>
                      <a:pt x="266" y="100"/>
                      <a:pt x="266" y="100"/>
                      <a:pt x="266" y="99"/>
                    </a:cubicBezTo>
                    <a:cubicBezTo>
                      <a:pt x="267" y="98"/>
                      <a:pt x="266" y="97"/>
                      <a:pt x="265" y="97"/>
                    </a:cubicBezTo>
                    <a:cubicBezTo>
                      <a:pt x="265" y="96"/>
                      <a:pt x="262" y="96"/>
                      <a:pt x="261" y="96"/>
                    </a:cubicBezTo>
                    <a:cubicBezTo>
                      <a:pt x="259" y="96"/>
                      <a:pt x="258" y="98"/>
                      <a:pt x="256" y="96"/>
                    </a:cubicBezTo>
                    <a:cubicBezTo>
                      <a:pt x="260" y="99"/>
                      <a:pt x="262" y="91"/>
                      <a:pt x="266" y="95"/>
                    </a:cubicBezTo>
                    <a:cubicBezTo>
                      <a:pt x="267" y="97"/>
                      <a:pt x="269" y="94"/>
                      <a:pt x="269" y="92"/>
                    </a:cubicBezTo>
                    <a:cubicBezTo>
                      <a:pt x="269" y="91"/>
                      <a:pt x="266" y="88"/>
                      <a:pt x="266" y="88"/>
                    </a:cubicBezTo>
                    <a:cubicBezTo>
                      <a:pt x="266" y="87"/>
                      <a:pt x="269" y="90"/>
                      <a:pt x="269" y="91"/>
                    </a:cubicBezTo>
                    <a:cubicBezTo>
                      <a:pt x="269" y="92"/>
                      <a:pt x="271" y="90"/>
                      <a:pt x="270" y="88"/>
                    </a:cubicBezTo>
                    <a:cubicBezTo>
                      <a:pt x="269" y="87"/>
                      <a:pt x="267" y="85"/>
                      <a:pt x="266" y="84"/>
                    </a:cubicBezTo>
                    <a:cubicBezTo>
                      <a:pt x="264" y="84"/>
                      <a:pt x="261" y="85"/>
                      <a:pt x="259" y="84"/>
                    </a:cubicBezTo>
                    <a:cubicBezTo>
                      <a:pt x="258" y="83"/>
                      <a:pt x="258" y="81"/>
                      <a:pt x="256" y="81"/>
                    </a:cubicBezTo>
                    <a:cubicBezTo>
                      <a:pt x="256" y="80"/>
                      <a:pt x="252" y="81"/>
                      <a:pt x="253" y="80"/>
                    </a:cubicBezTo>
                    <a:cubicBezTo>
                      <a:pt x="254" y="78"/>
                      <a:pt x="254" y="77"/>
                      <a:pt x="256" y="79"/>
                    </a:cubicBezTo>
                    <a:cubicBezTo>
                      <a:pt x="258" y="81"/>
                      <a:pt x="260" y="78"/>
                      <a:pt x="262" y="77"/>
                    </a:cubicBezTo>
                    <a:cubicBezTo>
                      <a:pt x="265" y="75"/>
                      <a:pt x="271" y="81"/>
                      <a:pt x="274" y="78"/>
                    </a:cubicBezTo>
                    <a:cubicBezTo>
                      <a:pt x="275" y="77"/>
                      <a:pt x="275" y="72"/>
                      <a:pt x="272" y="73"/>
                    </a:cubicBezTo>
                    <a:cubicBezTo>
                      <a:pt x="271" y="73"/>
                      <a:pt x="270" y="74"/>
                      <a:pt x="269" y="73"/>
                    </a:cubicBezTo>
                    <a:cubicBezTo>
                      <a:pt x="267" y="73"/>
                      <a:pt x="265" y="72"/>
                      <a:pt x="263" y="70"/>
                    </a:cubicBezTo>
                    <a:cubicBezTo>
                      <a:pt x="260" y="68"/>
                      <a:pt x="271" y="71"/>
                      <a:pt x="271" y="70"/>
                    </a:cubicBezTo>
                    <a:cubicBezTo>
                      <a:pt x="270" y="68"/>
                      <a:pt x="265" y="67"/>
                      <a:pt x="263" y="66"/>
                    </a:cubicBezTo>
                    <a:cubicBezTo>
                      <a:pt x="260" y="65"/>
                      <a:pt x="260" y="66"/>
                      <a:pt x="259" y="68"/>
                    </a:cubicBezTo>
                    <a:cubicBezTo>
                      <a:pt x="259" y="69"/>
                      <a:pt x="257" y="70"/>
                      <a:pt x="256" y="69"/>
                    </a:cubicBezTo>
                    <a:cubicBezTo>
                      <a:pt x="255" y="69"/>
                      <a:pt x="258" y="65"/>
                      <a:pt x="258" y="64"/>
                    </a:cubicBezTo>
                    <a:cubicBezTo>
                      <a:pt x="258" y="63"/>
                      <a:pt x="259" y="61"/>
                      <a:pt x="260" y="60"/>
                    </a:cubicBezTo>
                    <a:cubicBezTo>
                      <a:pt x="260" y="59"/>
                      <a:pt x="260" y="57"/>
                      <a:pt x="261" y="57"/>
                    </a:cubicBezTo>
                    <a:cubicBezTo>
                      <a:pt x="262" y="57"/>
                      <a:pt x="264" y="57"/>
                      <a:pt x="265" y="56"/>
                    </a:cubicBezTo>
                    <a:cubicBezTo>
                      <a:pt x="265" y="56"/>
                      <a:pt x="270" y="51"/>
                      <a:pt x="270" y="52"/>
                    </a:cubicBezTo>
                    <a:cubicBezTo>
                      <a:pt x="270" y="52"/>
                      <a:pt x="268" y="51"/>
                      <a:pt x="268" y="51"/>
                    </a:cubicBezTo>
                    <a:cubicBezTo>
                      <a:pt x="268" y="50"/>
                      <a:pt x="268" y="49"/>
                      <a:pt x="268" y="48"/>
                    </a:cubicBezTo>
                    <a:cubicBezTo>
                      <a:pt x="268" y="46"/>
                      <a:pt x="269" y="46"/>
                      <a:pt x="271" y="46"/>
                    </a:cubicBezTo>
                    <a:cubicBezTo>
                      <a:pt x="273" y="46"/>
                      <a:pt x="281" y="43"/>
                      <a:pt x="276" y="43"/>
                    </a:cubicBezTo>
                    <a:cubicBezTo>
                      <a:pt x="273" y="43"/>
                      <a:pt x="268" y="42"/>
                      <a:pt x="266" y="44"/>
                    </a:cubicBezTo>
                    <a:cubicBezTo>
                      <a:pt x="265" y="45"/>
                      <a:pt x="265" y="47"/>
                      <a:pt x="263" y="46"/>
                    </a:cubicBezTo>
                    <a:cubicBezTo>
                      <a:pt x="261" y="45"/>
                      <a:pt x="263" y="43"/>
                      <a:pt x="264" y="42"/>
                    </a:cubicBezTo>
                    <a:cubicBezTo>
                      <a:pt x="266" y="39"/>
                      <a:pt x="270" y="41"/>
                      <a:pt x="273" y="41"/>
                    </a:cubicBezTo>
                    <a:cubicBezTo>
                      <a:pt x="277" y="41"/>
                      <a:pt x="281" y="42"/>
                      <a:pt x="283" y="38"/>
                    </a:cubicBezTo>
                    <a:cubicBezTo>
                      <a:pt x="284" y="38"/>
                      <a:pt x="280" y="37"/>
                      <a:pt x="280" y="37"/>
                    </a:cubicBezTo>
                    <a:cubicBezTo>
                      <a:pt x="278" y="36"/>
                      <a:pt x="276" y="37"/>
                      <a:pt x="274" y="37"/>
                    </a:cubicBezTo>
                    <a:cubicBezTo>
                      <a:pt x="272" y="37"/>
                      <a:pt x="271" y="36"/>
                      <a:pt x="269" y="36"/>
                    </a:cubicBezTo>
                    <a:cubicBezTo>
                      <a:pt x="268" y="36"/>
                      <a:pt x="266" y="36"/>
                      <a:pt x="265" y="36"/>
                    </a:cubicBezTo>
                    <a:cubicBezTo>
                      <a:pt x="266" y="37"/>
                      <a:pt x="269" y="36"/>
                      <a:pt x="271" y="36"/>
                    </a:cubicBezTo>
                    <a:cubicBezTo>
                      <a:pt x="274" y="36"/>
                      <a:pt x="276" y="35"/>
                      <a:pt x="279" y="35"/>
                    </a:cubicBezTo>
                    <a:cubicBezTo>
                      <a:pt x="283" y="36"/>
                      <a:pt x="285" y="34"/>
                      <a:pt x="288" y="34"/>
                    </a:cubicBezTo>
                    <a:cubicBezTo>
                      <a:pt x="289" y="34"/>
                      <a:pt x="291" y="34"/>
                      <a:pt x="291" y="33"/>
                    </a:cubicBezTo>
                    <a:cubicBezTo>
                      <a:pt x="291" y="33"/>
                      <a:pt x="289" y="31"/>
                      <a:pt x="290" y="31"/>
                    </a:cubicBezTo>
                    <a:cubicBezTo>
                      <a:pt x="295" y="30"/>
                      <a:pt x="300" y="29"/>
                      <a:pt x="304" y="26"/>
                    </a:cubicBezTo>
                    <a:cubicBezTo>
                      <a:pt x="305" y="25"/>
                      <a:pt x="301" y="24"/>
                      <a:pt x="301" y="24"/>
                    </a:cubicBezTo>
                    <a:cubicBezTo>
                      <a:pt x="298" y="23"/>
                      <a:pt x="295" y="22"/>
                      <a:pt x="293" y="22"/>
                    </a:cubicBezTo>
                    <a:cubicBezTo>
                      <a:pt x="287" y="21"/>
                      <a:pt x="282" y="20"/>
                      <a:pt x="277" y="25"/>
                    </a:cubicBezTo>
                    <a:cubicBezTo>
                      <a:pt x="275" y="28"/>
                      <a:pt x="273" y="26"/>
                      <a:pt x="269" y="26"/>
                    </a:cubicBezTo>
                    <a:cubicBezTo>
                      <a:pt x="268" y="26"/>
                      <a:pt x="264" y="29"/>
                      <a:pt x="265" y="26"/>
                    </a:cubicBezTo>
                    <a:cubicBezTo>
                      <a:pt x="265" y="24"/>
                      <a:pt x="260" y="27"/>
                      <a:pt x="259" y="28"/>
                    </a:cubicBezTo>
                    <a:cubicBezTo>
                      <a:pt x="257" y="29"/>
                      <a:pt x="255" y="30"/>
                      <a:pt x="253" y="31"/>
                    </a:cubicBezTo>
                    <a:cubicBezTo>
                      <a:pt x="252" y="31"/>
                      <a:pt x="244" y="37"/>
                      <a:pt x="244" y="37"/>
                    </a:cubicBezTo>
                    <a:cubicBezTo>
                      <a:pt x="242" y="35"/>
                      <a:pt x="264" y="22"/>
                      <a:pt x="251" y="19"/>
                    </a:cubicBezTo>
                    <a:cubicBezTo>
                      <a:pt x="246" y="19"/>
                      <a:pt x="247" y="22"/>
                      <a:pt x="243" y="24"/>
                    </a:cubicBezTo>
                    <a:cubicBezTo>
                      <a:pt x="240" y="25"/>
                      <a:pt x="238" y="25"/>
                      <a:pt x="235" y="26"/>
                    </a:cubicBezTo>
                    <a:cubicBezTo>
                      <a:pt x="234" y="26"/>
                      <a:pt x="229" y="28"/>
                      <a:pt x="228" y="28"/>
                    </a:cubicBezTo>
                    <a:cubicBezTo>
                      <a:pt x="226" y="25"/>
                      <a:pt x="233" y="24"/>
                      <a:pt x="235" y="24"/>
                    </a:cubicBezTo>
                    <a:cubicBezTo>
                      <a:pt x="235" y="23"/>
                      <a:pt x="241" y="22"/>
                      <a:pt x="238" y="21"/>
                    </a:cubicBezTo>
                    <a:cubicBezTo>
                      <a:pt x="235" y="20"/>
                      <a:pt x="232" y="20"/>
                      <a:pt x="229" y="20"/>
                    </a:cubicBezTo>
                    <a:cubicBezTo>
                      <a:pt x="221" y="20"/>
                      <a:pt x="213" y="21"/>
                      <a:pt x="205" y="23"/>
                    </a:cubicBezTo>
                    <a:cubicBezTo>
                      <a:pt x="205" y="23"/>
                      <a:pt x="202" y="25"/>
                      <a:pt x="201" y="24"/>
                    </a:cubicBezTo>
                    <a:cubicBezTo>
                      <a:pt x="201" y="22"/>
                      <a:pt x="200" y="22"/>
                      <a:pt x="202" y="22"/>
                    </a:cubicBezTo>
                    <a:cubicBezTo>
                      <a:pt x="206" y="20"/>
                      <a:pt x="210" y="19"/>
                      <a:pt x="214" y="18"/>
                    </a:cubicBezTo>
                    <a:cubicBezTo>
                      <a:pt x="221" y="17"/>
                      <a:pt x="229" y="18"/>
                      <a:pt x="237" y="18"/>
                    </a:cubicBezTo>
                    <a:cubicBezTo>
                      <a:pt x="239" y="18"/>
                      <a:pt x="241" y="18"/>
                      <a:pt x="243" y="18"/>
                    </a:cubicBezTo>
                    <a:cubicBezTo>
                      <a:pt x="247" y="16"/>
                      <a:pt x="252" y="16"/>
                      <a:pt x="256" y="14"/>
                    </a:cubicBezTo>
                    <a:cubicBezTo>
                      <a:pt x="258" y="14"/>
                      <a:pt x="259" y="13"/>
                      <a:pt x="256" y="12"/>
                    </a:cubicBezTo>
                    <a:cubicBezTo>
                      <a:pt x="254" y="11"/>
                      <a:pt x="250" y="10"/>
                      <a:pt x="248" y="11"/>
                    </a:cubicBezTo>
                    <a:cubicBezTo>
                      <a:pt x="246" y="11"/>
                      <a:pt x="246" y="10"/>
                      <a:pt x="244" y="9"/>
                    </a:cubicBezTo>
                    <a:cubicBezTo>
                      <a:pt x="242" y="9"/>
                      <a:pt x="240" y="11"/>
                      <a:pt x="238" y="11"/>
                    </a:cubicBezTo>
                    <a:cubicBezTo>
                      <a:pt x="238" y="11"/>
                      <a:pt x="240" y="8"/>
                      <a:pt x="241" y="8"/>
                    </a:cubicBezTo>
                    <a:cubicBezTo>
                      <a:pt x="242" y="6"/>
                      <a:pt x="238" y="6"/>
                      <a:pt x="237" y="6"/>
                    </a:cubicBezTo>
                    <a:cubicBezTo>
                      <a:pt x="231" y="7"/>
                      <a:pt x="226" y="7"/>
                      <a:pt x="220" y="6"/>
                    </a:cubicBezTo>
                    <a:cubicBezTo>
                      <a:pt x="215" y="6"/>
                      <a:pt x="211" y="8"/>
                      <a:pt x="206" y="8"/>
                    </a:cubicBezTo>
                    <a:cubicBezTo>
                      <a:pt x="204" y="8"/>
                      <a:pt x="201" y="8"/>
                      <a:pt x="199" y="8"/>
                    </a:cubicBezTo>
                    <a:cubicBezTo>
                      <a:pt x="197" y="9"/>
                      <a:pt x="194" y="8"/>
                      <a:pt x="193" y="9"/>
                    </a:cubicBezTo>
                    <a:cubicBezTo>
                      <a:pt x="196" y="8"/>
                      <a:pt x="199" y="8"/>
                      <a:pt x="202" y="7"/>
                    </a:cubicBezTo>
                    <a:cubicBezTo>
                      <a:pt x="207" y="7"/>
                      <a:pt x="211" y="6"/>
                      <a:pt x="215" y="6"/>
                    </a:cubicBezTo>
                    <a:cubicBezTo>
                      <a:pt x="217" y="6"/>
                      <a:pt x="237" y="6"/>
                      <a:pt x="237" y="4"/>
                    </a:cubicBezTo>
                    <a:cubicBezTo>
                      <a:pt x="236" y="4"/>
                      <a:pt x="233" y="3"/>
                      <a:pt x="232" y="2"/>
                    </a:cubicBezTo>
                    <a:cubicBezTo>
                      <a:pt x="229" y="2"/>
                      <a:pt x="227" y="2"/>
                      <a:pt x="224" y="2"/>
                    </a:cubicBezTo>
                    <a:cubicBezTo>
                      <a:pt x="220" y="2"/>
                      <a:pt x="216" y="1"/>
                      <a:pt x="213" y="0"/>
                    </a:cubicBezTo>
                    <a:cubicBezTo>
                      <a:pt x="206" y="0"/>
                      <a:pt x="200" y="0"/>
                      <a:pt x="194" y="0"/>
                    </a:cubicBezTo>
                    <a:cubicBezTo>
                      <a:pt x="191" y="1"/>
                      <a:pt x="188" y="1"/>
                      <a:pt x="185" y="1"/>
                    </a:cubicBezTo>
                    <a:cubicBezTo>
                      <a:pt x="184" y="1"/>
                      <a:pt x="183" y="3"/>
                      <a:pt x="183" y="3"/>
                    </a:cubicBezTo>
                    <a:cubicBezTo>
                      <a:pt x="181" y="3"/>
                      <a:pt x="179" y="2"/>
                      <a:pt x="177" y="2"/>
                    </a:cubicBezTo>
                    <a:cubicBezTo>
                      <a:pt x="176" y="2"/>
                      <a:pt x="175" y="3"/>
                      <a:pt x="173" y="3"/>
                    </a:cubicBezTo>
                    <a:cubicBezTo>
                      <a:pt x="171" y="3"/>
                      <a:pt x="171" y="4"/>
                      <a:pt x="173" y="4"/>
                    </a:cubicBezTo>
                    <a:cubicBezTo>
                      <a:pt x="176" y="5"/>
                      <a:pt x="179" y="5"/>
                      <a:pt x="181" y="6"/>
                    </a:cubicBezTo>
                    <a:cubicBezTo>
                      <a:pt x="180" y="5"/>
                      <a:pt x="174" y="7"/>
                      <a:pt x="173" y="8"/>
                    </a:cubicBezTo>
                    <a:cubicBezTo>
                      <a:pt x="173" y="8"/>
                      <a:pt x="170" y="8"/>
                      <a:pt x="170" y="8"/>
                    </a:cubicBezTo>
                    <a:cubicBezTo>
                      <a:pt x="170" y="8"/>
                      <a:pt x="172" y="10"/>
                      <a:pt x="172" y="10"/>
                    </a:cubicBezTo>
                    <a:cubicBezTo>
                      <a:pt x="171" y="10"/>
                      <a:pt x="169" y="9"/>
                      <a:pt x="168" y="8"/>
                    </a:cubicBezTo>
                    <a:cubicBezTo>
                      <a:pt x="167" y="7"/>
                      <a:pt x="164" y="8"/>
                      <a:pt x="163" y="8"/>
                    </a:cubicBezTo>
                    <a:cubicBezTo>
                      <a:pt x="160" y="7"/>
                      <a:pt x="157" y="6"/>
                      <a:pt x="154" y="5"/>
                    </a:cubicBezTo>
                    <a:cubicBezTo>
                      <a:pt x="152" y="4"/>
                      <a:pt x="150" y="6"/>
                      <a:pt x="147" y="6"/>
                    </a:cubicBezTo>
                    <a:cubicBezTo>
                      <a:pt x="146" y="6"/>
                      <a:pt x="140" y="5"/>
                      <a:pt x="140" y="7"/>
                    </a:cubicBezTo>
                    <a:cubicBezTo>
                      <a:pt x="139" y="7"/>
                      <a:pt x="153" y="9"/>
                      <a:pt x="155" y="10"/>
                    </a:cubicBezTo>
                    <a:cubicBezTo>
                      <a:pt x="158" y="10"/>
                      <a:pt x="161" y="10"/>
                      <a:pt x="163" y="11"/>
                    </a:cubicBezTo>
                    <a:cubicBezTo>
                      <a:pt x="164" y="11"/>
                      <a:pt x="165" y="11"/>
                      <a:pt x="166" y="12"/>
                    </a:cubicBezTo>
                    <a:cubicBezTo>
                      <a:pt x="166" y="12"/>
                      <a:pt x="166" y="15"/>
                      <a:pt x="166" y="15"/>
                    </a:cubicBezTo>
                    <a:cubicBezTo>
                      <a:pt x="166" y="16"/>
                      <a:pt x="165" y="14"/>
                      <a:pt x="165" y="13"/>
                    </a:cubicBezTo>
                    <a:cubicBezTo>
                      <a:pt x="164" y="12"/>
                      <a:pt x="161" y="12"/>
                      <a:pt x="160" y="11"/>
                    </a:cubicBezTo>
                    <a:cubicBezTo>
                      <a:pt x="160" y="11"/>
                      <a:pt x="157" y="11"/>
                      <a:pt x="157" y="11"/>
                    </a:cubicBezTo>
                    <a:cubicBezTo>
                      <a:pt x="157" y="12"/>
                      <a:pt x="158" y="14"/>
                      <a:pt x="158" y="14"/>
                    </a:cubicBezTo>
                    <a:cubicBezTo>
                      <a:pt x="156" y="14"/>
                      <a:pt x="155" y="11"/>
                      <a:pt x="154" y="11"/>
                    </a:cubicBezTo>
                    <a:cubicBezTo>
                      <a:pt x="152" y="11"/>
                      <a:pt x="150" y="11"/>
                      <a:pt x="148" y="10"/>
                    </a:cubicBezTo>
                    <a:cubicBezTo>
                      <a:pt x="147" y="10"/>
                      <a:pt x="139" y="10"/>
                      <a:pt x="139" y="10"/>
                    </a:cubicBezTo>
                    <a:cubicBezTo>
                      <a:pt x="138" y="12"/>
                      <a:pt x="151" y="17"/>
                      <a:pt x="151" y="17"/>
                    </a:cubicBezTo>
                    <a:cubicBezTo>
                      <a:pt x="151" y="18"/>
                      <a:pt x="146" y="17"/>
                      <a:pt x="146" y="17"/>
                    </a:cubicBezTo>
                    <a:cubicBezTo>
                      <a:pt x="143" y="17"/>
                      <a:pt x="142" y="16"/>
                      <a:pt x="143" y="19"/>
                    </a:cubicBezTo>
                    <a:cubicBezTo>
                      <a:pt x="142" y="19"/>
                      <a:pt x="141" y="18"/>
                      <a:pt x="140" y="17"/>
                    </a:cubicBezTo>
                    <a:cubicBezTo>
                      <a:pt x="140" y="16"/>
                      <a:pt x="142" y="17"/>
                      <a:pt x="143" y="16"/>
                    </a:cubicBezTo>
                    <a:cubicBezTo>
                      <a:pt x="143" y="16"/>
                      <a:pt x="141" y="14"/>
                      <a:pt x="140" y="14"/>
                    </a:cubicBezTo>
                    <a:cubicBezTo>
                      <a:pt x="138" y="13"/>
                      <a:pt x="136" y="12"/>
                      <a:pt x="133" y="12"/>
                    </a:cubicBezTo>
                    <a:cubicBezTo>
                      <a:pt x="132" y="12"/>
                      <a:pt x="130" y="11"/>
                      <a:pt x="129" y="12"/>
                    </a:cubicBezTo>
                    <a:cubicBezTo>
                      <a:pt x="128" y="12"/>
                      <a:pt x="131" y="15"/>
                      <a:pt x="131" y="15"/>
                    </a:cubicBezTo>
                    <a:cubicBezTo>
                      <a:pt x="134" y="17"/>
                      <a:pt x="138" y="17"/>
                      <a:pt x="142" y="20"/>
                    </a:cubicBezTo>
                    <a:cubicBezTo>
                      <a:pt x="143" y="20"/>
                      <a:pt x="144" y="21"/>
                      <a:pt x="143" y="22"/>
                    </a:cubicBezTo>
                    <a:cubicBezTo>
                      <a:pt x="141" y="24"/>
                      <a:pt x="139" y="22"/>
                      <a:pt x="137" y="21"/>
                    </a:cubicBezTo>
                    <a:cubicBezTo>
                      <a:pt x="132" y="18"/>
                      <a:pt x="126" y="16"/>
                      <a:pt x="120" y="15"/>
                    </a:cubicBezTo>
                    <a:cubicBezTo>
                      <a:pt x="117" y="14"/>
                      <a:pt x="114" y="13"/>
                      <a:pt x="111" y="14"/>
                    </a:cubicBezTo>
                    <a:cubicBezTo>
                      <a:pt x="110" y="14"/>
                      <a:pt x="113" y="17"/>
                      <a:pt x="113" y="18"/>
                    </a:cubicBezTo>
                    <a:cubicBezTo>
                      <a:pt x="113" y="18"/>
                      <a:pt x="117" y="21"/>
                      <a:pt x="117" y="21"/>
                    </a:cubicBezTo>
                    <a:cubicBezTo>
                      <a:pt x="117" y="22"/>
                      <a:pt x="111" y="21"/>
                      <a:pt x="111" y="21"/>
                    </a:cubicBezTo>
                    <a:cubicBezTo>
                      <a:pt x="111" y="23"/>
                      <a:pt x="115" y="22"/>
                      <a:pt x="115" y="24"/>
                    </a:cubicBezTo>
                    <a:cubicBezTo>
                      <a:pt x="115" y="24"/>
                      <a:pt x="111" y="23"/>
                      <a:pt x="110" y="22"/>
                    </a:cubicBezTo>
                    <a:cubicBezTo>
                      <a:pt x="108" y="21"/>
                      <a:pt x="106" y="21"/>
                      <a:pt x="103" y="20"/>
                    </a:cubicBezTo>
                    <a:cubicBezTo>
                      <a:pt x="101" y="19"/>
                      <a:pt x="101" y="20"/>
                      <a:pt x="101" y="22"/>
                    </a:cubicBezTo>
                    <a:cubicBezTo>
                      <a:pt x="100" y="23"/>
                      <a:pt x="99" y="23"/>
                      <a:pt x="98" y="23"/>
                    </a:cubicBezTo>
                    <a:cubicBezTo>
                      <a:pt x="98" y="24"/>
                      <a:pt x="98" y="26"/>
                      <a:pt x="97" y="26"/>
                    </a:cubicBezTo>
                    <a:cubicBezTo>
                      <a:pt x="97" y="27"/>
                      <a:pt x="97" y="24"/>
                      <a:pt x="97" y="23"/>
                    </a:cubicBezTo>
                    <a:cubicBezTo>
                      <a:pt x="97" y="22"/>
                      <a:pt x="98" y="21"/>
                      <a:pt x="98" y="20"/>
                    </a:cubicBezTo>
                    <a:cubicBezTo>
                      <a:pt x="97" y="16"/>
                      <a:pt x="93" y="16"/>
                      <a:pt x="90" y="16"/>
                    </a:cubicBezTo>
                    <a:cubicBezTo>
                      <a:pt x="86" y="17"/>
                      <a:pt x="82" y="18"/>
                      <a:pt x="78" y="18"/>
                    </a:cubicBezTo>
                    <a:cubicBezTo>
                      <a:pt x="77" y="19"/>
                      <a:pt x="75" y="19"/>
                      <a:pt x="74" y="19"/>
                    </a:cubicBezTo>
                    <a:cubicBezTo>
                      <a:pt x="74" y="19"/>
                      <a:pt x="69" y="20"/>
                      <a:pt x="69" y="20"/>
                    </a:cubicBezTo>
                    <a:cubicBezTo>
                      <a:pt x="70" y="21"/>
                      <a:pt x="72" y="21"/>
                      <a:pt x="73" y="21"/>
                    </a:cubicBezTo>
                    <a:cubicBezTo>
                      <a:pt x="74" y="22"/>
                      <a:pt x="75" y="23"/>
                      <a:pt x="77" y="24"/>
                    </a:cubicBezTo>
                    <a:cubicBezTo>
                      <a:pt x="77" y="24"/>
                      <a:pt x="81" y="27"/>
                      <a:pt x="81" y="27"/>
                    </a:cubicBezTo>
                    <a:cubicBezTo>
                      <a:pt x="80" y="27"/>
                      <a:pt x="76" y="25"/>
                      <a:pt x="75" y="25"/>
                    </a:cubicBezTo>
                    <a:cubicBezTo>
                      <a:pt x="73" y="24"/>
                      <a:pt x="72" y="22"/>
                      <a:pt x="70" y="22"/>
                    </a:cubicBezTo>
                    <a:cubicBezTo>
                      <a:pt x="67" y="21"/>
                      <a:pt x="64" y="22"/>
                      <a:pt x="61" y="22"/>
                    </a:cubicBezTo>
                    <a:cubicBezTo>
                      <a:pt x="58" y="23"/>
                      <a:pt x="58" y="22"/>
                      <a:pt x="60" y="25"/>
                    </a:cubicBezTo>
                    <a:cubicBezTo>
                      <a:pt x="60" y="26"/>
                      <a:pt x="60" y="29"/>
                      <a:pt x="60" y="30"/>
                    </a:cubicBezTo>
                    <a:cubicBezTo>
                      <a:pt x="60" y="32"/>
                      <a:pt x="56" y="30"/>
                      <a:pt x="55" y="30"/>
                    </a:cubicBezTo>
                    <a:cubicBezTo>
                      <a:pt x="54" y="30"/>
                      <a:pt x="51" y="28"/>
                      <a:pt x="50" y="30"/>
                    </a:cubicBezTo>
                    <a:cubicBezTo>
                      <a:pt x="49" y="31"/>
                      <a:pt x="50" y="34"/>
                      <a:pt x="50" y="34"/>
                    </a:cubicBezTo>
                    <a:cubicBezTo>
                      <a:pt x="49" y="35"/>
                      <a:pt x="48" y="33"/>
                      <a:pt x="47" y="32"/>
                    </a:cubicBezTo>
                    <a:cubicBezTo>
                      <a:pt x="45" y="31"/>
                      <a:pt x="43" y="31"/>
                      <a:pt x="42" y="32"/>
                    </a:cubicBezTo>
                    <a:cubicBezTo>
                      <a:pt x="39" y="34"/>
                      <a:pt x="36" y="36"/>
                      <a:pt x="32" y="37"/>
                    </a:cubicBezTo>
                    <a:cubicBezTo>
                      <a:pt x="31" y="38"/>
                      <a:pt x="34" y="37"/>
                      <a:pt x="32" y="37"/>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0" name="Freeform 777">
                <a:extLst>
                  <a:ext uri="{FF2B5EF4-FFF2-40B4-BE49-F238E27FC236}">
                    <a16:creationId xmlns:a16="http://schemas.microsoft.com/office/drawing/2014/main" id="{C9BDD678-A66D-3C49-A08C-5A23CB707D59}"/>
                  </a:ext>
                </a:extLst>
              </p:cNvPr>
              <p:cNvSpPr>
                <a:spLocks/>
              </p:cNvSpPr>
              <p:nvPr/>
            </p:nvSpPr>
            <p:spPr bwMode="auto">
              <a:xfrm>
                <a:off x="9136497" y="5038398"/>
                <a:ext cx="149682" cy="105124"/>
              </a:xfrm>
              <a:custGeom>
                <a:avLst/>
                <a:gdLst>
                  <a:gd name="T0" fmla="*/ 16 w 16"/>
                  <a:gd name="T1" fmla="*/ 6 h 11"/>
                  <a:gd name="T2" fmla="*/ 11 w 16"/>
                  <a:gd name="T3" fmla="*/ 3 h 11"/>
                  <a:gd name="T4" fmla="*/ 5 w 16"/>
                  <a:gd name="T5" fmla="*/ 1 h 11"/>
                  <a:gd name="T6" fmla="*/ 1 w 16"/>
                  <a:gd name="T7" fmla="*/ 1 h 11"/>
                  <a:gd name="T8" fmla="*/ 3 w 16"/>
                  <a:gd name="T9" fmla="*/ 3 h 11"/>
                  <a:gd name="T10" fmla="*/ 1 w 16"/>
                  <a:gd name="T11" fmla="*/ 7 h 11"/>
                  <a:gd name="T12" fmla="*/ 5 w 16"/>
                  <a:gd name="T13" fmla="*/ 7 h 11"/>
                  <a:gd name="T14" fmla="*/ 5 w 16"/>
                  <a:gd name="T15" fmla="*/ 9 h 11"/>
                  <a:gd name="T16" fmla="*/ 16 w 16"/>
                  <a:gd name="T17" fmla="*/ 6 h 11"/>
                  <a:gd name="T18" fmla="*/ 16 w 16"/>
                  <a:gd name="T1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1">
                    <a:moveTo>
                      <a:pt x="16" y="6"/>
                    </a:moveTo>
                    <a:cubicBezTo>
                      <a:pt x="15" y="5"/>
                      <a:pt x="11" y="3"/>
                      <a:pt x="11" y="3"/>
                    </a:cubicBezTo>
                    <a:cubicBezTo>
                      <a:pt x="9" y="2"/>
                      <a:pt x="7" y="1"/>
                      <a:pt x="5" y="1"/>
                    </a:cubicBezTo>
                    <a:cubicBezTo>
                      <a:pt x="4" y="1"/>
                      <a:pt x="2" y="0"/>
                      <a:pt x="1" y="1"/>
                    </a:cubicBezTo>
                    <a:cubicBezTo>
                      <a:pt x="0" y="2"/>
                      <a:pt x="3" y="3"/>
                      <a:pt x="3" y="3"/>
                    </a:cubicBezTo>
                    <a:cubicBezTo>
                      <a:pt x="2" y="3"/>
                      <a:pt x="0" y="6"/>
                      <a:pt x="1" y="7"/>
                    </a:cubicBezTo>
                    <a:cubicBezTo>
                      <a:pt x="2" y="7"/>
                      <a:pt x="4" y="6"/>
                      <a:pt x="5" y="7"/>
                    </a:cubicBezTo>
                    <a:cubicBezTo>
                      <a:pt x="7" y="8"/>
                      <a:pt x="5" y="8"/>
                      <a:pt x="5" y="9"/>
                    </a:cubicBezTo>
                    <a:cubicBezTo>
                      <a:pt x="5" y="11"/>
                      <a:pt x="16" y="8"/>
                      <a:pt x="16" y="6"/>
                    </a:cubicBezTo>
                    <a:cubicBezTo>
                      <a:pt x="15" y="5"/>
                      <a:pt x="16" y="7"/>
                      <a:pt x="16" y="6"/>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1" name="Freeform 778">
                <a:extLst>
                  <a:ext uri="{FF2B5EF4-FFF2-40B4-BE49-F238E27FC236}">
                    <a16:creationId xmlns:a16="http://schemas.microsoft.com/office/drawing/2014/main" id="{5C68C57B-DCC2-824E-A9BD-789B7C84FABB}"/>
                  </a:ext>
                </a:extLst>
              </p:cNvPr>
              <p:cNvSpPr>
                <a:spLocks/>
              </p:cNvSpPr>
              <p:nvPr/>
            </p:nvSpPr>
            <p:spPr bwMode="auto">
              <a:xfrm>
                <a:off x="9184270" y="4965129"/>
                <a:ext cx="38217" cy="19114"/>
              </a:xfrm>
              <a:custGeom>
                <a:avLst/>
                <a:gdLst>
                  <a:gd name="T0" fmla="*/ 2 w 4"/>
                  <a:gd name="T1" fmla="*/ 2 h 2"/>
                  <a:gd name="T2" fmla="*/ 2 w 4"/>
                  <a:gd name="T3" fmla="*/ 0 h 2"/>
                  <a:gd name="T4" fmla="*/ 2 w 4"/>
                  <a:gd name="T5" fmla="*/ 2 h 2"/>
                </a:gdLst>
                <a:ahLst/>
                <a:cxnLst>
                  <a:cxn ang="0">
                    <a:pos x="T0" y="T1"/>
                  </a:cxn>
                  <a:cxn ang="0">
                    <a:pos x="T2" y="T3"/>
                  </a:cxn>
                  <a:cxn ang="0">
                    <a:pos x="T4" y="T5"/>
                  </a:cxn>
                </a:cxnLst>
                <a:rect l="0" t="0" r="r" b="b"/>
                <a:pathLst>
                  <a:path w="4" h="2">
                    <a:moveTo>
                      <a:pt x="2" y="2"/>
                    </a:moveTo>
                    <a:cubicBezTo>
                      <a:pt x="0" y="2"/>
                      <a:pt x="1" y="0"/>
                      <a:pt x="2" y="0"/>
                    </a:cubicBezTo>
                    <a:cubicBezTo>
                      <a:pt x="3" y="0"/>
                      <a:pt x="4" y="2"/>
                      <a:pt x="2"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2" name="Freeform 779">
                <a:extLst>
                  <a:ext uri="{FF2B5EF4-FFF2-40B4-BE49-F238E27FC236}">
                    <a16:creationId xmlns:a16="http://schemas.microsoft.com/office/drawing/2014/main" id="{9B6CD754-06B7-2F41-AD21-5DC86B8262E0}"/>
                  </a:ext>
                </a:extLst>
              </p:cNvPr>
              <p:cNvSpPr>
                <a:spLocks/>
              </p:cNvSpPr>
              <p:nvPr/>
            </p:nvSpPr>
            <p:spPr bwMode="auto">
              <a:xfrm>
                <a:off x="9212932" y="3859745"/>
                <a:ext cx="101909" cy="57338"/>
              </a:xfrm>
              <a:custGeom>
                <a:avLst/>
                <a:gdLst>
                  <a:gd name="T0" fmla="*/ 9 w 11"/>
                  <a:gd name="T1" fmla="*/ 4 h 6"/>
                  <a:gd name="T2" fmla="*/ 9 w 11"/>
                  <a:gd name="T3" fmla="*/ 5 h 6"/>
                  <a:gd name="T4" fmla="*/ 3 w 11"/>
                  <a:gd name="T5" fmla="*/ 4 h 6"/>
                  <a:gd name="T6" fmla="*/ 2 w 11"/>
                  <a:gd name="T7" fmla="*/ 1 h 6"/>
                  <a:gd name="T8" fmla="*/ 9 w 11"/>
                  <a:gd name="T9" fmla="*/ 4 h 6"/>
                  <a:gd name="T10" fmla="*/ 9 w 11"/>
                  <a:gd name="T11" fmla="*/ 4 h 6"/>
                </a:gdLst>
                <a:ahLst/>
                <a:cxnLst>
                  <a:cxn ang="0">
                    <a:pos x="T0" y="T1"/>
                  </a:cxn>
                  <a:cxn ang="0">
                    <a:pos x="T2" y="T3"/>
                  </a:cxn>
                  <a:cxn ang="0">
                    <a:pos x="T4" y="T5"/>
                  </a:cxn>
                  <a:cxn ang="0">
                    <a:pos x="T6" y="T7"/>
                  </a:cxn>
                  <a:cxn ang="0">
                    <a:pos x="T8" y="T9"/>
                  </a:cxn>
                  <a:cxn ang="0">
                    <a:pos x="T10" y="T11"/>
                  </a:cxn>
                </a:cxnLst>
                <a:rect l="0" t="0" r="r" b="b"/>
                <a:pathLst>
                  <a:path w="11" h="6">
                    <a:moveTo>
                      <a:pt x="9" y="4"/>
                    </a:moveTo>
                    <a:cubicBezTo>
                      <a:pt x="11" y="5"/>
                      <a:pt x="11" y="6"/>
                      <a:pt x="9" y="5"/>
                    </a:cubicBezTo>
                    <a:cubicBezTo>
                      <a:pt x="7" y="5"/>
                      <a:pt x="4" y="4"/>
                      <a:pt x="3" y="4"/>
                    </a:cubicBezTo>
                    <a:cubicBezTo>
                      <a:pt x="2" y="3"/>
                      <a:pt x="0" y="0"/>
                      <a:pt x="2" y="1"/>
                    </a:cubicBezTo>
                    <a:cubicBezTo>
                      <a:pt x="4" y="2"/>
                      <a:pt x="7" y="3"/>
                      <a:pt x="9" y="4"/>
                    </a:cubicBezTo>
                    <a:cubicBezTo>
                      <a:pt x="11" y="5"/>
                      <a:pt x="7" y="3"/>
                      <a:pt x="9"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3" name="Freeform 780">
                <a:extLst>
                  <a:ext uri="{FF2B5EF4-FFF2-40B4-BE49-F238E27FC236}">
                    <a16:creationId xmlns:a16="http://schemas.microsoft.com/office/drawing/2014/main" id="{203FC4FD-4B73-C248-81C2-008F8DC3C128}"/>
                  </a:ext>
                </a:extLst>
              </p:cNvPr>
              <p:cNvSpPr>
                <a:spLocks/>
              </p:cNvSpPr>
              <p:nvPr/>
            </p:nvSpPr>
            <p:spPr bwMode="auto">
              <a:xfrm>
                <a:off x="9528218" y="3776918"/>
                <a:ext cx="76432" cy="44598"/>
              </a:xfrm>
              <a:custGeom>
                <a:avLst/>
                <a:gdLst>
                  <a:gd name="T0" fmla="*/ 8 w 8"/>
                  <a:gd name="T1" fmla="*/ 3 h 5"/>
                  <a:gd name="T2" fmla="*/ 0 w 8"/>
                  <a:gd name="T3" fmla="*/ 2 h 5"/>
                  <a:gd name="T4" fmla="*/ 8 w 8"/>
                  <a:gd name="T5" fmla="*/ 3 h 5"/>
                </a:gdLst>
                <a:ahLst/>
                <a:cxnLst>
                  <a:cxn ang="0">
                    <a:pos x="T0" y="T1"/>
                  </a:cxn>
                  <a:cxn ang="0">
                    <a:pos x="T2" y="T3"/>
                  </a:cxn>
                  <a:cxn ang="0">
                    <a:pos x="T4" y="T5"/>
                  </a:cxn>
                </a:cxnLst>
                <a:rect l="0" t="0" r="r" b="b"/>
                <a:pathLst>
                  <a:path w="8" h="5">
                    <a:moveTo>
                      <a:pt x="8" y="3"/>
                    </a:moveTo>
                    <a:cubicBezTo>
                      <a:pt x="8" y="5"/>
                      <a:pt x="0" y="4"/>
                      <a:pt x="0" y="2"/>
                    </a:cubicBezTo>
                    <a:cubicBezTo>
                      <a:pt x="0" y="0"/>
                      <a:pt x="8" y="1"/>
                      <a:pt x="8"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4" name="Freeform 782">
                <a:extLst>
                  <a:ext uri="{FF2B5EF4-FFF2-40B4-BE49-F238E27FC236}">
                    <a16:creationId xmlns:a16="http://schemas.microsoft.com/office/drawing/2014/main" id="{37225409-8795-4E4D-98DA-EB3C1433B31E}"/>
                  </a:ext>
                </a:extLst>
              </p:cNvPr>
              <p:cNvSpPr>
                <a:spLocks/>
              </p:cNvSpPr>
              <p:nvPr/>
            </p:nvSpPr>
            <p:spPr bwMode="auto">
              <a:xfrm>
                <a:off x="10735225" y="3897972"/>
                <a:ext cx="54142" cy="38227"/>
              </a:xfrm>
              <a:custGeom>
                <a:avLst/>
                <a:gdLst>
                  <a:gd name="T0" fmla="*/ 5 w 6"/>
                  <a:gd name="T1" fmla="*/ 3 h 4"/>
                  <a:gd name="T2" fmla="*/ 1 w 6"/>
                  <a:gd name="T3" fmla="*/ 0 h 4"/>
                  <a:gd name="T4" fmla="*/ 5 w 6"/>
                  <a:gd name="T5" fmla="*/ 3 h 4"/>
                </a:gdLst>
                <a:ahLst/>
                <a:cxnLst>
                  <a:cxn ang="0">
                    <a:pos x="T0" y="T1"/>
                  </a:cxn>
                  <a:cxn ang="0">
                    <a:pos x="T2" y="T3"/>
                  </a:cxn>
                  <a:cxn ang="0">
                    <a:pos x="T4" y="T5"/>
                  </a:cxn>
                </a:cxnLst>
                <a:rect l="0" t="0" r="r" b="b"/>
                <a:pathLst>
                  <a:path w="6" h="4">
                    <a:moveTo>
                      <a:pt x="5" y="3"/>
                    </a:moveTo>
                    <a:cubicBezTo>
                      <a:pt x="4" y="4"/>
                      <a:pt x="0" y="0"/>
                      <a:pt x="1" y="0"/>
                    </a:cubicBezTo>
                    <a:cubicBezTo>
                      <a:pt x="2" y="0"/>
                      <a:pt x="6" y="2"/>
                      <a:pt x="5" y="3"/>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5" name="Freeform 783">
                <a:extLst>
                  <a:ext uri="{FF2B5EF4-FFF2-40B4-BE49-F238E27FC236}">
                    <a16:creationId xmlns:a16="http://schemas.microsoft.com/office/drawing/2014/main" id="{275BEB78-1DF2-0649-9BEE-D2ECBC570C17}"/>
                  </a:ext>
                </a:extLst>
              </p:cNvPr>
              <p:cNvSpPr>
                <a:spLocks/>
              </p:cNvSpPr>
              <p:nvPr/>
            </p:nvSpPr>
            <p:spPr bwMode="auto">
              <a:xfrm>
                <a:off x="10808475" y="3936197"/>
                <a:ext cx="47770" cy="9558"/>
              </a:xfrm>
              <a:custGeom>
                <a:avLst/>
                <a:gdLst>
                  <a:gd name="T0" fmla="*/ 4 w 5"/>
                  <a:gd name="T1" fmla="*/ 1 h 1"/>
                  <a:gd name="T2" fmla="*/ 2 w 5"/>
                  <a:gd name="T3" fmla="*/ 0 h 1"/>
                  <a:gd name="T4" fmla="*/ 4 w 5"/>
                  <a:gd name="T5" fmla="*/ 1 h 1"/>
                </a:gdLst>
                <a:ahLst/>
                <a:cxnLst>
                  <a:cxn ang="0">
                    <a:pos x="T0" y="T1"/>
                  </a:cxn>
                  <a:cxn ang="0">
                    <a:pos x="T2" y="T3"/>
                  </a:cxn>
                  <a:cxn ang="0">
                    <a:pos x="T4" y="T5"/>
                  </a:cxn>
                </a:cxnLst>
                <a:rect l="0" t="0" r="r" b="b"/>
                <a:pathLst>
                  <a:path w="5" h="1">
                    <a:moveTo>
                      <a:pt x="4" y="1"/>
                    </a:moveTo>
                    <a:cubicBezTo>
                      <a:pt x="2" y="1"/>
                      <a:pt x="0" y="0"/>
                      <a:pt x="2" y="0"/>
                    </a:cubicBezTo>
                    <a:cubicBezTo>
                      <a:pt x="3" y="0"/>
                      <a:pt x="5" y="1"/>
                      <a:pt x="4"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6" name="Freeform 784">
                <a:extLst>
                  <a:ext uri="{FF2B5EF4-FFF2-40B4-BE49-F238E27FC236}">
                    <a16:creationId xmlns:a16="http://schemas.microsoft.com/office/drawing/2014/main" id="{DFB49345-9A63-9643-804F-D9D9BC3DB56A}"/>
                  </a:ext>
                </a:extLst>
              </p:cNvPr>
              <p:cNvSpPr>
                <a:spLocks/>
              </p:cNvSpPr>
              <p:nvPr/>
            </p:nvSpPr>
            <p:spPr bwMode="auto">
              <a:xfrm>
                <a:off x="10808475" y="4468183"/>
                <a:ext cx="38217" cy="66896"/>
              </a:xfrm>
              <a:custGeom>
                <a:avLst/>
                <a:gdLst>
                  <a:gd name="T0" fmla="*/ 2 w 4"/>
                  <a:gd name="T1" fmla="*/ 0 h 7"/>
                  <a:gd name="T2" fmla="*/ 4 w 4"/>
                  <a:gd name="T3" fmla="*/ 7 h 7"/>
                  <a:gd name="T4" fmla="*/ 2 w 4"/>
                  <a:gd name="T5" fmla="*/ 0 h 7"/>
                </a:gdLst>
                <a:ahLst/>
                <a:cxnLst>
                  <a:cxn ang="0">
                    <a:pos x="T0" y="T1"/>
                  </a:cxn>
                  <a:cxn ang="0">
                    <a:pos x="T2" y="T3"/>
                  </a:cxn>
                  <a:cxn ang="0">
                    <a:pos x="T4" y="T5"/>
                  </a:cxn>
                </a:cxnLst>
                <a:rect l="0" t="0" r="r" b="b"/>
                <a:pathLst>
                  <a:path w="4" h="7">
                    <a:moveTo>
                      <a:pt x="2" y="0"/>
                    </a:moveTo>
                    <a:cubicBezTo>
                      <a:pt x="0" y="0"/>
                      <a:pt x="3" y="7"/>
                      <a:pt x="4" y="7"/>
                    </a:cubicBezTo>
                    <a:cubicBezTo>
                      <a:pt x="4" y="7"/>
                      <a:pt x="3" y="0"/>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7" name="Freeform 785">
                <a:extLst>
                  <a:ext uri="{FF2B5EF4-FFF2-40B4-BE49-F238E27FC236}">
                    <a16:creationId xmlns:a16="http://schemas.microsoft.com/office/drawing/2014/main" id="{5927DB09-5640-5641-B41E-4BF2AACF0DCA}"/>
                  </a:ext>
                </a:extLst>
              </p:cNvPr>
              <p:cNvSpPr>
                <a:spLocks/>
              </p:cNvSpPr>
              <p:nvPr/>
            </p:nvSpPr>
            <p:spPr bwMode="auto">
              <a:xfrm>
                <a:off x="10827583" y="4589232"/>
                <a:ext cx="63695" cy="38227"/>
              </a:xfrm>
              <a:custGeom>
                <a:avLst/>
                <a:gdLst>
                  <a:gd name="T0" fmla="*/ 1 w 7"/>
                  <a:gd name="T1" fmla="*/ 0 h 4"/>
                  <a:gd name="T2" fmla="*/ 1 w 7"/>
                  <a:gd name="T3" fmla="*/ 4 h 4"/>
                  <a:gd name="T4" fmla="*/ 5 w 7"/>
                  <a:gd name="T5" fmla="*/ 4 h 4"/>
                  <a:gd name="T6" fmla="*/ 1 w 7"/>
                  <a:gd name="T7" fmla="*/ 0 h 4"/>
                  <a:gd name="T8" fmla="*/ 1 w 7"/>
                  <a:gd name="T9" fmla="*/ 0 h 4"/>
                </a:gdLst>
                <a:ahLst/>
                <a:cxnLst>
                  <a:cxn ang="0">
                    <a:pos x="T0" y="T1"/>
                  </a:cxn>
                  <a:cxn ang="0">
                    <a:pos x="T2" y="T3"/>
                  </a:cxn>
                  <a:cxn ang="0">
                    <a:pos x="T4" y="T5"/>
                  </a:cxn>
                  <a:cxn ang="0">
                    <a:pos x="T6" y="T7"/>
                  </a:cxn>
                  <a:cxn ang="0">
                    <a:pos x="T8" y="T9"/>
                  </a:cxn>
                </a:cxnLst>
                <a:rect l="0" t="0" r="r" b="b"/>
                <a:pathLst>
                  <a:path w="7" h="4">
                    <a:moveTo>
                      <a:pt x="1" y="0"/>
                    </a:moveTo>
                    <a:cubicBezTo>
                      <a:pt x="0" y="1"/>
                      <a:pt x="0" y="3"/>
                      <a:pt x="1" y="4"/>
                    </a:cubicBezTo>
                    <a:cubicBezTo>
                      <a:pt x="2" y="4"/>
                      <a:pt x="3" y="4"/>
                      <a:pt x="5" y="4"/>
                    </a:cubicBezTo>
                    <a:cubicBezTo>
                      <a:pt x="7" y="4"/>
                      <a:pt x="1" y="0"/>
                      <a:pt x="1" y="0"/>
                    </a:cubicBezTo>
                    <a:cubicBezTo>
                      <a:pt x="0" y="1"/>
                      <a:pt x="1" y="0"/>
                      <a:pt x="1"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8" name="Freeform 786">
                <a:extLst>
                  <a:ext uri="{FF2B5EF4-FFF2-40B4-BE49-F238E27FC236}">
                    <a16:creationId xmlns:a16="http://schemas.microsoft.com/office/drawing/2014/main" id="{AE6EB726-3DB1-7D4B-86C9-7384C8E7C024}"/>
                  </a:ext>
                </a:extLst>
              </p:cNvPr>
              <p:cNvSpPr>
                <a:spLocks/>
              </p:cNvSpPr>
              <p:nvPr/>
            </p:nvSpPr>
            <p:spPr bwMode="auto">
              <a:xfrm>
                <a:off x="10566434" y="4796294"/>
                <a:ext cx="159235" cy="92380"/>
              </a:xfrm>
              <a:custGeom>
                <a:avLst/>
                <a:gdLst>
                  <a:gd name="T0" fmla="*/ 0 w 17"/>
                  <a:gd name="T1" fmla="*/ 4 h 10"/>
                  <a:gd name="T2" fmla="*/ 10 w 17"/>
                  <a:gd name="T3" fmla="*/ 2 h 10"/>
                  <a:gd name="T4" fmla="*/ 8 w 17"/>
                  <a:gd name="T5" fmla="*/ 4 h 10"/>
                  <a:gd name="T6" fmla="*/ 12 w 17"/>
                  <a:gd name="T7" fmla="*/ 7 h 10"/>
                  <a:gd name="T8" fmla="*/ 9 w 17"/>
                  <a:gd name="T9" fmla="*/ 7 h 10"/>
                  <a:gd name="T10" fmla="*/ 11 w 17"/>
                  <a:gd name="T11" fmla="*/ 10 h 10"/>
                  <a:gd name="T12" fmla="*/ 8 w 17"/>
                  <a:gd name="T13" fmla="*/ 9 h 10"/>
                  <a:gd name="T14" fmla="*/ 0 w 17"/>
                  <a:gd name="T15" fmla="*/ 4 h 10"/>
                  <a:gd name="T16" fmla="*/ 0 w 17"/>
                  <a:gd name="T1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0" y="4"/>
                    </a:moveTo>
                    <a:cubicBezTo>
                      <a:pt x="1" y="0"/>
                      <a:pt x="7" y="2"/>
                      <a:pt x="10" y="2"/>
                    </a:cubicBezTo>
                    <a:cubicBezTo>
                      <a:pt x="17" y="3"/>
                      <a:pt x="8" y="4"/>
                      <a:pt x="8" y="4"/>
                    </a:cubicBezTo>
                    <a:cubicBezTo>
                      <a:pt x="8" y="6"/>
                      <a:pt x="12" y="5"/>
                      <a:pt x="12" y="7"/>
                    </a:cubicBezTo>
                    <a:cubicBezTo>
                      <a:pt x="12" y="7"/>
                      <a:pt x="10" y="6"/>
                      <a:pt x="9" y="7"/>
                    </a:cubicBezTo>
                    <a:cubicBezTo>
                      <a:pt x="9" y="7"/>
                      <a:pt x="12" y="10"/>
                      <a:pt x="11" y="10"/>
                    </a:cubicBezTo>
                    <a:cubicBezTo>
                      <a:pt x="10" y="10"/>
                      <a:pt x="9" y="9"/>
                      <a:pt x="8" y="9"/>
                    </a:cubicBezTo>
                    <a:cubicBezTo>
                      <a:pt x="6" y="8"/>
                      <a:pt x="0" y="7"/>
                      <a:pt x="0" y="4"/>
                    </a:cubicBezTo>
                    <a:cubicBezTo>
                      <a:pt x="0" y="3"/>
                      <a:pt x="0" y="7"/>
                      <a:pt x="0"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09" name="Freeform 787">
                <a:extLst>
                  <a:ext uri="{FF2B5EF4-FFF2-40B4-BE49-F238E27FC236}">
                    <a16:creationId xmlns:a16="http://schemas.microsoft.com/office/drawing/2014/main" id="{3FCC88E3-0519-D441-B40D-E763ABB7A613}"/>
                  </a:ext>
                </a:extLst>
              </p:cNvPr>
              <p:cNvSpPr>
                <a:spLocks/>
              </p:cNvSpPr>
              <p:nvPr/>
            </p:nvSpPr>
            <p:spPr bwMode="auto">
              <a:xfrm>
                <a:off x="10537774" y="4777183"/>
                <a:ext cx="82803" cy="28672"/>
              </a:xfrm>
              <a:custGeom>
                <a:avLst/>
                <a:gdLst>
                  <a:gd name="T0" fmla="*/ 8 w 9"/>
                  <a:gd name="T1" fmla="*/ 1 h 3"/>
                  <a:gd name="T2" fmla="*/ 5 w 9"/>
                  <a:gd name="T3" fmla="*/ 0 h 3"/>
                  <a:gd name="T4" fmla="*/ 0 w 9"/>
                  <a:gd name="T5" fmla="*/ 0 h 3"/>
                  <a:gd name="T6" fmla="*/ 8 w 9"/>
                  <a:gd name="T7" fmla="*/ 1 h 3"/>
                  <a:gd name="T8" fmla="*/ 8 w 9"/>
                  <a:gd name="T9" fmla="*/ 1 h 3"/>
                </a:gdLst>
                <a:ahLst/>
                <a:cxnLst>
                  <a:cxn ang="0">
                    <a:pos x="T0" y="T1"/>
                  </a:cxn>
                  <a:cxn ang="0">
                    <a:pos x="T2" y="T3"/>
                  </a:cxn>
                  <a:cxn ang="0">
                    <a:pos x="T4" y="T5"/>
                  </a:cxn>
                  <a:cxn ang="0">
                    <a:pos x="T6" y="T7"/>
                  </a:cxn>
                  <a:cxn ang="0">
                    <a:pos x="T8" y="T9"/>
                  </a:cxn>
                </a:cxnLst>
                <a:rect l="0" t="0" r="r" b="b"/>
                <a:pathLst>
                  <a:path w="9" h="3">
                    <a:moveTo>
                      <a:pt x="8" y="1"/>
                    </a:moveTo>
                    <a:cubicBezTo>
                      <a:pt x="9" y="1"/>
                      <a:pt x="5" y="0"/>
                      <a:pt x="5" y="0"/>
                    </a:cubicBezTo>
                    <a:cubicBezTo>
                      <a:pt x="3" y="0"/>
                      <a:pt x="1" y="0"/>
                      <a:pt x="0" y="0"/>
                    </a:cubicBezTo>
                    <a:cubicBezTo>
                      <a:pt x="2" y="0"/>
                      <a:pt x="6" y="3"/>
                      <a:pt x="8" y="1"/>
                    </a:cubicBezTo>
                    <a:cubicBezTo>
                      <a:pt x="9" y="1"/>
                      <a:pt x="7" y="2"/>
                      <a:pt x="8"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0" name="Freeform 788">
                <a:extLst>
                  <a:ext uri="{FF2B5EF4-FFF2-40B4-BE49-F238E27FC236}">
                    <a16:creationId xmlns:a16="http://schemas.microsoft.com/office/drawing/2014/main" id="{60CDCA13-8F11-BC43-AF35-BE90FFAD8321}"/>
                  </a:ext>
                </a:extLst>
              </p:cNvPr>
              <p:cNvSpPr>
                <a:spLocks/>
              </p:cNvSpPr>
              <p:nvPr/>
            </p:nvSpPr>
            <p:spPr bwMode="auto">
              <a:xfrm>
                <a:off x="10407201" y="4974685"/>
                <a:ext cx="121018" cy="63711"/>
              </a:xfrm>
              <a:custGeom>
                <a:avLst/>
                <a:gdLst>
                  <a:gd name="T0" fmla="*/ 12 w 13"/>
                  <a:gd name="T1" fmla="*/ 4 h 7"/>
                  <a:gd name="T2" fmla="*/ 12 w 13"/>
                  <a:gd name="T3" fmla="*/ 1 h 7"/>
                  <a:gd name="T4" fmla="*/ 7 w 13"/>
                  <a:gd name="T5" fmla="*/ 2 h 7"/>
                  <a:gd name="T6" fmla="*/ 3 w 13"/>
                  <a:gd name="T7" fmla="*/ 3 h 7"/>
                  <a:gd name="T8" fmla="*/ 0 w 13"/>
                  <a:gd name="T9" fmla="*/ 5 h 7"/>
                  <a:gd name="T10" fmla="*/ 12 w 13"/>
                  <a:gd name="T11" fmla="*/ 4 h 7"/>
                  <a:gd name="T12" fmla="*/ 12 w 13"/>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13" h="7">
                    <a:moveTo>
                      <a:pt x="12" y="4"/>
                    </a:moveTo>
                    <a:cubicBezTo>
                      <a:pt x="13" y="3"/>
                      <a:pt x="13" y="2"/>
                      <a:pt x="12" y="1"/>
                    </a:cubicBezTo>
                    <a:cubicBezTo>
                      <a:pt x="11" y="0"/>
                      <a:pt x="8" y="1"/>
                      <a:pt x="7" y="2"/>
                    </a:cubicBezTo>
                    <a:cubicBezTo>
                      <a:pt x="6" y="2"/>
                      <a:pt x="4" y="2"/>
                      <a:pt x="3" y="3"/>
                    </a:cubicBezTo>
                    <a:cubicBezTo>
                      <a:pt x="3" y="3"/>
                      <a:pt x="0" y="5"/>
                      <a:pt x="0" y="5"/>
                    </a:cubicBezTo>
                    <a:cubicBezTo>
                      <a:pt x="3" y="7"/>
                      <a:pt x="10" y="6"/>
                      <a:pt x="12" y="4"/>
                    </a:cubicBezTo>
                    <a:cubicBezTo>
                      <a:pt x="13" y="3"/>
                      <a:pt x="9" y="6"/>
                      <a:pt x="12" y="4"/>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1" name="Freeform 789">
                <a:extLst>
                  <a:ext uri="{FF2B5EF4-FFF2-40B4-BE49-F238E27FC236}">
                    <a16:creationId xmlns:a16="http://schemas.microsoft.com/office/drawing/2014/main" id="{CDBAB6C6-BCA0-7747-998D-C4D187F910E2}"/>
                  </a:ext>
                </a:extLst>
              </p:cNvPr>
              <p:cNvSpPr>
                <a:spLocks/>
              </p:cNvSpPr>
              <p:nvPr/>
            </p:nvSpPr>
            <p:spPr bwMode="auto">
              <a:xfrm>
                <a:off x="9305288" y="5067067"/>
                <a:ext cx="38217" cy="57338"/>
              </a:xfrm>
              <a:custGeom>
                <a:avLst/>
                <a:gdLst>
                  <a:gd name="T0" fmla="*/ 3 w 4"/>
                  <a:gd name="T1" fmla="*/ 2 h 6"/>
                  <a:gd name="T2" fmla="*/ 1 w 4"/>
                  <a:gd name="T3" fmla="*/ 3 h 6"/>
                  <a:gd name="T4" fmla="*/ 3 w 4"/>
                  <a:gd name="T5" fmla="*/ 2 h 6"/>
                  <a:gd name="T6" fmla="*/ 3 w 4"/>
                  <a:gd name="T7" fmla="*/ 2 h 6"/>
                </a:gdLst>
                <a:ahLst/>
                <a:cxnLst>
                  <a:cxn ang="0">
                    <a:pos x="T0" y="T1"/>
                  </a:cxn>
                  <a:cxn ang="0">
                    <a:pos x="T2" y="T3"/>
                  </a:cxn>
                  <a:cxn ang="0">
                    <a:pos x="T4" y="T5"/>
                  </a:cxn>
                  <a:cxn ang="0">
                    <a:pos x="T6" y="T7"/>
                  </a:cxn>
                </a:cxnLst>
                <a:rect l="0" t="0" r="r" b="b"/>
                <a:pathLst>
                  <a:path w="4" h="6">
                    <a:moveTo>
                      <a:pt x="3" y="2"/>
                    </a:moveTo>
                    <a:cubicBezTo>
                      <a:pt x="2" y="0"/>
                      <a:pt x="1" y="1"/>
                      <a:pt x="1" y="3"/>
                    </a:cubicBezTo>
                    <a:cubicBezTo>
                      <a:pt x="0" y="6"/>
                      <a:pt x="4" y="4"/>
                      <a:pt x="3" y="2"/>
                    </a:cubicBezTo>
                    <a:cubicBezTo>
                      <a:pt x="3" y="2"/>
                      <a:pt x="4" y="3"/>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2" name="Freeform 790">
                <a:extLst>
                  <a:ext uri="{FF2B5EF4-FFF2-40B4-BE49-F238E27FC236}">
                    <a16:creationId xmlns:a16="http://schemas.microsoft.com/office/drawing/2014/main" id="{4C150778-48FA-2C45-B81F-F420E4813261}"/>
                  </a:ext>
                </a:extLst>
              </p:cNvPr>
              <p:cNvSpPr>
                <a:spLocks/>
              </p:cNvSpPr>
              <p:nvPr/>
            </p:nvSpPr>
            <p:spPr bwMode="auto">
              <a:xfrm>
                <a:off x="9222485" y="4946016"/>
                <a:ext cx="35033" cy="38227"/>
              </a:xfrm>
              <a:custGeom>
                <a:avLst/>
                <a:gdLst>
                  <a:gd name="T0" fmla="*/ 4 w 4"/>
                  <a:gd name="T1" fmla="*/ 2 h 4"/>
                  <a:gd name="T2" fmla="*/ 1 w 4"/>
                  <a:gd name="T3" fmla="*/ 1 h 4"/>
                  <a:gd name="T4" fmla="*/ 4 w 4"/>
                  <a:gd name="T5" fmla="*/ 2 h 4"/>
                  <a:gd name="T6" fmla="*/ 4 w 4"/>
                  <a:gd name="T7" fmla="*/ 2 h 4"/>
                </a:gdLst>
                <a:ahLst/>
                <a:cxnLst>
                  <a:cxn ang="0">
                    <a:pos x="T0" y="T1"/>
                  </a:cxn>
                  <a:cxn ang="0">
                    <a:pos x="T2" y="T3"/>
                  </a:cxn>
                  <a:cxn ang="0">
                    <a:pos x="T4" y="T5"/>
                  </a:cxn>
                  <a:cxn ang="0">
                    <a:pos x="T6" y="T7"/>
                  </a:cxn>
                </a:cxnLst>
                <a:rect l="0" t="0" r="r" b="b"/>
                <a:pathLst>
                  <a:path w="4" h="4">
                    <a:moveTo>
                      <a:pt x="4" y="2"/>
                    </a:moveTo>
                    <a:cubicBezTo>
                      <a:pt x="3" y="2"/>
                      <a:pt x="1" y="0"/>
                      <a:pt x="1" y="1"/>
                    </a:cubicBezTo>
                    <a:cubicBezTo>
                      <a:pt x="0" y="4"/>
                      <a:pt x="4" y="2"/>
                      <a:pt x="4" y="2"/>
                    </a:cubicBezTo>
                    <a:cubicBezTo>
                      <a:pt x="3" y="2"/>
                      <a:pt x="4" y="2"/>
                      <a:pt x="4"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3" name="Freeform 791">
                <a:extLst>
                  <a:ext uri="{FF2B5EF4-FFF2-40B4-BE49-F238E27FC236}">
                    <a16:creationId xmlns:a16="http://schemas.microsoft.com/office/drawing/2014/main" id="{CB47BCED-71D8-1440-83D6-EDC10A9EF8F4}"/>
                  </a:ext>
                </a:extLst>
              </p:cNvPr>
              <p:cNvSpPr>
                <a:spLocks/>
              </p:cNvSpPr>
              <p:nvPr/>
            </p:nvSpPr>
            <p:spPr bwMode="auto">
              <a:xfrm>
                <a:off x="10865798" y="4347133"/>
                <a:ext cx="19109" cy="19114"/>
              </a:xfrm>
              <a:custGeom>
                <a:avLst/>
                <a:gdLst>
                  <a:gd name="T0" fmla="*/ 2 w 2"/>
                  <a:gd name="T1" fmla="*/ 1 h 2"/>
                  <a:gd name="T2" fmla="*/ 0 w 2"/>
                  <a:gd name="T3" fmla="*/ 2 h 2"/>
                  <a:gd name="T4" fmla="*/ 2 w 2"/>
                  <a:gd name="T5" fmla="*/ 1 h 2"/>
                </a:gdLst>
                <a:ahLst/>
                <a:cxnLst>
                  <a:cxn ang="0">
                    <a:pos x="T0" y="T1"/>
                  </a:cxn>
                  <a:cxn ang="0">
                    <a:pos x="T2" y="T3"/>
                  </a:cxn>
                  <a:cxn ang="0">
                    <a:pos x="T4" y="T5"/>
                  </a:cxn>
                </a:cxnLst>
                <a:rect l="0" t="0" r="r" b="b"/>
                <a:pathLst>
                  <a:path w="2" h="2">
                    <a:moveTo>
                      <a:pt x="2" y="1"/>
                    </a:moveTo>
                    <a:cubicBezTo>
                      <a:pt x="2" y="0"/>
                      <a:pt x="0" y="1"/>
                      <a:pt x="0" y="2"/>
                    </a:cubicBezTo>
                    <a:cubicBezTo>
                      <a:pt x="1" y="2"/>
                      <a:pt x="2" y="2"/>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4" name="Freeform 792">
                <a:extLst>
                  <a:ext uri="{FF2B5EF4-FFF2-40B4-BE49-F238E27FC236}">
                    <a16:creationId xmlns:a16="http://schemas.microsoft.com/office/drawing/2014/main" id="{452F1D1F-B3AD-BE42-A716-AE26727E0D2B}"/>
                  </a:ext>
                </a:extLst>
              </p:cNvPr>
              <p:cNvSpPr>
                <a:spLocks/>
              </p:cNvSpPr>
              <p:nvPr/>
            </p:nvSpPr>
            <p:spPr bwMode="auto">
              <a:xfrm>
                <a:off x="10789366" y="4245195"/>
                <a:ext cx="28664" cy="15928"/>
              </a:xfrm>
              <a:custGeom>
                <a:avLst/>
                <a:gdLst>
                  <a:gd name="T0" fmla="*/ 2 w 3"/>
                  <a:gd name="T1" fmla="*/ 0 h 2"/>
                  <a:gd name="T2" fmla="*/ 1 w 3"/>
                  <a:gd name="T3" fmla="*/ 1 h 2"/>
                  <a:gd name="T4" fmla="*/ 2 w 3"/>
                  <a:gd name="T5" fmla="*/ 0 h 2"/>
                </a:gdLst>
                <a:ahLst/>
                <a:cxnLst>
                  <a:cxn ang="0">
                    <a:pos x="T0" y="T1"/>
                  </a:cxn>
                  <a:cxn ang="0">
                    <a:pos x="T2" y="T3"/>
                  </a:cxn>
                  <a:cxn ang="0">
                    <a:pos x="T4" y="T5"/>
                  </a:cxn>
                </a:cxnLst>
                <a:rect l="0" t="0" r="r" b="b"/>
                <a:pathLst>
                  <a:path w="3" h="2">
                    <a:moveTo>
                      <a:pt x="2" y="0"/>
                    </a:moveTo>
                    <a:cubicBezTo>
                      <a:pt x="1" y="0"/>
                      <a:pt x="0" y="1"/>
                      <a:pt x="1" y="1"/>
                    </a:cubicBezTo>
                    <a:cubicBezTo>
                      <a:pt x="2" y="2"/>
                      <a:pt x="3" y="1"/>
                      <a:pt x="2"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5" name="Freeform 793">
                <a:extLst>
                  <a:ext uri="{FF2B5EF4-FFF2-40B4-BE49-F238E27FC236}">
                    <a16:creationId xmlns:a16="http://schemas.microsoft.com/office/drawing/2014/main" id="{50FCB546-7A5D-A440-8F55-622E62596C88}"/>
                  </a:ext>
                </a:extLst>
              </p:cNvPr>
              <p:cNvSpPr>
                <a:spLocks/>
              </p:cNvSpPr>
              <p:nvPr/>
            </p:nvSpPr>
            <p:spPr bwMode="auto">
              <a:xfrm>
                <a:off x="10865798" y="4206968"/>
                <a:ext cx="25477" cy="28672"/>
              </a:xfrm>
              <a:custGeom>
                <a:avLst/>
                <a:gdLst>
                  <a:gd name="T0" fmla="*/ 2 w 3"/>
                  <a:gd name="T1" fmla="*/ 1 h 3"/>
                  <a:gd name="T2" fmla="*/ 1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1"/>
                      <a:pt x="1" y="2"/>
                    </a:cubicBezTo>
                    <a:cubicBezTo>
                      <a:pt x="1" y="3"/>
                      <a:pt x="3" y="1"/>
                      <a:pt x="2"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6" name="Freeform 794">
                <a:extLst>
                  <a:ext uri="{FF2B5EF4-FFF2-40B4-BE49-F238E27FC236}">
                    <a16:creationId xmlns:a16="http://schemas.microsoft.com/office/drawing/2014/main" id="{668CB123-CD56-8442-BE57-7815A4AB1E6F}"/>
                  </a:ext>
                </a:extLst>
              </p:cNvPr>
              <p:cNvSpPr>
                <a:spLocks/>
              </p:cNvSpPr>
              <p:nvPr/>
            </p:nvSpPr>
            <p:spPr bwMode="auto">
              <a:xfrm>
                <a:off x="8314841" y="4394916"/>
                <a:ext cx="47770" cy="6370"/>
              </a:xfrm>
              <a:custGeom>
                <a:avLst/>
                <a:gdLst>
                  <a:gd name="T0" fmla="*/ 5 w 5"/>
                  <a:gd name="T1" fmla="*/ 1 h 1"/>
                  <a:gd name="T2" fmla="*/ 1 w 5"/>
                  <a:gd name="T3" fmla="*/ 0 h 1"/>
                  <a:gd name="T4" fmla="*/ 5 w 5"/>
                  <a:gd name="T5" fmla="*/ 1 h 1"/>
                </a:gdLst>
                <a:ahLst/>
                <a:cxnLst>
                  <a:cxn ang="0">
                    <a:pos x="T0" y="T1"/>
                  </a:cxn>
                  <a:cxn ang="0">
                    <a:pos x="T2" y="T3"/>
                  </a:cxn>
                  <a:cxn ang="0">
                    <a:pos x="T4" y="T5"/>
                  </a:cxn>
                </a:cxnLst>
                <a:rect l="0" t="0" r="r" b="b"/>
                <a:pathLst>
                  <a:path w="5" h="1">
                    <a:moveTo>
                      <a:pt x="5" y="1"/>
                    </a:moveTo>
                    <a:cubicBezTo>
                      <a:pt x="4" y="0"/>
                      <a:pt x="0" y="0"/>
                      <a:pt x="1" y="0"/>
                    </a:cubicBezTo>
                    <a:cubicBezTo>
                      <a:pt x="2" y="1"/>
                      <a:pt x="5" y="1"/>
                      <a:pt x="5" y="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7" name="Freeform 795">
                <a:extLst>
                  <a:ext uri="{FF2B5EF4-FFF2-40B4-BE49-F238E27FC236}">
                    <a16:creationId xmlns:a16="http://schemas.microsoft.com/office/drawing/2014/main" id="{212F6968-E059-2046-8018-2C4746364C26}"/>
                  </a:ext>
                </a:extLst>
              </p:cNvPr>
              <p:cNvSpPr>
                <a:spLocks/>
              </p:cNvSpPr>
              <p:nvPr/>
            </p:nvSpPr>
            <p:spPr bwMode="auto">
              <a:xfrm>
                <a:off x="8372164" y="4394916"/>
                <a:ext cx="57323" cy="0"/>
              </a:xfrm>
              <a:custGeom>
                <a:avLst/>
                <a:gdLst>
                  <a:gd name="T0" fmla="*/ 5 w 6"/>
                  <a:gd name="T1" fmla="*/ 1 w 6"/>
                  <a:gd name="T2" fmla="*/ 5 w 6"/>
                </a:gdLst>
                <a:ahLst/>
                <a:cxnLst>
                  <a:cxn ang="0">
                    <a:pos x="T0" y="0"/>
                  </a:cxn>
                  <a:cxn ang="0">
                    <a:pos x="T1" y="0"/>
                  </a:cxn>
                  <a:cxn ang="0">
                    <a:pos x="T2" y="0"/>
                  </a:cxn>
                </a:cxnLst>
                <a:rect l="0" t="0" r="r" b="b"/>
                <a:pathLst>
                  <a:path w="6">
                    <a:moveTo>
                      <a:pt x="5" y="0"/>
                    </a:moveTo>
                    <a:cubicBezTo>
                      <a:pt x="4" y="0"/>
                      <a:pt x="0" y="0"/>
                      <a:pt x="1" y="0"/>
                    </a:cubicBezTo>
                    <a:cubicBezTo>
                      <a:pt x="2" y="0"/>
                      <a:pt x="6" y="0"/>
                      <a:pt x="5" y="0"/>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8" name="Freeform 796">
                <a:extLst>
                  <a:ext uri="{FF2B5EF4-FFF2-40B4-BE49-F238E27FC236}">
                    <a16:creationId xmlns:a16="http://schemas.microsoft.com/office/drawing/2014/main" id="{E492CC98-4779-924F-954B-260D69069979}"/>
                  </a:ext>
                </a:extLst>
              </p:cNvPr>
              <p:cNvSpPr>
                <a:spLocks/>
              </p:cNvSpPr>
              <p:nvPr/>
            </p:nvSpPr>
            <p:spPr bwMode="auto">
              <a:xfrm>
                <a:off x="9445417" y="3802407"/>
                <a:ext cx="38217" cy="19114"/>
              </a:xfrm>
              <a:custGeom>
                <a:avLst/>
                <a:gdLst>
                  <a:gd name="T0" fmla="*/ 3 w 4"/>
                  <a:gd name="T1" fmla="*/ 2 h 2"/>
                  <a:gd name="T2" fmla="*/ 2 w 4"/>
                  <a:gd name="T3" fmla="*/ 0 h 2"/>
                  <a:gd name="T4" fmla="*/ 3 w 4"/>
                  <a:gd name="T5" fmla="*/ 2 h 2"/>
                </a:gdLst>
                <a:ahLst/>
                <a:cxnLst>
                  <a:cxn ang="0">
                    <a:pos x="T0" y="T1"/>
                  </a:cxn>
                  <a:cxn ang="0">
                    <a:pos x="T2" y="T3"/>
                  </a:cxn>
                  <a:cxn ang="0">
                    <a:pos x="T4" y="T5"/>
                  </a:cxn>
                </a:cxnLst>
                <a:rect l="0" t="0" r="r" b="b"/>
                <a:pathLst>
                  <a:path w="4" h="2">
                    <a:moveTo>
                      <a:pt x="3" y="2"/>
                    </a:moveTo>
                    <a:cubicBezTo>
                      <a:pt x="1" y="2"/>
                      <a:pt x="0" y="0"/>
                      <a:pt x="2" y="0"/>
                    </a:cubicBezTo>
                    <a:cubicBezTo>
                      <a:pt x="3" y="0"/>
                      <a:pt x="4" y="2"/>
                      <a:pt x="3" y="2"/>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sp>
            <p:nvSpPr>
              <p:cNvPr id="519" name="Freeform 797">
                <a:extLst>
                  <a:ext uri="{FF2B5EF4-FFF2-40B4-BE49-F238E27FC236}">
                    <a16:creationId xmlns:a16="http://schemas.microsoft.com/office/drawing/2014/main" id="{4475C058-EC27-884D-B5F4-654956836647}"/>
                  </a:ext>
                </a:extLst>
              </p:cNvPr>
              <p:cNvSpPr>
                <a:spLocks/>
              </p:cNvSpPr>
              <p:nvPr/>
            </p:nvSpPr>
            <p:spPr bwMode="auto">
              <a:xfrm>
                <a:off x="5467694" y="6086410"/>
                <a:ext cx="85988" cy="111494"/>
              </a:xfrm>
              <a:custGeom>
                <a:avLst/>
                <a:gdLst>
                  <a:gd name="T0" fmla="*/ 9 w 9"/>
                  <a:gd name="T1" fmla="*/ 11 h 12"/>
                  <a:gd name="T2" fmla="*/ 5 w 9"/>
                  <a:gd name="T3" fmla="*/ 2 h 12"/>
                  <a:gd name="T4" fmla="*/ 2 w 9"/>
                  <a:gd name="T5" fmla="*/ 2 h 12"/>
                  <a:gd name="T6" fmla="*/ 0 w 9"/>
                  <a:gd name="T7" fmla="*/ 3 h 12"/>
                  <a:gd name="T8" fmla="*/ 3 w 9"/>
                  <a:gd name="T9" fmla="*/ 5 h 12"/>
                  <a:gd name="T10" fmla="*/ 3 w 9"/>
                  <a:gd name="T11" fmla="*/ 7 h 12"/>
                  <a:gd name="T12" fmla="*/ 4 w 9"/>
                  <a:gd name="T13" fmla="*/ 7 h 12"/>
                  <a:gd name="T14" fmla="*/ 3 w 9"/>
                  <a:gd name="T15" fmla="*/ 8 h 12"/>
                  <a:gd name="T16" fmla="*/ 6 w 9"/>
                  <a:gd name="T17" fmla="*/ 11 h 12"/>
                  <a:gd name="T18" fmla="*/ 6 w 9"/>
                  <a:gd name="T19" fmla="*/ 9 h 12"/>
                  <a:gd name="T20" fmla="*/ 9 w 9"/>
                  <a:gd name="T21" fmla="*/ 11 h 12"/>
                  <a:gd name="T22" fmla="*/ 9 w 9"/>
                  <a:gd name="T23"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2">
                    <a:moveTo>
                      <a:pt x="9" y="11"/>
                    </a:moveTo>
                    <a:cubicBezTo>
                      <a:pt x="8" y="8"/>
                      <a:pt x="7" y="4"/>
                      <a:pt x="5" y="2"/>
                    </a:cubicBezTo>
                    <a:cubicBezTo>
                      <a:pt x="4" y="1"/>
                      <a:pt x="3" y="0"/>
                      <a:pt x="2" y="2"/>
                    </a:cubicBezTo>
                    <a:cubicBezTo>
                      <a:pt x="2" y="2"/>
                      <a:pt x="0" y="2"/>
                      <a:pt x="0" y="3"/>
                    </a:cubicBezTo>
                    <a:cubicBezTo>
                      <a:pt x="1" y="4"/>
                      <a:pt x="3" y="3"/>
                      <a:pt x="3" y="5"/>
                    </a:cubicBezTo>
                    <a:cubicBezTo>
                      <a:pt x="3" y="6"/>
                      <a:pt x="3" y="6"/>
                      <a:pt x="3" y="7"/>
                    </a:cubicBezTo>
                    <a:cubicBezTo>
                      <a:pt x="3" y="8"/>
                      <a:pt x="4" y="7"/>
                      <a:pt x="4" y="7"/>
                    </a:cubicBezTo>
                    <a:cubicBezTo>
                      <a:pt x="5" y="8"/>
                      <a:pt x="3" y="8"/>
                      <a:pt x="3" y="8"/>
                    </a:cubicBezTo>
                    <a:cubicBezTo>
                      <a:pt x="3" y="9"/>
                      <a:pt x="5" y="11"/>
                      <a:pt x="6" y="11"/>
                    </a:cubicBezTo>
                    <a:cubicBezTo>
                      <a:pt x="6" y="11"/>
                      <a:pt x="2" y="7"/>
                      <a:pt x="6" y="9"/>
                    </a:cubicBezTo>
                    <a:cubicBezTo>
                      <a:pt x="7" y="9"/>
                      <a:pt x="9" y="12"/>
                      <a:pt x="9" y="11"/>
                    </a:cubicBezTo>
                    <a:cubicBezTo>
                      <a:pt x="8" y="10"/>
                      <a:pt x="9" y="12"/>
                      <a:pt x="9" y="11"/>
                    </a:cubicBezTo>
                    <a:close/>
                  </a:path>
                </a:pathLst>
              </a:custGeom>
              <a:grpFill/>
              <a:ln w="4763" cap="flat">
                <a:solidFill>
                  <a:schemeClr val="bg1"/>
                </a:solidFill>
                <a:prstDash val="solid"/>
                <a:round/>
                <a:headEnd/>
                <a:tailEnd/>
              </a:ln>
            </p:spPr>
            <p:txBody>
              <a:bodyPr/>
              <a:lstStyle/>
              <a:p>
                <a:pPr defTabSz="685663">
                  <a:defRPr/>
                </a:pPr>
                <a:endParaRPr lang="id-ID" sz="675" b="1" dirty="0">
                  <a:latin typeface="Lato" panose="020F0502020204030203" pitchFamily="34" charset="0"/>
                  <a:ea typeface="Lato" panose="020F0502020204030203" pitchFamily="34" charset="0"/>
                  <a:cs typeface="Lato" panose="020F0502020204030203" pitchFamily="34" charset="0"/>
                </a:endParaRPr>
              </a:p>
            </p:txBody>
          </p:sp>
        </p:grpSp>
        <p:sp>
          <p:nvSpPr>
            <p:cNvPr id="523" name="TextBox 522">
              <a:extLst>
                <a:ext uri="{FF2B5EF4-FFF2-40B4-BE49-F238E27FC236}">
                  <a16:creationId xmlns:a16="http://schemas.microsoft.com/office/drawing/2014/main" id="{37F2488F-8D9A-FD47-86E0-450C966FD290}"/>
                </a:ext>
              </a:extLst>
            </p:cNvPr>
            <p:cNvSpPr txBox="1"/>
            <p:nvPr/>
          </p:nvSpPr>
          <p:spPr>
            <a:xfrm>
              <a:off x="4079106" y="9376872"/>
              <a:ext cx="2803213" cy="766006"/>
            </a:xfrm>
            <a:prstGeom prst="rect">
              <a:avLst/>
            </a:prstGeom>
            <a:noFill/>
          </p:spPr>
          <p:txBody>
            <a:bodyPr wrap="none" rtlCol="0">
              <a:spAutoFit/>
            </a:bodyPr>
            <a:lstStyle/>
            <a:p>
              <a:pPr algn="ctr"/>
              <a:r>
                <a:rPr lang="en-US" sz="750" spc="225" dirty="0">
                  <a:solidFill>
                    <a:schemeClr val="bg1"/>
                  </a:solidFill>
                  <a:latin typeface="Arial" panose="020B0604020202020204" pitchFamily="34" charset="0"/>
                  <a:ea typeface="Roboto" panose="02000000000000000000" pitchFamily="2" charset="0"/>
                  <a:cs typeface="Arial" panose="020B0604020202020204" pitchFamily="34" charset="0"/>
                </a:rPr>
                <a:t>Sector 1</a:t>
              </a:r>
              <a:endParaRPr lang="en-US" sz="675" spc="225"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526" name="TextBox 525">
              <a:extLst>
                <a:ext uri="{FF2B5EF4-FFF2-40B4-BE49-F238E27FC236}">
                  <a16:creationId xmlns:a16="http://schemas.microsoft.com/office/drawing/2014/main" id="{F47DE469-2D7D-204E-8C94-7C303AA142A2}"/>
                </a:ext>
              </a:extLst>
            </p:cNvPr>
            <p:cNvSpPr txBox="1"/>
            <p:nvPr/>
          </p:nvSpPr>
          <p:spPr>
            <a:xfrm>
              <a:off x="11486363" y="12237870"/>
              <a:ext cx="2803213" cy="766006"/>
            </a:xfrm>
            <a:prstGeom prst="rect">
              <a:avLst/>
            </a:prstGeom>
            <a:noFill/>
          </p:spPr>
          <p:txBody>
            <a:bodyPr wrap="none" rtlCol="0">
              <a:spAutoFit/>
            </a:bodyPr>
            <a:lstStyle/>
            <a:p>
              <a:pPr algn="ctr"/>
              <a:r>
                <a:rPr lang="en-US" sz="750" spc="225" dirty="0">
                  <a:solidFill>
                    <a:schemeClr val="bg1"/>
                  </a:solidFill>
                  <a:latin typeface="Arial" panose="020B0604020202020204" pitchFamily="34" charset="0"/>
                  <a:ea typeface="Roboto" panose="02000000000000000000" pitchFamily="2" charset="0"/>
                  <a:cs typeface="Arial" panose="020B0604020202020204" pitchFamily="34" charset="0"/>
                </a:rPr>
                <a:t>Sector 2</a:t>
              </a:r>
              <a:endParaRPr lang="en-US" sz="675" spc="225"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529" name="TextBox 528">
              <a:extLst>
                <a:ext uri="{FF2B5EF4-FFF2-40B4-BE49-F238E27FC236}">
                  <a16:creationId xmlns:a16="http://schemas.microsoft.com/office/drawing/2014/main" id="{B579E663-F488-DC40-A06D-6422F03A688C}"/>
                </a:ext>
              </a:extLst>
            </p:cNvPr>
            <p:cNvSpPr txBox="1"/>
            <p:nvPr/>
          </p:nvSpPr>
          <p:spPr>
            <a:xfrm>
              <a:off x="19291448" y="6767498"/>
              <a:ext cx="2803213" cy="766006"/>
            </a:xfrm>
            <a:prstGeom prst="rect">
              <a:avLst/>
            </a:prstGeom>
            <a:noFill/>
          </p:spPr>
          <p:txBody>
            <a:bodyPr wrap="none" rtlCol="0">
              <a:spAutoFit/>
            </a:bodyPr>
            <a:lstStyle/>
            <a:p>
              <a:pPr algn="ctr"/>
              <a:r>
                <a:rPr lang="en-US" sz="750" spc="225" dirty="0">
                  <a:solidFill>
                    <a:schemeClr val="bg1"/>
                  </a:solidFill>
                  <a:latin typeface="Arial" panose="020B0604020202020204" pitchFamily="34" charset="0"/>
                  <a:ea typeface="Roboto" panose="02000000000000000000" pitchFamily="2" charset="0"/>
                  <a:cs typeface="Arial" panose="020B0604020202020204" pitchFamily="34" charset="0"/>
                </a:rPr>
                <a:t>Sector 3</a:t>
              </a:r>
              <a:endParaRPr lang="en-US" sz="675" spc="225"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531" name="Oval 530">
              <a:extLst>
                <a:ext uri="{FF2B5EF4-FFF2-40B4-BE49-F238E27FC236}">
                  <a16:creationId xmlns:a16="http://schemas.microsoft.com/office/drawing/2014/main" id="{21DFCB7C-E4EB-7243-BC10-152035D58135}"/>
                </a:ext>
              </a:extLst>
            </p:cNvPr>
            <p:cNvSpPr/>
            <p:nvPr/>
          </p:nvSpPr>
          <p:spPr>
            <a:xfrm>
              <a:off x="3421139" y="7539860"/>
              <a:ext cx="1362502" cy="1362502"/>
            </a:xfrm>
            <a:prstGeom prst="ellipse">
              <a:avLst/>
            </a:prstGeom>
            <a:solidFill>
              <a:srgbClr val="F8CA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b="1" dirty="0">
                <a:latin typeface="Lato" panose="020F0502020204030203" pitchFamily="34" charset="0"/>
                <a:ea typeface="Lato" panose="020F0502020204030203" pitchFamily="34" charset="0"/>
                <a:cs typeface="Lato" panose="020F0502020204030203" pitchFamily="34" charset="0"/>
              </a:endParaRPr>
            </a:p>
          </p:txBody>
        </p:sp>
        <p:sp>
          <p:nvSpPr>
            <p:cNvPr id="533" name="Oval 532">
              <a:extLst>
                <a:ext uri="{FF2B5EF4-FFF2-40B4-BE49-F238E27FC236}">
                  <a16:creationId xmlns:a16="http://schemas.microsoft.com/office/drawing/2014/main" id="{93372CC7-CC9F-CC40-B28B-E81186532D21}"/>
                </a:ext>
              </a:extLst>
            </p:cNvPr>
            <p:cNvSpPr/>
            <p:nvPr/>
          </p:nvSpPr>
          <p:spPr>
            <a:xfrm>
              <a:off x="10828397" y="10400860"/>
              <a:ext cx="1362502" cy="1362502"/>
            </a:xfrm>
            <a:prstGeom prst="ellipse">
              <a:avLst/>
            </a:prstGeom>
            <a:solidFill>
              <a:srgbClr val="F8CA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b="1" dirty="0">
                <a:latin typeface="Lato" panose="020F0502020204030203" pitchFamily="34" charset="0"/>
                <a:ea typeface="Lato" panose="020F0502020204030203" pitchFamily="34" charset="0"/>
                <a:cs typeface="Lato" panose="020F0502020204030203" pitchFamily="34" charset="0"/>
              </a:endParaRPr>
            </a:p>
          </p:txBody>
        </p:sp>
        <p:sp>
          <p:nvSpPr>
            <p:cNvPr id="535" name="Oval 534">
              <a:extLst>
                <a:ext uri="{FF2B5EF4-FFF2-40B4-BE49-F238E27FC236}">
                  <a16:creationId xmlns:a16="http://schemas.microsoft.com/office/drawing/2014/main" id="{3A70577E-0F53-5B42-A095-1A52DBE4E99E}"/>
                </a:ext>
              </a:extLst>
            </p:cNvPr>
            <p:cNvSpPr/>
            <p:nvPr/>
          </p:nvSpPr>
          <p:spPr>
            <a:xfrm>
              <a:off x="18633479" y="4930485"/>
              <a:ext cx="1362502" cy="1362502"/>
            </a:xfrm>
            <a:prstGeom prst="ellipse">
              <a:avLst/>
            </a:prstGeom>
            <a:solidFill>
              <a:srgbClr val="F8CA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b="1" dirty="0">
                <a:latin typeface="Lato" panose="020F0502020204030203" pitchFamily="34" charset="0"/>
                <a:ea typeface="Lato" panose="020F0502020204030203" pitchFamily="34" charset="0"/>
                <a:cs typeface="Lato" panose="020F0502020204030203" pitchFamily="34" charset="0"/>
              </a:endParaRPr>
            </a:p>
          </p:txBody>
        </p:sp>
        <p:sp>
          <p:nvSpPr>
            <p:cNvPr id="536" name="TextBox 535">
              <a:extLst>
                <a:ext uri="{FF2B5EF4-FFF2-40B4-BE49-F238E27FC236}">
                  <a16:creationId xmlns:a16="http://schemas.microsoft.com/office/drawing/2014/main" id="{ABF2CFD8-A073-7948-AC57-81D0A587D66F}"/>
                </a:ext>
              </a:extLst>
            </p:cNvPr>
            <p:cNvSpPr txBox="1"/>
            <p:nvPr/>
          </p:nvSpPr>
          <p:spPr>
            <a:xfrm>
              <a:off x="19000566" y="5336219"/>
              <a:ext cx="669937" cy="1361790"/>
            </a:xfrm>
            <a:prstGeom prst="rect">
              <a:avLst/>
            </a:prstGeom>
            <a:noFill/>
          </p:spPr>
          <p:txBody>
            <a:bodyPr wrap="none" rtlCol="0">
              <a:spAutoFit/>
            </a:bodyPr>
            <a:lstStyle/>
            <a:p>
              <a:pPr algn="ctr"/>
              <a:endParaRPr lang="en-US" dirty="0">
                <a:solidFill>
                  <a:srgbClr val="11498B"/>
                </a:solidFill>
                <a:latin typeface="Arial" panose="020B0604020202020204" pitchFamily="34" charset="0"/>
                <a:ea typeface="Roboto" panose="02000000000000000000" pitchFamily="2" charset="0"/>
                <a:cs typeface="Arial" panose="020B0604020202020204" pitchFamily="34" charset="0"/>
              </a:endParaRPr>
            </a:p>
          </p:txBody>
        </p:sp>
      </p:grpSp>
      <p:sp>
        <p:nvSpPr>
          <p:cNvPr id="4" name="Text Placeholder 5">
            <a:extLst>
              <a:ext uri="{FF2B5EF4-FFF2-40B4-BE49-F238E27FC236}">
                <a16:creationId xmlns:a16="http://schemas.microsoft.com/office/drawing/2014/main" id="{14444EF2-747C-90FA-A288-4840A621EA57}"/>
              </a:ext>
            </a:extLst>
          </p:cNvPr>
          <p:cNvSpPr txBox="1">
            <a:spLocks/>
          </p:cNvSpPr>
          <p:nvPr/>
        </p:nvSpPr>
        <p:spPr>
          <a:xfrm>
            <a:off x="465138" y="438150"/>
            <a:ext cx="8221662" cy="368300"/>
          </a:xfrm>
          <a:prstGeom prst="rect">
            <a:avLst/>
          </a:prstGeom>
        </p:spPr>
        <p:txBody>
          <a:bodyPr/>
          <a:lstStyle>
            <a:lvl1pPr marL="173038" indent="-173038"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200" kern="1200" spc="0" baseline="0" dirty="0" smtClean="0">
                <a:solidFill>
                  <a:schemeClr val="accent4"/>
                </a:solidFill>
                <a:latin typeface="Arial" panose="020B0604020202020204" pitchFamily="34" charset="0"/>
                <a:ea typeface="+mn-ea"/>
                <a:cs typeface="Arial" panose="020B0604020202020204" pitchFamily="34" charset="0"/>
              </a:defRPr>
            </a:lvl1pPr>
            <a:lvl2pPr marL="323850" indent="-150813"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100" kern="1200" spc="0" baseline="0" dirty="0" smtClean="0">
                <a:solidFill>
                  <a:schemeClr val="accent4"/>
                </a:solidFill>
                <a:latin typeface="Arial" panose="020B0604020202020204" pitchFamily="34" charset="0"/>
                <a:ea typeface="+mn-ea"/>
                <a:cs typeface="Arial" panose="020B0604020202020204" pitchFamily="34" charset="0"/>
              </a:defRPr>
            </a:lvl2pPr>
            <a:lvl3pPr marL="457200" indent="-133350"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50" kern="1200" spc="0" baseline="0" dirty="0" smtClean="0">
                <a:solidFill>
                  <a:schemeClr val="accent4"/>
                </a:solidFill>
                <a:latin typeface="Arial" panose="020B0604020202020204" pitchFamily="34" charset="0"/>
                <a:ea typeface="+mn-ea"/>
                <a:cs typeface="Arial" panose="020B0604020202020204" pitchFamily="34" charset="0"/>
              </a:defRPr>
            </a:lvl3pPr>
            <a:lvl4pPr marL="590550" indent="-133350"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00" kern="1200" spc="0" baseline="0" dirty="0" smtClean="0">
                <a:solidFill>
                  <a:schemeClr val="accent4"/>
                </a:solidFill>
                <a:latin typeface="Arial" panose="020B0604020202020204" pitchFamily="34" charset="0"/>
                <a:ea typeface="+mn-ea"/>
                <a:cs typeface="Arial" panose="020B0604020202020204" pitchFamily="34" charset="0"/>
              </a:defRPr>
            </a:lvl4pPr>
            <a:lvl5pPr marL="704850" indent="-111125" algn="l" defTabSz="914400" rtl="0" eaLnBrk="1" latinLnBrk="0" hangingPunct="1">
              <a:lnSpc>
                <a:spcPct val="100000"/>
              </a:lnSpc>
              <a:spcBef>
                <a:spcPts val="750"/>
              </a:spcBef>
              <a:buClr>
                <a:schemeClr val="accent2"/>
              </a:buClr>
              <a:buSzPct val="110000"/>
              <a:buFont typeface="Arial" panose="020B0604020202020204" pitchFamily="34" charset="0"/>
              <a:buChar char="•"/>
              <a:defRPr lang="en-US" sz="1000" kern="1200" spc="0" baseline="0" dirty="0">
                <a:solidFill>
                  <a:schemeClr val="accent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b="1" dirty="0">
                <a:solidFill>
                  <a:schemeClr val="bg1"/>
                </a:solidFill>
              </a:rPr>
              <a:t>INCOSE HSI WG</a:t>
            </a:r>
          </a:p>
        </p:txBody>
      </p:sp>
      <p:sp>
        <p:nvSpPr>
          <p:cNvPr id="5" name="TextBox 4">
            <a:extLst>
              <a:ext uri="{FF2B5EF4-FFF2-40B4-BE49-F238E27FC236}">
                <a16:creationId xmlns:a16="http://schemas.microsoft.com/office/drawing/2014/main" id="{3D9982EB-400D-6AB9-3345-915FF30AA1A0}"/>
              </a:ext>
            </a:extLst>
          </p:cNvPr>
          <p:cNvSpPr txBox="1"/>
          <p:nvPr/>
        </p:nvSpPr>
        <p:spPr>
          <a:xfrm>
            <a:off x="107639" y="1379387"/>
            <a:ext cx="3217985" cy="2862322"/>
          </a:xfrm>
          <a:prstGeom prst="rect">
            <a:avLst/>
          </a:prstGeom>
          <a:noFill/>
        </p:spPr>
        <p:txBody>
          <a:bodyPr wrap="square">
            <a:spAutoFit/>
          </a:bodyPr>
          <a:lstStyle/>
          <a:p>
            <a:pPr marL="285750" indent="-285750">
              <a:buClr>
                <a:schemeClr val="tx1"/>
              </a:buClr>
              <a:buFont typeface="Courier New" panose="02070309020205020404" pitchFamily="49" charset="0"/>
              <a:buChar char="o"/>
            </a:pPr>
            <a:r>
              <a:rPr lang="en-AU" dirty="0">
                <a:solidFill>
                  <a:schemeClr val="bg1"/>
                </a:solidFill>
              </a:rPr>
              <a:t>~500 members from various INCOSE chapters worldwide</a:t>
            </a:r>
          </a:p>
          <a:p>
            <a:pPr marL="285750" indent="-285750">
              <a:buClr>
                <a:schemeClr val="tx1"/>
              </a:buClr>
              <a:buFont typeface="Courier New" panose="02070309020205020404" pitchFamily="49" charset="0"/>
              <a:buChar char="o"/>
            </a:pPr>
            <a:r>
              <a:rPr lang="en-AU" dirty="0">
                <a:solidFill>
                  <a:schemeClr val="bg1"/>
                </a:solidFill>
              </a:rPr>
              <a:t>Academia, Government and Industry</a:t>
            </a:r>
          </a:p>
          <a:p>
            <a:pPr marL="285750" indent="-285750">
              <a:buClr>
                <a:schemeClr val="tx1"/>
              </a:buClr>
              <a:buFont typeface="Courier New" panose="02070309020205020404" pitchFamily="49" charset="0"/>
              <a:buChar char="o"/>
            </a:pPr>
            <a:r>
              <a:rPr lang="en-AU" dirty="0">
                <a:solidFill>
                  <a:schemeClr val="bg1"/>
                </a:solidFill>
              </a:rPr>
              <a:t>Covering aerospace, space, defence, automotive, academia, telecoms, transportation, infrastructure</a:t>
            </a:r>
          </a:p>
        </p:txBody>
      </p:sp>
    </p:spTree>
    <p:extLst>
      <p:ext uri="{BB962C8B-B14F-4D97-AF65-F5344CB8AC3E}">
        <p14:creationId xmlns:p14="http://schemas.microsoft.com/office/powerpoint/2010/main" val="1374377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D0D07-CB7C-5BCC-3E04-ABC2AAC0198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C679F19-6410-4A0D-F022-B3E860EF2369}"/>
              </a:ext>
            </a:extLst>
          </p:cNvPr>
          <p:cNvSpPr>
            <a:spLocks noGrp="1"/>
          </p:cNvSpPr>
          <p:nvPr>
            <p:ph type="body" sz="quarter" idx="11"/>
          </p:nvPr>
        </p:nvSpPr>
        <p:spPr/>
        <p:txBody>
          <a:bodyPr/>
          <a:lstStyle/>
          <a:p>
            <a:r>
              <a:rPr lang="en-AU" dirty="0">
                <a:solidFill>
                  <a:schemeClr val="accent1"/>
                </a:solidFill>
              </a:rPr>
              <a:t>What does the HSI WG do?</a:t>
            </a:r>
          </a:p>
        </p:txBody>
      </p:sp>
      <p:sp>
        <p:nvSpPr>
          <p:cNvPr id="2" name="Text Placeholder 1">
            <a:extLst>
              <a:ext uri="{FF2B5EF4-FFF2-40B4-BE49-F238E27FC236}">
                <a16:creationId xmlns:a16="http://schemas.microsoft.com/office/drawing/2014/main" id="{E2A3AFBA-33C7-108B-6F4A-FECC731F941E}"/>
              </a:ext>
            </a:extLst>
          </p:cNvPr>
          <p:cNvSpPr>
            <a:spLocks noGrp="1"/>
          </p:cNvSpPr>
          <p:nvPr>
            <p:ph type="body" sz="quarter" idx="16"/>
          </p:nvPr>
        </p:nvSpPr>
        <p:spPr/>
        <p:txBody>
          <a:bodyPr/>
          <a:lstStyle/>
          <a:p>
            <a:endParaRPr lang="en-US"/>
          </a:p>
        </p:txBody>
      </p:sp>
      <p:sp>
        <p:nvSpPr>
          <p:cNvPr id="4" name="Text Placeholder 3">
            <a:extLst>
              <a:ext uri="{FF2B5EF4-FFF2-40B4-BE49-F238E27FC236}">
                <a16:creationId xmlns:a16="http://schemas.microsoft.com/office/drawing/2014/main" id="{50A7A786-AB39-69CE-A460-2F2B99648968}"/>
              </a:ext>
            </a:extLst>
          </p:cNvPr>
          <p:cNvSpPr>
            <a:spLocks noGrp="1"/>
          </p:cNvSpPr>
          <p:nvPr>
            <p:ph type="body" sz="quarter" idx="17"/>
          </p:nvPr>
        </p:nvSpPr>
        <p:spPr/>
        <p:txBody>
          <a:bodyPr/>
          <a:lstStyle/>
          <a:p>
            <a:endParaRPr lang="en-US"/>
          </a:p>
        </p:txBody>
      </p:sp>
      <p:pic>
        <p:nvPicPr>
          <p:cNvPr id="6" name="Picture 5">
            <a:extLst>
              <a:ext uri="{FF2B5EF4-FFF2-40B4-BE49-F238E27FC236}">
                <a16:creationId xmlns:a16="http://schemas.microsoft.com/office/drawing/2014/main" id="{2C71DBC9-72DB-9325-D817-5F321C199B4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390154" y="622300"/>
            <a:ext cx="6363692" cy="4407342"/>
          </a:xfrm>
          <a:prstGeom prst="rect">
            <a:avLst/>
          </a:prstGeom>
        </p:spPr>
      </p:pic>
    </p:spTree>
    <p:extLst>
      <p:ext uri="{BB962C8B-B14F-4D97-AF65-F5344CB8AC3E}">
        <p14:creationId xmlns:p14="http://schemas.microsoft.com/office/powerpoint/2010/main" val="892704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E7F1D-381C-E0E4-8BE4-F542C4A34946}"/>
            </a:ext>
          </a:extLst>
        </p:cNvPr>
        <p:cNvGrpSpPr/>
        <p:nvPr/>
      </p:nvGrpSpPr>
      <p:grpSpPr>
        <a:xfrm>
          <a:off x="0" y="0"/>
          <a:ext cx="0" cy="0"/>
          <a:chOff x="0" y="0"/>
          <a:chExt cx="0" cy="0"/>
        </a:xfrm>
      </p:grpSpPr>
      <p:sp>
        <p:nvSpPr>
          <p:cNvPr id="160" name="Freeform 16">
            <a:extLst>
              <a:ext uri="{FF2B5EF4-FFF2-40B4-BE49-F238E27FC236}">
                <a16:creationId xmlns:a16="http://schemas.microsoft.com/office/drawing/2014/main" id="{F520AF59-0E1B-1BD5-10DE-959E781BEF46}"/>
              </a:ext>
            </a:extLst>
          </p:cNvPr>
          <p:cNvSpPr>
            <a:spLocks noEditPoints="1"/>
          </p:cNvSpPr>
          <p:nvPr/>
        </p:nvSpPr>
        <p:spPr bwMode="auto">
          <a:xfrm>
            <a:off x="6565595" y="637331"/>
            <a:ext cx="283161" cy="285707"/>
          </a:xfrm>
          <a:custGeom>
            <a:avLst/>
            <a:gdLst>
              <a:gd name="T0" fmla="*/ 1354 w 3262"/>
              <a:gd name="T1" fmla="*/ 128 h 3292"/>
              <a:gd name="T2" fmla="*/ 1004 w 3262"/>
              <a:gd name="T3" fmla="*/ 237 h 3292"/>
              <a:gd name="T4" fmla="*/ 690 w 3262"/>
              <a:gd name="T5" fmla="*/ 429 h 3292"/>
              <a:gd name="T6" fmla="*/ 426 w 3262"/>
              <a:gd name="T7" fmla="*/ 696 h 3292"/>
              <a:gd name="T8" fmla="*/ 236 w 3262"/>
              <a:gd name="T9" fmla="*/ 1013 h 3292"/>
              <a:gd name="T10" fmla="*/ 127 w 3262"/>
              <a:gd name="T11" fmla="*/ 1365 h 3292"/>
              <a:gd name="T12" fmla="*/ 105 w 3262"/>
              <a:gd name="T13" fmla="*/ 1741 h 3292"/>
              <a:gd name="T14" fmla="*/ 171 w 3262"/>
              <a:gd name="T15" fmla="*/ 2106 h 3292"/>
              <a:gd name="T16" fmla="*/ 321 w 3262"/>
              <a:gd name="T17" fmla="*/ 2442 h 3292"/>
              <a:gd name="T18" fmla="*/ 549 w 3262"/>
              <a:gd name="T19" fmla="*/ 2736 h 3292"/>
              <a:gd name="T20" fmla="*/ 841 w 3262"/>
              <a:gd name="T21" fmla="*/ 2968 h 3292"/>
              <a:gd name="T22" fmla="*/ 1175 w 3262"/>
              <a:gd name="T23" fmla="*/ 3120 h 3292"/>
              <a:gd name="T24" fmla="*/ 1538 w 3262"/>
              <a:gd name="T25" fmla="*/ 3186 h 3292"/>
              <a:gd name="T26" fmla="*/ 1909 w 3262"/>
              <a:gd name="T27" fmla="*/ 3164 h 3292"/>
              <a:gd name="T28" fmla="*/ 2258 w 3262"/>
              <a:gd name="T29" fmla="*/ 3053 h 3292"/>
              <a:gd name="T30" fmla="*/ 2572 w 3262"/>
              <a:gd name="T31" fmla="*/ 2862 h 3292"/>
              <a:gd name="T32" fmla="*/ 2836 w 3262"/>
              <a:gd name="T33" fmla="*/ 2596 h 3292"/>
              <a:gd name="T34" fmla="*/ 3027 w 3262"/>
              <a:gd name="T35" fmla="*/ 2279 h 3292"/>
              <a:gd name="T36" fmla="*/ 3135 w 3262"/>
              <a:gd name="T37" fmla="*/ 1927 h 3292"/>
              <a:gd name="T38" fmla="*/ 3157 w 3262"/>
              <a:gd name="T39" fmla="*/ 1551 h 3292"/>
              <a:gd name="T40" fmla="*/ 3091 w 3262"/>
              <a:gd name="T41" fmla="*/ 1185 h 3292"/>
              <a:gd name="T42" fmla="*/ 2941 w 3262"/>
              <a:gd name="T43" fmla="*/ 849 h 3292"/>
              <a:gd name="T44" fmla="*/ 2712 w 3262"/>
              <a:gd name="T45" fmla="*/ 554 h 3292"/>
              <a:gd name="T46" fmla="*/ 2421 w 3262"/>
              <a:gd name="T47" fmla="*/ 323 h 3292"/>
              <a:gd name="T48" fmla="*/ 2087 w 3262"/>
              <a:gd name="T49" fmla="*/ 172 h 3292"/>
              <a:gd name="T50" fmla="*/ 1725 w 3262"/>
              <a:gd name="T51" fmla="*/ 105 h 3292"/>
              <a:gd name="T52" fmla="*/ 1816 w 3262"/>
              <a:gd name="T53" fmla="*/ 10 h 3292"/>
              <a:gd name="T54" fmla="*/ 2171 w 3262"/>
              <a:gd name="T55" fmla="*/ 92 h 3292"/>
              <a:gd name="T56" fmla="*/ 2498 w 3262"/>
              <a:gd name="T57" fmla="*/ 251 h 3292"/>
              <a:gd name="T58" fmla="*/ 2784 w 3262"/>
              <a:gd name="T59" fmla="*/ 482 h 3292"/>
              <a:gd name="T60" fmla="*/ 3014 w 3262"/>
              <a:gd name="T61" fmla="*/ 771 h 3292"/>
              <a:gd name="T62" fmla="*/ 3171 w 3262"/>
              <a:gd name="T63" fmla="*/ 1101 h 3292"/>
              <a:gd name="T64" fmla="*/ 3252 w 3262"/>
              <a:gd name="T65" fmla="*/ 1459 h 3292"/>
              <a:gd name="T66" fmla="*/ 3252 w 3262"/>
              <a:gd name="T67" fmla="*/ 1833 h 3292"/>
              <a:gd name="T68" fmla="*/ 3171 w 3262"/>
              <a:gd name="T69" fmla="*/ 2190 h 3292"/>
              <a:gd name="T70" fmla="*/ 3014 w 3262"/>
              <a:gd name="T71" fmla="*/ 2519 h 3292"/>
              <a:gd name="T72" fmla="*/ 2784 w 3262"/>
              <a:gd name="T73" fmla="*/ 2810 h 3292"/>
              <a:gd name="T74" fmla="*/ 2498 w 3262"/>
              <a:gd name="T75" fmla="*/ 3041 h 3292"/>
              <a:gd name="T76" fmla="*/ 2171 w 3262"/>
              <a:gd name="T77" fmla="*/ 3200 h 3292"/>
              <a:gd name="T78" fmla="*/ 1816 w 3262"/>
              <a:gd name="T79" fmla="*/ 3282 h 3292"/>
              <a:gd name="T80" fmla="*/ 1446 w 3262"/>
              <a:gd name="T81" fmla="*/ 3282 h 3292"/>
              <a:gd name="T82" fmla="*/ 1092 w 3262"/>
              <a:gd name="T83" fmla="*/ 3200 h 3292"/>
              <a:gd name="T84" fmla="*/ 765 w 3262"/>
              <a:gd name="T85" fmla="*/ 3041 h 3292"/>
              <a:gd name="T86" fmla="*/ 478 w 3262"/>
              <a:gd name="T87" fmla="*/ 2810 h 3292"/>
              <a:gd name="T88" fmla="*/ 249 w 3262"/>
              <a:gd name="T89" fmla="*/ 2519 h 3292"/>
              <a:gd name="T90" fmla="*/ 91 w 3262"/>
              <a:gd name="T91" fmla="*/ 2190 h 3292"/>
              <a:gd name="T92" fmla="*/ 10 w 3262"/>
              <a:gd name="T93" fmla="*/ 1833 h 3292"/>
              <a:gd name="T94" fmla="*/ 10 w 3262"/>
              <a:gd name="T95" fmla="*/ 1459 h 3292"/>
              <a:gd name="T96" fmla="*/ 91 w 3262"/>
              <a:gd name="T97" fmla="*/ 1101 h 3292"/>
              <a:gd name="T98" fmla="*/ 249 w 3262"/>
              <a:gd name="T99" fmla="*/ 771 h 3292"/>
              <a:gd name="T100" fmla="*/ 478 w 3262"/>
              <a:gd name="T101" fmla="*/ 482 h 3292"/>
              <a:gd name="T102" fmla="*/ 765 w 3262"/>
              <a:gd name="T103" fmla="*/ 251 h 3292"/>
              <a:gd name="T104" fmla="*/ 1092 w 3262"/>
              <a:gd name="T105" fmla="*/ 92 h 3292"/>
              <a:gd name="T106" fmla="*/ 1446 w 3262"/>
              <a:gd name="T107" fmla="*/ 10 h 3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62" h="3292">
                <a:moveTo>
                  <a:pt x="1631" y="103"/>
                </a:moveTo>
                <a:lnTo>
                  <a:pt x="1538" y="105"/>
                </a:lnTo>
                <a:lnTo>
                  <a:pt x="1445" y="113"/>
                </a:lnTo>
                <a:lnTo>
                  <a:pt x="1354" y="128"/>
                </a:lnTo>
                <a:lnTo>
                  <a:pt x="1264" y="147"/>
                </a:lnTo>
                <a:lnTo>
                  <a:pt x="1175" y="172"/>
                </a:lnTo>
                <a:lnTo>
                  <a:pt x="1089" y="202"/>
                </a:lnTo>
                <a:lnTo>
                  <a:pt x="1004" y="237"/>
                </a:lnTo>
                <a:lnTo>
                  <a:pt x="922" y="277"/>
                </a:lnTo>
                <a:lnTo>
                  <a:pt x="841" y="323"/>
                </a:lnTo>
                <a:lnTo>
                  <a:pt x="764" y="373"/>
                </a:lnTo>
                <a:lnTo>
                  <a:pt x="690" y="429"/>
                </a:lnTo>
                <a:lnTo>
                  <a:pt x="618" y="489"/>
                </a:lnTo>
                <a:lnTo>
                  <a:pt x="549" y="554"/>
                </a:lnTo>
                <a:lnTo>
                  <a:pt x="486" y="623"/>
                </a:lnTo>
                <a:lnTo>
                  <a:pt x="426" y="696"/>
                </a:lnTo>
                <a:lnTo>
                  <a:pt x="371" y="771"/>
                </a:lnTo>
                <a:lnTo>
                  <a:pt x="321" y="849"/>
                </a:lnTo>
                <a:lnTo>
                  <a:pt x="276" y="929"/>
                </a:lnTo>
                <a:lnTo>
                  <a:pt x="236" y="1013"/>
                </a:lnTo>
                <a:lnTo>
                  <a:pt x="201" y="1097"/>
                </a:lnTo>
                <a:lnTo>
                  <a:pt x="171" y="1185"/>
                </a:lnTo>
                <a:lnTo>
                  <a:pt x="146" y="1274"/>
                </a:lnTo>
                <a:lnTo>
                  <a:pt x="127" y="1365"/>
                </a:lnTo>
                <a:lnTo>
                  <a:pt x="114" y="1458"/>
                </a:lnTo>
                <a:lnTo>
                  <a:pt x="105" y="1551"/>
                </a:lnTo>
                <a:lnTo>
                  <a:pt x="102" y="1646"/>
                </a:lnTo>
                <a:lnTo>
                  <a:pt x="105" y="1741"/>
                </a:lnTo>
                <a:lnTo>
                  <a:pt x="114" y="1834"/>
                </a:lnTo>
                <a:lnTo>
                  <a:pt x="127" y="1927"/>
                </a:lnTo>
                <a:lnTo>
                  <a:pt x="146" y="2017"/>
                </a:lnTo>
                <a:lnTo>
                  <a:pt x="171" y="2106"/>
                </a:lnTo>
                <a:lnTo>
                  <a:pt x="201" y="2193"/>
                </a:lnTo>
                <a:lnTo>
                  <a:pt x="236" y="2279"/>
                </a:lnTo>
                <a:lnTo>
                  <a:pt x="276" y="2361"/>
                </a:lnTo>
                <a:lnTo>
                  <a:pt x="321" y="2442"/>
                </a:lnTo>
                <a:lnTo>
                  <a:pt x="371" y="2521"/>
                </a:lnTo>
                <a:lnTo>
                  <a:pt x="426" y="2596"/>
                </a:lnTo>
                <a:lnTo>
                  <a:pt x="486" y="2668"/>
                </a:lnTo>
                <a:lnTo>
                  <a:pt x="549" y="2736"/>
                </a:lnTo>
                <a:lnTo>
                  <a:pt x="618" y="2801"/>
                </a:lnTo>
                <a:lnTo>
                  <a:pt x="690" y="2862"/>
                </a:lnTo>
                <a:lnTo>
                  <a:pt x="764" y="2917"/>
                </a:lnTo>
                <a:lnTo>
                  <a:pt x="841" y="2968"/>
                </a:lnTo>
                <a:lnTo>
                  <a:pt x="922" y="3013"/>
                </a:lnTo>
                <a:lnTo>
                  <a:pt x="1004" y="3053"/>
                </a:lnTo>
                <a:lnTo>
                  <a:pt x="1089" y="3090"/>
                </a:lnTo>
                <a:lnTo>
                  <a:pt x="1175" y="3120"/>
                </a:lnTo>
                <a:lnTo>
                  <a:pt x="1264" y="3144"/>
                </a:lnTo>
                <a:lnTo>
                  <a:pt x="1354" y="3164"/>
                </a:lnTo>
                <a:lnTo>
                  <a:pt x="1445" y="3177"/>
                </a:lnTo>
                <a:lnTo>
                  <a:pt x="1538" y="3186"/>
                </a:lnTo>
                <a:lnTo>
                  <a:pt x="1631" y="3189"/>
                </a:lnTo>
                <a:lnTo>
                  <a:pt x="1725" y="3186"/>
                </a:lnTo>
                <a:lnTo>
                  <a:pt x="1817" y="3177"/>
                </a:lnTo>
                <a:lnTo>
                  <a:pt x="1909" y="3164"/>
                </a:lnTo>
                <a:lnTo>
                  <a:pt x="1999" y="3144"/>
                </a:lnTo>
                <a:lnTo>
                  <a:pt x="2087" y="3120"/>
                </a:lnTo>
                <a:lnTo>
                  <a:pt x="2174" y="3090"/>
                </a:lnTo>
                <a:lnTo>
                  <a:pt x="2258" y="3053"/>
                </a:lnTo>
                <a:lnTo>
                  <a:pt x="2341" y="3013"/>
                </a:lnTo>
                <a:lnTo>
                  <a:pt x="2421" y="2968"/>
                </a:lnTo>
                <a:lnTo>
                  <a:pt x="2498" y="2917"/>
                </a:lnTo>
                <a:lnTo>
                  <a:pt x="2572" y="2862"/>
                </a:lnTo>
                <a:lnTo>
                  <a:pt x="2644" y="2801"/>
                </a:lnTo>
                <a:lnTo>
                  <a:pt x="2712" y="2736"/>
                </a:lnTo>
                <a:lnTo>
                  <a:pt x="2777" y="2668"/>
                </a:lnTo>
                <a:lnTo>
                  <a:pt x="2836" y="2596"/>
                </a:lnTo>
                <a:lnTo>
                  <a:pt x="2891" y="2521"/>
                </a:lnTo>
                <a:lnTo>
                  <a:pt x="2941" y="2442"/>
                </a:lnTo>
                <a:lnTo>
                  <a:pt x="2987" y="2361"/>
                </a:lnTo>
                <a:lnTo>
                  <a:pt x="3027" y="2279"/>
                </a:lnTo>
                <a:lnTo>
                  <a:pt x="3061" y="2193"/>
                </a:lnTo>
                <a:lnTo>
                  <a:pt x="3091" y="2106"/>
                </a:lnTo>
                <a:lnTo>
                  <a:pt x="3116" y="2017"/>
                </a:lnTo>
                <a:lnTo>
                  <a:pt x="3135" y="1927"/>
                </a:lnTo>
                <a:lnTo>
                  <a:pt x="3149" y="1834"/>
                </a:lnTo>
                <a:lnTo>
                  <a:pt x="3157" y="1741"/>
                </a:lnTo>
                <a:lnTo>
                  <a:pt x="3161" y="1646"/>
                </a:lnTo>
                <a:lnTo>
                  <a:pt x="3157" y="1551"/>
                </a:lnTo>
                <a:lnTo>
                  <a:pt x="3149" y="1458"/>
                </a:lnTo>
                <a:lnTo>
                  <a:pt x="3135" y="1365"/>
                </a:lnTo>
                <a:lnTo>
                  <a:pt x="3116" y="1274"/>
                </a:lnTo>
                <a:lnTo>
                  <a:pt x="3091" y="1185"/>
                </a:lnTo>
                <a:lnTo>
                  <a:pt x="3061" y="1097"/>
                </a:lnTo>
                <a:lnTo>
                  <a:pt x="3027" y="1013"/>
                </a:lnTo>
                <a:lnTo>
                  <a:pt x="2987" y="929"/>
                </a:lnTo>
                <a:lnTo>
                  <a:pt x="2941" y="849"/>
                </a:lnTo>
                <a:lnTo>
                  <a:pt x="2891" y="771"/>
                </a:lnTo>
                <a:lnTo>
                  <a:pt x="2836" y="696"/>
                </a:lnTo>
                <a:lnTo>
                  <a:pt x="2777" y="623"/>
                </a:lnTo>
                <a:lnTo>
                  <a:pt x="2712" y="554"/>
                </a:lnTo>
                <a:lnTo>
                  <a:pt x="2644" y="489"/>
                </a:lnTo>
                <a:lnTo>
                  <a:pt x="2572" y="429"/>
                </a:lnTo>
                <a:lnTo>
                  <a:pt x="2498" y="373"/>
                </a:lnTo>
                <a:lnTo>
                  <a:pt x="2421" y="323"/>
                </a:lnTo>
                <a:lnTo>
                  <a:pt x="2341" y="277"/>
                </a:lnTo>
                <a:lnTo>
                  <a:pt x="2258" y="237"/>
                </a:lnTo>
                <a:lnTo>
                  <a:pt x="2174" y="202"/>
                </a:lnTo>
                <a:lnTo>
                  <a:pt x="2087" y="172"/>
                </a:lnTo>
                <a:lnTo>
                  <a:pt x="1999" y="147"/>
                </a:lnTo>
                <a:lnTo>
                  <a:pt x="1909" y="128"/>
                </a:lnTo>
                <a:lnTo>
                  <a:pt x="1817" y="113"/>
                </a:lnTo>
                <a:lnTo>
                  <a:pt x="1725" y="105"/>
                </a:lnTo>
                <a:lnTo>
                  <a:pt x="1631" y="103"/>
                </a:lnTo>
                <a:close/>
                <a:moveTo>
                  <a:pt x="1631" y="0"/>
                </a:moveTo>
                <a:lnTo>
                  <a:pt x="1724" y="2"/>
                </a:lnTo>
                <a:lnTo>
                  <a:pt x="1816" y="10"/>
                </a:lnTo>
                <a:lnTo>
                  <a:pt x="1907" y="22"/>
                </a:lnTo>
                <a:lnTo>
                  <a:pt x="1996" y="41"/>
                </a:lnTo>
                <a:lnTo>
                  <a:pt x="2084" y="64"/>
                </a:lnTo>
                <a:lnTo>
                  <a:pt x="2171" y="92"/>
                </a:lnTo>
                <a:lnTo>
                  <a:pt x="2255" y="124"/>
                </a:lnTo>
                <a:lnTo>
                  <a:pt x="2338" y="162"/>
                </a:lnTo>
                <a:lnTo>
                  <a:pt x="2419" y="203"/>
                </a:lnTo>
                <a:lnTo>
                  <a:pt x="2498" y="251"/>
                </a:lnTo>
                <a:lnTo>
                  <a:pt x="2573" y="301"/>
                </a:lnTo>
                <a:lnTo>
                  <a:pt x="2646" y="357"/>
                </a:lnTo>
                <a:lnTo>
                  <a:pt x="2716" y="417"/>
                </a:lnTo>
                <a:lnTo>
                  <a:pt x="2784" y="482"/>
                </a:lnTo>
                <a:lnTo>
                  <a:pt x="2848" y="550"/>
                </a:lnTo>
                <a:lnTo>
                  <a:pt x="2908" y="621"/>
                </a:lnTo>
                <a:lnTo>
                  <a:pt x="2963" y="695"/>
                </a:lnTo>
                <a:lnTo>
                  <a:pt x="3014" y="771"/>
                </a:lnTo>
                <a:lnTo>
                  <a:pt x="3060" y="851"/>
                </a:lnTo>
                <a:lnTo>
                  <a:pt x="3101" y="932"/>
                </a:lnTo>
                <a:lnTo>
                  <a:pt x="3139" y="1016"/>
                </a:lnTo>
                <a:lnTo>
                  <a:pt x="3171" y="1101"/>
                </a:lnTo>
                <a:lnTo>
                  <a:pt x="3198" y="1188"/>
                </a:lnTo>
                <a:lnTo>
                  <a:pt x="3221" y="1277"/>
                </a:lnTo>
                <a:lnTo>
                  <a:pt x="3239" y="1367"/>
                </a:lnTo>
                <a:lnTo>
                  <a:pt x="3252" y="1459"/>
                </a:lnTo>
                <a:lnTo>
                  <a:pt x="3260" y="1552"/>
                </a:lnTo>
                <a:lnTo>
                  <a:pt x="3262" y="1646"/>
                </a:lnTo>
                <a:lnTo>
                  <a:pt x="3260" y="1740"/>
                </a:lnTo>
                <a:lnTo>
                  <a:pt x="3252" y="1833"/>
                </a:lnTo>
                <a:lnTo>
                  <a:pt x="3239" y="1924"/>
                </a:lnTo>
                <a:lnTo>
                  <a:pt x="3221" y="2014"/>
                </a:lnTo>
                <a:lnTo>
                  <a:pt x="3198" y="2103"/>
                </a:lnTo>
                <a:lnTo>
                  <a:pt x="3171" y="2190"/>
                </a:lnTo>
                <a:lnTo>
                  <a:pt x="3139" y="2276"/>
                </a:lnTo>
                <a:lnTo>
                  <a:pt x="3101" y="2359"/>
                </a:lnTo>
                <a:lnTo>
                  <a:pt x="3060" y="2441"/>
                </a:lnTo>
                <a:lnTo>
                  <a:pt x="3014" y="2519"/>
                </a:lnTo>
                <a:lnTo>
                  <a:pt x="2963" y="2596"/>
                </a:lnTo>
                <a:lnTo>
                  <a:pt x="2908" y="2670"/>
                </a:lnTo>
                <a:lnTo>
                  <a:pt x="2848" y="2742"/>
                </a:lnTo>
                <a:lnTo>
                  <a:pt x="2784" y="2810"/>
                </a:lnTo>
                <a:lnTo>
                  <a:pt x="2716" y="2874"/>
                </a:lnTo>
                <a:lnTo>
                  <a:pt x="2646" y="2934"/>
                </a:lnTo>
                <a:lnTo>
                  <a:pt x="2573" y="2989"/>
                </a:lnTo>
                <a:lnTo>
                  <a:pt x="2498" y="3041"/>
                </a:lnTo>
                <a:lnTo>
                  <a:pt x="2419" y="3087"/>
                </a:lnTo>
                <a:lnTo>
                  <a:pt x="2338" y="3130"/>
                </a:lnTo>
                <a:lnTo>
                  <a:pt x="2255" y="3167"/>
                </a:lnTo>
                <a:lnTo>
                  <a:pt x="2171" y="3200"/>
                </a:lnTo>
                <a:lnTo>
                  <a:pt x="2084" y="3228"/>
                </a:lnTo>
                <a:lnTo>
                  <a:pt x="1996" y="3251"/>
                </a:lnTo>
                <a:lnTo>
                  <a:pt x="1907" y="3268"/>
                </a:lnTo>
                <a:lnTo>
                  <a:pt x="1816" y="3282"/>
                </a:lnTo>
                <a:lnTo>
                  <a:pt x="1724" y="3289"/>
                </a:lnTo>
                <a:lnTo>
                  <a:pt x="1631" y="3292"/>
                </a:lnTo>
                <a:lnTo>
                  <a:pt x="1538" y="3289"/>
                </a:lnTo>
                <a:lnTo>
                  <a:pt x="1446" y="3282"/>
                </a:lnTo>
                <a:lnTo>
                  <a:pt x="1356" y="3268"/>
                </a:lnTo>
                <a:lnTo>
                  <a:pt x="1266" y="3251"/>
                </a:lnTo>
                <a:lnTo>
                  <a:pt x="1178" y="3228"/>
                </a:lnTo>
                <a:lnTo>
                  <a:pt x="1092" y="3200"/>
                </a:lnTo>
                <a:lnTo>
                  <a:pt x="1007" y="3167"/>
                </a:lnTo>
                <a:lnTo>
                  <a:pt x="924" y="3130"/>
                </a:lnTo>
                <a:lnTo>
                  <a:pt x="843" y="3087"/>
                </a:lnTo>
                <a:lnTo>
                  <a:pt x="765" y="3041"/>
                </a:lnTo>
                <a:lnTo>
                  <a:pt x="690" y="2989"/>
                </a:lnTo>
                <a:lnTo>
                  <a:pt x="616" y="2934"/>
                </a:lnTo>
                <a:lnTo>
                  <a:pt x="545" y="2874"/>
                </a:lnTo>
                <a:lnTo>
                  <a:pt x="478" y="2810"/>
                </a:lnTo>
                <a:lnTo>
                  <a:pt x="414" y="2742"/>
                </a:lnTo>
                <a:lnTo>
                  <a:pt x="354" y="2670"/>
                </a:lnTo>
                <a:lnTo>
                  <a:pt x="299" y="2596"/>
                </a:lnTo>
                <a:lnTo>
                  <a:pt x="249" y="2519"/>
                </a:lnTo>
                <a:lnTo>
                  <a:pt x="203" y="2441"/>
                </a:lnTo>
                <a:lnTo>
                  <a:pt x="161" y="2359"/>
                </a:lnTo>
                <a:lnTo>
                  <a:pt x="124" y="2276"/>
                </a:lnTo>
                <a:lnTo>
                  <a:pt x="91" y="2190"/>
                </a:lnTo>
                <a:lnTo>
                  <a:pt x="63" y="2103"/>
                </a:lnTo>
                <a:lnTo>
                  <a:pt x="41" y="2014"/>
                </a:lnTo>
                <a:lnTo>
                  <a:pt x="24" y="1924"/>
                </a:lnTo>
                <a:lnTo>
                  <a:pt x="10" y="1833"/>
                </a:lnTo>
                <a:lnTo>
                  <a:pt x="3" y="1740"/>
                </a:lnTo>
                <a:lnTo>
                  <a:pt x="0" y="1646"/>
                </a:lnTo>
                <a:lnTo>
                  <a:pt x="3" y="1552"/>
                </a:lnTo>
                <a:lnTo>
                  <a:pt x="10" y="1459"/>
                </a:lnTo>
                <a:lnTo>
                  <a:pt x="24" y="1367"/>
                </a:lnTo>
                <a:lnTo>
                  <a:pt x="41" y="1277"/>
                </a:lnTo>
                <a:lnTo>
                  <a:pt x="63" y="1188"/>
                </a:lnTo>
                <a:lnTo>
                  <a:pt x="91" y="1101"/>
                </a:lnTo>
                <a:lnTo>
                  <a:pt x="124" y="1016"/>
                </a:lnTo>
                <a:lnTo>
                  <a:pt x="161" y="932"/>
                </a:lnTo>
                <a:lnTo>
                  <a:pt x="203" y="851"/>
                </a:lnTo>
                <a:lnTo>
                  <a:pt x="249" y="771"/>
                </a:lnTo>
                <a:lnTo>
                  <a:pt x="299" y="695"/>
                </a:lnTo>
                <a:lnTo>
                  <a:pt x="354" y="621"/>
                </a:lnTo>
                <a:lnTo>
                  <a:pt x="414" y="550"/>
                </a:lnTo>
                <a:lnTo>
                  <a:pt x="478" y="482"/>
                </a:lnTo>
                <a:lnTo>
                  <a:pt x="545" y="417"/>
                </a:lnTo>
                <a:lnTo>
                  <a:pt x="616" y="357"/>
                </a:lnTo>
                <a:lnTo>
                  <a:pt x="690" y="301"/>
                </a:lnTo>
                <a:lnTo>
                  <a:pt x="765" y="251"/>
                </a:lnTo>
                <a:lnTo>
                  <a:pt x="843" y="203"/>
                </a:lnTo>
                <a:lnTo>
                  <a:pt x="924" y="162"/>
                </a:lnTo>
                <a:lnTo>
                  <a:pt x="1007" y="124"/>
                </a:lnTo>
                <a:lnTo>
                  <a:pt x="1092" y="92"/>
                </a:lnTo>
                <a:lnTo>
                  <a:pt x="1178" y="64"/>
                </a:lnTo>
                <a:lnTo>
                  <a:pt x="1266" y="41"/>
                </a:lnTo>
                <a:lnTo>
                  <a:pt x="1356" y="22"/>
                </a:lnTo>
                <a:lnTo>
                  <a:pt x="1446" y="10"/>
                </a:lnTo>
                <a:lnTo>
                  <a:pt x="1538" y="2"/>
                </a:lnTo>
                <a:lnTo>
                  <a:pt x="1631" y="0"/>
                </a:lnTo>
                <a:close/>
              </a:path>
            </a:pathLst>
          </a:custGeom>
          <a:solidFill>
            <a:schemeClr val="bg1"/>
          </a:solid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dirty="0"/>
          </a:p>
        </p:txBody>
      </p:sp>
      <p:sp>
        <p:nvSpPr>
          <p:cNvPr id="33" name="Title 1">
            <a:extLst>
              <a:ext uri="{FF2B5EF4-FFF2-40B4-BE49-F238E27FC236}">
                <a16:creationId xmlns:a16="http://schemas.microsoft.com/office/drawing/2014/main" id="{AD30EA4B-66FC-6331-AA9B-2CF5BB307299}"/>
              </a:ext>
            </a:extLst>
          </p:cNvPr>
          <p:cNvSpPr txBox="1">
            <a:spLocks/>
          </p:cNvSpPr>
          <p:nvPr/>
        </p:nvSpPr>
        <p:spPr>
          <a:xfrm>
            <a:off x="457201" y="207211"/>
            <a:ext cx="8229600" cy="856804"/>
          </a:xfrm>
          <a:prstGeom prst="rect">
            <a:avLst/>
          </a:prstGeom>
        </p:spPr>
        <p:txBody>
          <a:bodyPr/>
          <a:lstStyle>
            <a:lvl1pPr algn="l" defTabSz="609768" rtl="0" eaLnBrk="1" latinLnBrk="0" hangingPunct="1">
              <a:spcBef>
                <a:spcPct val="0"/>
              </a:spcBef>
              <a:buNone/>
              <a:defRPr sz="4400" kern="1200">
                <a:solidFill>
                  <a:schemeClr val="accent3"/>
                </a:solidFill>
                <a:latin typeface="+mj-lt"/>
                <a:ea typeface="+mj-ea"/>
                <a:cs typeface="Arial"/>
              </a:defRPr>
            </a:lvl1pPr>
          </a:lstStyle>
          <a:p>
            <a:r>
              <a:rPr lang="fr-FR" sz="3200" b="1" dirty="0">
                <a:solidFill>
                  <a:srgbClr val="11498B"/>
                </a:solidFill>
                <a:latin typeface="Montserrat" pitchFamily="2" charset="0"/>
              </a:rPr>
              <a:t>INCOSE HSI WG Events</a:t>
            </a:r>
          </a:p>
        </p:txBody>
      </p:sp>
      <p:grpSp>
        <p:nvGrpSpPr>
          <p:cNvPr id="60" name="Group 59">
            <a:extLst>
              <a:ext uri="{FF2B5EF4-FFF2-40B4-BE49-F238E27FC236}">
                <a16:creationId xmlns:a16="http://schemas.microsoft.com/office/drawing/2014/main" id="{723E60DE-51B1-8A96-CB59-035E1FB11860}"/>
              </a:ext>
            </a:extLst>
          </p:cNvPr>
          <p:cNvGrpSpPr/>
          <p:nvPr/>
        </p:nvGrpSpPr>
        <p:grpSpPr>
          <a:xfrm>
            <a:off x="227546" y="1014290"/>
            <a:ext cx="8762525" cy="3162618"/>
            <a:chOff x="227546" y="1013531"/>
            <a:chExt cx="9340819" cy="3276914"/>
          </a:xfrm>
        </p:grpSpPr>
        <p:pic>
          <p:nvPicPr>
            <p:cNvPr id="1026" name="Picture 2" descr="South Korean Flag Vector Images ...">
              <a:extLst>
                <a:ext uri="{FF2B5EF4-FFF2-40B4-BE49-F238E27FC236}">
                  <a16:creationId xmlns:a16="http://schemas.microsoft.com/office/drawing/2014/main" id="{D57C250E-F0B4-CF12-8426-057F9ED220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590" y="1535157"/>
              <a:ext cx="667828" cy="65641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merica Circle Flag Clip Art Free PNG ...">
              <a:extLst>
                <a:ext uri="{FF2B5EF4-FFF2-40B4-BE49-F238E27FC236}">
                  <a16:creationId xmlns:a16="http://schemas.microsoft.com/office/drawing/2014/main" id="{DE984A7C-2DEA-D194-1AB1-E15FF28AD6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8374" y="1525405"/>
              <a:ext cx="734906" cy="722347"/>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Group 40">
              <a:extLst>
                <a:ext uri="{FF2B5EF4-FFF2-40B4-BE49-F238E27FC236}">
                  <a16:creationId xmlns:a16="http://schemas.microsoft.com/office/drawing/2014/main" id="{BCB02A68-EF6E-84EB-2213-6214A4B02027}"/>
                </a:ext>
              </a:extLst>
            </p:cNvPr>
            <p:cNvGrpSpPr/>
            <p:nvPr/>
          </p:nvGrpSpPr>
          <p:grpSpPr>
            <a:xfrm>
              <a:off x="1007341" y="2550652"/>
              <a:ext cx="1358144" cy="963034"/>
              <a:chOff x="2878078" y="3469155"/>
              <a:chExt cx="2159238" cy="1893810"/>
            </a:xfrm>
          </p:grpSpPr>
          <p:sp>
            <p:nvSpPr>
              <p:cNvPr id="82" name="Chevron 81">
                <a:extLst>
                  <a:ext uri="{FF2B5EF4-FFF2-40B4-BE49-F238E27FC236}">
                    <a16:creationId xmlns:a16="http://schemas.microsoft.com/office/drawing/2014/main" id="{9EE741E2-90FA-0C56-A3ED-5B93F51458C2}"/>
                  </a:ext>
                </a:extLst>
              </p:cNvPr>
              <p:cNvSpPr/>
              <p:nvPr/>
            </p:nvSpPr>
            <p:spPr>
              <a:xfrm>
                <a:off x="2878078" y="3469155"/>
                <a:ext cx="2159238" cy="29341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a:solidFill>
                    <a:schemeClr val="tx1"/>
                  </a:solidFill>
                </a:endParaRPr>
              </a:p>
            </p:txBody>
          </p:sp>
          <p:grpSp>
            <p:nvGrpSpPr>
              <p:cNvPr id="27" name="Group 26">
                <a:extLst>
                  <a:ext uri="{FF2B5EF4-FFF2-40B4-BE49-F238E27FC236}">
                    <a16:creationId xmlns:a16="http://schemas.microsoft.com/office/drawing/2014/main" id="{01E9A174-B826-C2ED-B7CC-C9C836089BE9}"/>
                  </a:ext>
                </a:extLst>
              </p:cNvPr>
              <p:cNvGrpSpPr/>
              <p:nvPr/>
            </p:nvGrpSpPr>
            <p:grpSpPr>
              <a:xfrm>
                <a:off x="3247366" y="4063165"/>
                <a:ext cx="1461282" cy="1299800"/>
                <a:chOff x="3247366" y="4063165"/>
                <a:chExt cx="1461282" cy="1299800"/>
              </a:xfrm>
            </p:grpSpPr>
            <p:sp>
              <p:nvSpPr>
                <p:cNvPr id="137" name="TextBox 136">
                  <a:extLst>
                    <a:ext uri="{FF2B5EF4-FFF2-40B4-BE49-F238E27FC236}">
                      <a16:creationId xmlns:a16="http://schemas.microsoft.com/office/drawing/2014/main" id="{EBAB31CB-E3BA-79C5-A878-6828673FDB1B}"/>
                    </a:ext>
                  </a:extLst>
                </p:cNvPr>
                <p:cNvSpPr txBox="1"/>
                <p:nvPr/>
              </p:nvSpPr>
              <p:spPr>
                <a:xfrm>
                  <a:off x="3601304" y="4063165"/>
                  <a:ext cx="701354"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2020</a:t>
                  </a:r>
                </a:p>
              </p:txBody>
            </p:sp>
            <p:sp>
              <p:nvSpPr>
                <p:cNvPr id="164" name="TextBox 163">
                  <a:extLst>
                    <a:ext uri="{FF2B5EF4-FFF2-40B4-BE49-F238E27FC236}">
                      <a16:creationId xmlns:a16="http://schemas.microsoft.com/office/drawing/2014/main" id="{62FC61CC-3BB0-7FFA-713E-4B33AB7A3287}"/>
                    </a:ext>
                  </a:extLst>
                </p:cNvPr>
                <p:cNvSpPr txBox="1"/>
                <p:nvPr/>
              </p:nvSpPr>
              <p:spPr>
                <a:xfrm>
                  <a:off x="3247366" y="4446022"/>
                  <a:ext cx="1461282" cy="916943"/>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1</a:t>
                  </a:r>
                  <a:r>
                    <a:rPr lang="en-US" sz="900" kern="0" baseline="30000" dirty="0">
                      <a:latin typeface="Arial" panose="020B0604020202020204" pitchFamily="34" charset="0"/>
                      <a:cs typeface="Arial" panose="020B0604020202020204" pitchFamily="34" charset="0"/>
                    </a:rPr>
                    <a:t>st</a:t>
                  </a:r>
                  <a:r>
                    <a:rPr lang="en-US" sz="900" kern="0" dirty="0">
                      <a:latin typeface="Arial" panose="020B0604020202020204" pitchFamily="34" charset="0"/>
                      <a:cs typeface="Arial" panose="020B0604020202020204" pitchFamily="34" charset="0"/>
                    </a:rPr>
                    <a:t> HSI WG International Workshop</a:t>
                  </a:r>
                </a:p>
              </p:txBody>
            </p:sp>
          </p:grpSp>
        </p:grpSp>
        <p:grpSp>
          <p:nvGrpSpPr>
            <p:cNvPr id="25" name="Group 24">
              <a:extLst>
                <a:ext uri="{FF2B5EF4-FFF2-40B4-BE49-F238E27FC236}">
                  <a16:creationId xmlns:a16="http://schemas.microsoft.com/office/drawing/2014/main" id="{915C9CA2-E6EB-FE73-E8D6-053DC4F31A09}"/>
                </a:ext>
              </a:extLst>
            </p:cNvPr>
            <p:cNvGrpSpPr/>
            <p:nvPr/>
          </p:nvGrpSpPr>
          <p:grpSpPr>
            <a:xfrm>
              <a:off x="254985" y="1664712"/>
              <a:ext cx="919135" cy="626823"/>
              <a:chOff x="1081757" y="1726952"/>
              <a:chExt cx="1461282" cy="1232650"/>
            </a:xfrm>
          </p:grpSpPr>
          <p:sp>
            <p:nvSpPr>
              <p:cNvPr id="134" name="TextBox 133">
                <a:extLst>
                  <a:ext uri="{FF2B5EF4-FFF2-40B4-BE49-F238E27FC236}">
                    <a16:creationId xmlns:a16="http://schemas.microsoft.com/office/drawing/2014/main" id="{B4E79AF2-B824-D9D2-7F89-FB84897648B5}"/>
                  </a:ext>
                </a:extLst>
              </p:cNvPr>
              <p:cNvSpPr txBox="1"/>
              <p:nvPr/>
            </p:nvSpPr>
            <p:spPr>
              <a:xfrm>
                <a:off x="1461720" y="2505670"/>
                <a:ext cx="701354"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2019</a:t>
                </a:r>
              </a:p>
            </p:txBody>
          </p:sp>
          <p:sp>
            <p:nvSpPr>
              <p:cNvPr id="163" name="TextBox 162">
                <a:extLst>
                  <a:ext uri="{FF2B5EF4-FFF2-40B4-BE49-F238E27FC236}">
                    <a16:creationId xmlns:a16="http://schemas.microsoft.com/office/drawing/2014/main" id="{BF6D9C53-91A9-2BF6-0B13-2901778F8017}"/>
                  </a:ext>
                </a:extLst>
              </p:cNvPr>
              <p:cNvSpPr txBox="1"/>
              <p:nvPr/>
            </p:nvSpPr>
            <p:spPr>
              <a:xfrm>
                <a:off x="1081757" y="1726952"/>
                <a:ext cx="1461282" cy="916944"/>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1</a:t>
                </a:r>
                <a:r>
                  <a:rPr lang="en-US" sz="900" kern="0" baseline="30000" dirty="0">
                    <a:latin typeface="Arial" panose="020B0604020202020204" pitchFamily="34" charset="0"/>
                    <a:cs typeface="Arial" panose="020B0604020202020204" pitchFamily="34" charset="0"/>
                  </a:rPr>
                  <a:t>st</a:t>
                </a:r>
                <a:r>
                  <a:rPr lang="en-US" sz="900" kern="0" dirty="0">
                    <a:latin typeface="Arial" panose="020B0604020202020204" pitchFamily="34" charset="0"/>
                    <a:cs typeface="Arial" panose="020B0604020202020204" pitchFamily="34" charset="0"/>
                  </a:rPr>
                  <a:t> HSI International Conference</a:t>
                </a:r>
              </a:p>
            </p:txBody>
          </p:sp>
        </p:grpSp>
        <p:grpSp>
          <p:nvGrpSpPr>
            <p:cNvPr id="40" name="Group 39">
              <a:extLst>
                <a:ext uri="{FF2B5EF4-FFF2-40B4-BE49-F238E27FC236}">
                  <a16:creationId xmlns:a16="http://schemas.microsoft.com/office/drawing/2014/main" id="{FA7CF287-9F64-D71D-DFD0-E81E7B959E1D}"/>
                </a:ext>
              </a:extLst>
            </p:cNvPr>
            <p:cNvGrpSpPr/>
            <p:nvPr/>
          </p:nvGrpSpPr>
          <p:grpSpPr>
            <a:xfrm>
              <a:off x="2383418" y="1645061"/>
              <a:ext cx="919135" cy="642971"/>
              <a:chOff x="5418775" y="1695195"/>
              <a:chExt cx="1461282" cy="1264407"/>
            </a:xfrm>
          </p:grpSpPr>
          <p:sp>
            <p:nvSpPr>
              <p:cNvPr id="135" name="TextBox 134">
                <a:extLst>
                  <a:ext uri="{FF2B5EF4-FFF2-40B4-BE49-F238E27FC236}">
                    <a16:creationId xmlns:a16="http://schemas.microsoft.com/office/drawing/2014/main" id="{AAB9DCAD-AFD9-9B5D-90A0-24560F7AC053}"/>
                  </a:ext>
                </a:extLst>
              </p:cNvPr>
              <p:cNvSpPr txBox="1"/>
              <p:nvPr/>
            </p:nvSpPr>
            <p:spPr>
              <a:xfrm>
                <a:off x="5722340" y="2505669"/>
                <a:ext cx="701354" cy="453933"/>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2021</a:t>
                </a:r>
              </a:p>
            </p:txBody>
          </p:sp>
          <p:sp>
            <p:nvSpPr>
              <p:cNvPr id="165" name="TextBox 164">
                <a:extLst>
                  <a:ext uri="{FF2B5EF4-FFF2-40B4-BE49-F238E27FC236}">
                    <a16:creationId xmlns:a16="http://schemas.microsoft.com/office/drawing/2014/main" id="{E1A93A1F-1F61-B1D0-7139-A6CD49A4736E}"/>
                  </a:ext>
                </a:extLst>
              </p:cNvPr>
              <p:cNvSpPr txBox="1"/>
              <p:nvPr/>
            </p:nvSpPr>
            <p:spPr>
              <a:xfrm>
                <a:off x="5418775" y="1695195"/>
                <a:ext cx="1461282" cy="916945"/>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2</a:t>
                </a:r>
                <a:r>
                  <a:rPr lang="en-US" sz="900" kern="0" baseline="30000" dirty="0">
                    <a:latin typeface="Arial" panose="020B0604020202020204" pitchFamily="34" charset="0"/>
                    <a:cs typeface="Arial" panose="020B0604020202020204" pitchFamily="34" charset="0"/>
                  </a:rPr>
                  <a:t>nd</a:t>
                </a:r>
                <a:r>
                  <a:rPr lang="en-US" sz="900" kern="0" dirty="0">
                    <a:latin typeface="Arial" panose="020B0604020202020204" pitchFamily="34" charset="0"/>
                    <a:cs typeface="Arial" panose="020B0604020202020204" pitchFamily="34" charset="0"/>
                  </a:rPr>
                  <a:t> HSI International Conference</a:t>
                </a:r>
              </a:p>
            </p:txBody>
          </p:sp>
        </p:grpSp>
        <p:grpSp>
          <p:nvGrpSpPr>
            <p:cNvPr id="28" name="Group 27">
              <a:extLst>
                <a:ext uri="{FF2B5EF4-FFF2-40B4-BE49-F238E27FC236}">
                  <a16:creationId xmlns:a16="http://schemas.microsoft.com/office/drawing/2014/main" id="{D1F2F4A2-6364-C12C-11FE-F33E068A19F9}"/>
                </a:ext>
              </a:extLst>
            </p:cNvPr>
            <p:cNvGrpSpPr/>
            <p:nvPr/>
          </p:nvGrpSpPr>
          <p:grpSpPr>
            <a:xfrm>
              <a:off x="3339834" y="2852715"/>
              <a:ext cx="919135" cy="663713"/>
              <a:chOff x="7531300" y="4063165"/>
              <a:chExt cx="1461282" cy="1305194"/>
            </a:xfrm>
          </p:grpSpPr>
          <p:sp>
            <p:nvSpPr>
              <p:cNvPr id="138" name="TextBox 137">
                <a:extLst>
                  <a:ext uri="{FF2B5EF4-FFF2-40B4-BE49-F238E27FC236}">
                    <a16:creationId xmlns:a16="http://schemas.microsoft.com/office/drawing/2014/main" id="{1005F429-8005-7093-21FF-A55BBA9EAACD}"/>
                  </a:ext>
                </a:extLst>
              </p:cNvPr>
              <p:cNvSpPr txBox="1"/>
              <p:nvPr/>
            </p:nvSpPr>
            <p:spPr>
              <a:xfrm>
                <a:off x="7879265" y="4063165"/>
                <a:ext cx="701354"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2022</a:t>
                </a:r>
              </a:p>
            </p:txBody>
          </p:sp>
          <p:sp>
            <p:nvSpPr>
              <p:cNvPr id="166" name="TextBox 165">
                <a:extLst>
                  <a:ext uri="{FF2B5EF4-FFF2-40B4-BE49-F238E27FC236}">
                    <a16:creationId xmlns:a16="http://schemas.microsoft.com/office/drawing/2014/main" id="{C8B5D1ED-4BA9-A486-F180-C5A854C67542}"/>
                  </a:ext>
                </a:extLst>
              </p:cNvPr>
              <p:cNvSpPr txBox="1"/>
              <p:nvPr/>
            </p:nvSpPr>
            <p:spPr>
              <a:xfrm>
                <a:off x="7531300" y="4451416"/>
                <a:ext cx="1461282" cy="916943"/>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2</a:t>
                </a:r>
                <a:r>
                  <a:rPr lang="en-US" sz="900" kern="0" baseline="30000" dirty="0">
                    <a:latin typeface="Arial" panose="020B0604020202020204" pitchFamily="34" charset="0"/>
                    <a:cs typeface="Arial" panose="020B0604020202020204" pitchFamily="34" charset="0"/>
                  </a:rPr>
                  <a:t>nd</a:t>
                </a:r>
                <a:r>
                  <a:rPr lang="en-US" sz="900" kern="0" dirty="0">
                    <a:latin typeface="Arial" panose="020B0604020202020204" pitchFamily="34" charset="0"/>
                    <a:cs typeface="Arial" panose="020B0604020202020204" pitchFamily="34" charset="0"/>
                  </a:rPr>
                  <a:t> HSI WG International Workshop </a:t>
                </a:r>
              </a:p>
            </p:txBody>
          </p:sp>
        </p:grpSp>
        <p:grpSp>
          <p:nvGrpSpPr>
            <p:cNvPr id="29" name="Group 28">
              <a:extLst>
                <a:ext uri="{FF2B5EF4-FFF2-40B4-BE49-F238E27FC236}">
                  <a16:creationId xmlns:a16="http://schemas.microsoft.com/office/drawing/2014/main" id="{D34C0733-71D3-4A07-164D-40D1B0467760}"/>
                </a:ext>
              </a:extLst>
            </p:cNvPr>
            <p:cNvGrpSpPr/>
            <p:nvPr/>
          </p:nvGrpSpPr>
          <p:grpSpPr>
            <a:xfrm>
              <a:off x="4441327" y="1699821"/>
              <a:ext cx="919134" cy="619055"/>
              <a:chOff x="9679130" y="1742227"/>
              <a:chExt cx="1461282" cy="1217374"/>
            </a:xfrm>
          </p:grpSpPr>
          <p:sp>
            <p:nvSpPr>
              <p:cNvPr id="136" name="TextBox 135">
                <a:extLst>
                  <a:ext uri="{FF2B5EF4-FFF2-40B4-BE49-F238E27FC236}">
                    <a16:creationId xmlns:a16="http://schemas.microsoft.com/office/drawing/2014/main" id="{09D9652D-899F-D447-5C4E-EE2760F90944}"/>
                  </a:ext>
                </a:extLst>
              </p:cNvPr>
              <p:cNvSpPr txBox="1"/>
              <p:nvPr/>
            </p:nvSpPr>
            <p:spPr>
              <a:xfrm>
                <a:off x="10015074" y="2505669"/>
                <a:ext cx="701354"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2023</a:t>
                </a:r>
              </a:p>
            </p:txBody>
          </p:sp>
          <p:sp>
            <p:nvSpPr>
              <p:cNvPr id="167" name="TextBox 166">
                <a:extLst>
                  <a:ext uri="{FF2B5EF4-FFF2-40B4-BE49-F238E27FC236}">
                    <a16:creationId xmlns:a16="http://schemas.microsoft.com/office/drawing/2014/main" id="{F2B37395-AAFE-F43D-A5FF-704F5AA94E17}"/>
                  </a:ext>
                </a:extLst>
              </p:cNvPr>
              <p:cNvSpPr txBox="1"/>
              <p:nvPr/>
            </p:nvSpPr>
            <p:spPr>
              <a:xfrm>
                <a:off x="9679130" y="1742227"/>
                <a:ext cx="1461282" cy="911787"/>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HSI WG Regional Workshops</a:t>
                </a:r>
              </a:p>
            </p:txBody>
          </p:sp>
        </p:grpSp>
        <p:grpSp>
          <p:nvGrpSpPr>
            <p:cNvPr id="43" name="Group 42">
              <a:extLst>
                <a:ext uri="{FF2B5EF4-FFF2-40B4-BE49-F238E27FC236}">
                  <a16:creationId xmlns:a16="http://schemas.microsoft.com/office/drawing/2014/main" id="{2F016D84-F911-4701-D6DE-84DFB0E83F53}"/>
                </a:ext>
              </a:extLst>
            </p:cNvPr>
            <p:cNvGrpSpPr/>
            <p:nvPr/>
          </p:nvGrpSpPr>
          <p:grpSpPr>
            <a:xfrm>
              <a:off x="227546" y="2550652"/>
              <a:ext cx="9292103" cy="1431084"/>
              <a:chOff x="741362" y="3469157"/>
              <a:chExt cx="17946673" cy="2814231"/>
            </a:xfrm>
          </p:grpSpPr>
          <p:sp>
            <p:nvSpPr>
              <p:cNvPr id="2" name="Chevron 1">
                <a:extLst>
                  <a:ext uri="{FF2B5EF4-FFF2-40B4-BE49-F238E27FC236}">
                    <a16:creationId xmlns:a16="http://schemas.microsoft.com/office/drawing/2014/main" id="{B186C67F-D377-6880-A18C-A45419F6A938}"/>
                  </a:ext>
                </a:extLst>
              </p:cNvPr>
              <p:cNvSpPr/>
              <p:nvPr/>
            </p:nvSpPr>
            <p:spPr>
              <a:xfrm>
                <a:off x="741362" y="3469157"/>
                <a:ext cx="2159238" cy="29341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solidFill>
                    <a:schemeClr val="tx1"/>
                  </a:solidFill>
                </a:endParaRPr>
              </a:p>
            </p:txBody>
          </p:sp>
          <p:grpSp>
            <p:nvGrpSpPr>
              <p:cNvPr id="23" name="Group 22">
                <a:extLst>
                  <a:ext uri="{FF2B5EF4-FFF2-40B4-BE49-F238E27FC236}">
                    <a16:creationId xmlns:a16="http://schemas.microsoft.com/office/drawing/2014/main" id="{053F0E26-0BEF-5B45-448A-3C73C1AA885F}"/>
                  </a:ext>
                </a:extLst>
              </p:cNvPr>
              <p:cNvGrpSpPr/>
              <p:nvPr/>
            </p:nvGrpSpPr>
            <p:grpSpPr>
              <a:xfrm>
                <a:off x="1159376" y="3583946"/>
                <a:ext cx="1351624" cy="2195405"/>
                <a:chOff x="1068043" y="3475613"/>
                <a:chExt cx="1351624" cy="2195405"/>
              </a:xfrm>
            </p:grpSpPr>
            <p:sp>
              <p:nvSpPr>
                <p:cNvPr id="6" name="Oval 5">
                  <a:extLst>
                    <a:ext uri="{FF2B5EF4-FFF2-40B4-BE49-F238E27FC236}">
                      <a16:creationId xmlns:a16="http://schemas.microsoft.com/office/drawing/2014/main" id="{DDB808F7-5A47-9C0A-7417-C0EA904E793C}"/>
                    </a:ext>
                  </a:extLst>
                </p:cNvPr>
                <p:cNvSpPr/>
                <p:nvPr/>
              </p:nvSpPr>
              <p:spPr>
                <a:xfrm>
                  <a:off x="1068043" y="4339552"/>
                  <a:ext cx="1351624" cy="1331466"/>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dirty="0"/>
                </a:p>
              </p:txBody>
            </p:sp>
            <p:cxnSp>
              <p:nvCxnSpPr>
                <p:cNvPr id="20" name="Straight Connector 19">
                  <a:extLst>
                    <a:ext uri="{FF2B5EF4-FFF2-40B4-BE49-F238E27FC236}">
                      <a16:creationId xmlns:a16="http://schemas.microsoft.com/office/drawing/2014/main" id="{03AFD7D5-3DB8-AA82-AFAE-A9ED89AC4655}"/>
                    </a:ext>
                  </a:extLst>
                </p:cNvPr>
                <p:cNvCxnSpPr/>
                <p:nvPr/>
              </p:nvCxnSpPr>
              <p:spPr>
                <a:xfrm>
                  <a:off x="1729648" y="3537332"/>
                  <a:ext cx="0" cy="1143000"/>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B99389AC-6A1D-E131-5483-DB263509017A}"/>
                    </a:ext>
                  </a:extLst>
                </p:cNvPr>
                <p:cNvSpPr/>
                <p:nvPr/>
              </p:nvSpPr>
              <p:spPr>
                <a:xfrm>
                  <a:off x="1672060" y="3475613"/>
                  <a:ext cx="115176" cy="115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sp>
            <p:nvSpPr>
              <p:cNvPr id="24" name="TextBox 23">
                <a:extLst>
                  <a:ext uri="{FF2B5EF4-FFF2-40B4-BE49-F238E27FC236}">
                    <a16:creationId xmlns:a16="http://schemas.microsoft.com/office/drawing/2014/main" id="{54AD526F-EC96-6A2C-27E6-0D3FE3F7CCA2}"/>
                  </a:ext>
                </a:extLst>
              </p:cNvPr>
              <p:cNvSpPr txBox="1"/>
              <p:nvPr/>
            </p:nvSpPr>
            <p:spPr>
              <a:xfrm>
                <a:off x="959770" y="5746763"/>
                <a:ext cx="1707270" cy="440777"/>
              </a:xfrm>
              <a:prstGeom prst="rect">
                <a:avLst/>
              </a:prstGeom>
              <a:noFill/>
            </p:spPr>
            <p:txBody>
              <a:bodyPr wrap="none" rtlCol="0">
                <a:spAutoFit/>
              </a:bodyPr>
              <a:lstStyle/>
              <a:p>
                <a:pPr algn="ctr"/>
                <a:r>
                  <a:rPr lang="en-IN" sz="1016" b="1" dirty="0">
                    <a:solidFill>
                      <a:schemeClr val="accent1"/>
                    </a:solidFill>
                    <a:latin typeface="Arial" panose="020B0604020202020204" pitchFamily="34" charset="0"/>
                    <a:cs typeface="Arial" panose="020B0604020202020204" pitchFamily="34" charset="0"/>
                  </a:rPr>
                  <a:t>BIARRITZ, FR</a:t>
                </a:r>
              </a:p>
            </p:txBody>
          </p:sp>
          <p:sp>
            <p:nvSpPr>
              <p:cNvPr id="61" name="TextBox 60">
                <a:extLst>
                  <a:ext uri="{FF2B5EF4-FFF2-40B4-BE49-F238E27FC236}">
                    <a16:creationId xmlns:a16="http://schemas.microsoft.com/office/drawing/2014/main" id="{7EEBDF6C-2512-DA81-6C15-A18EA3272B16}"/>
                  </a:ext>
                </a:extLst>
              </p:cNvPr>
              <p:cNvSpPr txBox="1"/>
              <p:nvPr/>
            </p:nvSpPr>
            <p:spPr>
              <a:xfrm>
                <a:off x="16601553" y="5776730"/>
                <a:ext cx="2086482" cy="506658"/>
              </a:xfrm>
              <a:prstGeom prst="rect">
                <a:avLst/>
              </a:prstGeom>
              <a:noFill/>
            </p:spPr>
            <p:txBody>
              <a:bodyPr wrap="none" rtlCol="0">
                <a:spAutoFit/>
              </a:bodyPr>
              <a:lstStyle/>
              <a:p>
                <a:pPr algn="ctr"/>
                <a:r>
                  <a:rPr lang="en-IN" sz="1016" b="1" dirty="0">
                    <a:solidFill>
                      <a:srgbClr val="00B0F0"/>
                    </a:solidFill>
                    <a:latin typeface="Arial" panose="020B0604020202020204" pitchFamily="34" charset="0"/>
                    <a:cs typeface="Arial" panose="020B0604020202020204" pitchFamily="34" charset="0"/>
                  </a:rPr>
                  <a:t>LONDON, UK</a:t>
                </a:r>
              </a:p>
            </p:txBody>
          </p:sp>
        </p:grpSp>
        <p:grpSp>
          <p:nvGrpSpPr>
            <p:cNvPr id="42" name="Group 41">
              <a:extLst>
                <a:ext uri="{FF2B5EF4-FFF2-40B4-BE49-F238E27FC236}">
                  <a16:creationId xmlns:a16="http://schemas.microsoft.com/office/drawing/2014/main" id="{614D9B46-4C28-02DD-4494-B829D2BE804B}"/>
                </a:ext>
              </a:extLst>
            </p:cNvPr>
            <p:cNvGrpSpPr/>
            <p:nvPr/>
          </p:nvGrpSpPr>
          <p:grpSpPr>
            <a:xfrm>
              <a:off x="1509970" y="1394136"/>
              <a:ext cx="635931" cy="1273457"/>
              <a:chOff x="3349635" y="1194861"/>
              <a:chExt cx="1228230" cy="2504261"/>
            </a:xfrm>
          </p:grpSpPr>
          <p:grpSp>
            <p:nvGrpSpPr>
              <p:cNvPr id="106" name="Group 105">
                <a:extLst>
                  <a:ext uri="{FF2B5EF4-FFF2-40B4-BE49-F238E27FC236}">
                    <a16:creationId xmlns:a16="http://schemas.microsoft.com/office/drawing/2014/main" id="{47495BCA-48DF-20F5-1CA8-5F1A2346CEE9}"/>
                  </a:ext>
                </a:extLst>
              </p:cNvPr>
              <p:cNvGrpSpPr/>
              <p:nvPr/>
            </p:nvGrpSpPr>
            <p:grpSpPr>
              <a:xfrm rot="10800000">
                <a:off x="3461938" y="1644268"/>
                <a:ext cx="991518" cy="2054854"/>
                <a:chOff x="1233889" y="3475613"/>
                <a:chExt cx="991518" cy="2054854"/>
              </a:xfrm>
            </p:grpSpPr>
            <p:sp>
              <p:nvSpPr>
                <p:cNvPr id="107" name="Oval 106">
                  <a:extLst>
                    <a:ext uri="{FF2B5EF4-FFF2-40B4-BE49-F238E27FC236}">
                      <a16:creationId xmlns:a16="http://schemas.microsoft.com/office/drawing/2014/main" id="{A9C6E3CF-8791-252C-B642-52BD5309A8FF}"/>
                    </a:ext>
                  </a:extLst>
                </p:cNvPr>
                <p:cNvSpPr/>
                <p:nvPr/>
              </p:nvSpPr>
              <p:spPr>
                <a:xfrm>
                  <a:off x="1233889" y="4538949"/>
                  <a:ext cx="991518" cy="9915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dirty="0"/>
                </a:p>
              </p:txBody>
            </p:sp>
            <p:cxnSp>
              <p:nvCxnSpPr>
                <p:cNvPr id="108" name="Straight Connector 107">
                  <a:extLst>
                    <a:ext uri="{FF2B5EF4-FFF2-40B4-BE49-F238E27FC236}">
                      <a16:creationId xmlns:a16="http://schemas.microsoft.com/office/drawing/2014/main" id="{15E564BB-67AB-86A2-8491-D265FACFB50E}"/>
                    </a:ext>
                  </a:extLst>
                </p:cNvPr>
                <p:cNvCxnSpPr/>
                <p:nvPr/>
              </p:nvCxnSpPr>
              <p:spPr>
                <a:xfrm>
                  <a:off x="1729648" y="3537332"/>
                  <a:ext cx="0" cy="1143000"/>
                </a:xfrm>
                <a:prstGeom prst="line">
                  <a:avLst/>
                </a:prstGeom>
                <a:ln w="28575">
                  <a:solidFill>
                    <a:schemeClr val="accent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9" name="Oval 108">
                  <a:extLst>
                    <a:ext uri="{FF2B5EF4-FFF2-40B4-BE49-F238E27FC236}">
                      <a16:creationId xmlns:a16="http://schemas.microsoft.com/office/drawing/2014/main" id="{97EE2A36-3C4A-5C45-69CE-2F94E8EC8B68}"/>
                    </a:ext>
                  </a:extLst>
                </p:cNvPr>
                <p:cNvSpPr/>
                <p:nvPr/>
              </p:nvSpPr>
              <p:spPr>
                <a:xfrm>
                  <a:off x="1672060" y="3475613"/>
                  <a:ext cx="115176" cy="115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grpSp>
            <p:nvGrpSpPr>
              <p:cNvPr id="149" name="Group 148">
                <a:extLst>
                  <a:ext uri="{FF2B5EF4-FFF2-40B4-BE49-F238E27FC236}">
                    <a16:creationId xmlns:a16="http://schemas.microsoft.com/office/drawing/2014/main" id="{68FE0BC1-23C6-B2BA-3E38-6F904F58C3E4}"/>
                  </a:ext>
                </a:extLst>
              </p:cNvPr>
              <p:cNvGrpSpPr/>
              <p:nvPr/>
            </p:nvGrpSpPr>
            <p:grpSpPr>
              <a:xfrm>
                <a:off x="3686354" y="1834843"/>
                <a:ext cx="561144" cy="610368"/>
                <a:chOff x="1065213" y="5067300"/>
                <a:chExt cx="814387" cy="885826"/>
              </a:xfrm>
              <a:solidFill>
                <a:schemeClr val="bg1"/>
              </a:solidFill>
            </p:grpSpPr>
            <p:sp>
              <p:nvSpPr>
                <p:cNvPr id="150" name="Freeform 41">
                  <a:extLst>
                    <a:ext uri="{FF2B5EF4-FFF2-40B4-BE49-F238E27FC236}">
                      <a16:creationId xmlns:a16="http://schemas.microsoft.com/office/drawing/2014/main" id="{62D17096-A55F-64FE-6D1C-9771BBA768C5}"/>
                    </a:ext>
                  </a:extLst>
                </p:cNvPr>
                <p:cNvSpPr>
                  <a:spLocks noEditPoints="1"/>
                </p:cNvSpPr>
                <p:nvPr/>
              </p:nvSpPr>
              <p:spPr bwMode="auto">
                <a:xfrm>
                  <a:off x="1195388" y="5199063"/>
                  <a:ext cx="554037" cy="754063"/>
                </a:xfrm>
                <a:custGeom>
                  <a:avLst/>
                  <a:gdLst>
                    <a:gd name="T0" fmla="*/ 882 w 2093"/>
                    <a:gd name="T1" fmla="*/ 2543 h 2851"/>
                    <a:gd name="T2" fmla="*/ 924 w 2093"/>
                    <a:gd name="T3" fmla="*/ 2603 h 2851"/>
                    <a:gd name="T4" fmla="*/ 1172 w 2093"/>
                    <a:gd name="T5" fmla="*/ 2583 h 2851"/>
                    <a:gd name="T6" fmla="*/ 1231 w 2093"/>
                    <a:gd name="T7" fmla="*/ 2540 h 2851"/>
                    <a:gd name="T8" fmla="*/ 1045 w 2093"/>
                    <a:gd name="T9" fmla="*/ 123 h 2851"/>
                    <a:gd name="T10" fmla="*/ 755 w 2093"/>
                    <a:gd name="T11" fmla="*/ 171 h 2851"/>
                    <a:gd name="T12" fmla="*/ 502 w 2093"/>
                    <a:gd name="T13" fmla="*/ 303 h 2851"/>
                    <a:gd name="T14" fmla="*/ 301 w 2093"/>
                    <a:gd name="T15" fmla="*/ 505 h 2851"/>
                    <a:gd name="T16" fmla="*/ 170 w 2093"/>
                    <a:gd name="T17" fmla="*/ 759 h 2851"/>
                    <a:gd name="T18" fmla="*/ 123 w 2093"/>
                    <a:gd name="T19" fmla="*/ 1053 h 2851"/>
                    <a:gd name="T20" fmla="*/ 169 w 2093"/>
                    <a:gd name="T21" fmla="*/ 1343 h 2851"/>
                    <a:gd name="T22" fmla="*/ 298 w 2093"/>
                    <a:gd name="T23" fmla="*/ 1598 h 2851"/>
                    <a:gd name="T24" fmla="*/ 499 w 2093"/>
                    <a:gd name="T25" fmla="*/ 1802 h 2851"/>
                    <a:gd name="T26" fmla="*/ 758 w 2093"/>
                    <a:gd name="T27" fmla="*/ 1936 h 2851"/>
                    <a:gd name="T28" fmla="*/ 799 w 2093"/>
                    <a:gd name="T29" fmla="*/ 1979 h 2851"/>
                    <a:gd name="T30" fmla="*/ 1293 w 2093"/>
                    <a:gd name="T31" fmla="*/ 1994 h 2851"/>
                    <a:gd name="T32" fmla="*/ 1321 w 2093"/>
                    <a:gd name="T33" fmla="*/ 1942 h 2851"/>
                    <a:gd name="T34" fmla="*/ 1534 w 2093"/>
                    <a:gd name="T35" fmla="*/ 1842 h 2851"/>
                    <a:gd name="T36" fmla="*/ 1751 w 2093"/>
                    <a:gd name="T37" fmla="*/ 1655 h 2851"/>
                    <a:gd name="T38" fmla="*/ 1900 w 2093"/>
                    <a:gd name="T39" fmla="*/ 1411 h 2851"/>
                    <a:gd name="T40" fmla="*/ 1967 w 2093"/>
                    <a:gd name="T41" fmla="*/ 1128 h 2851"/>
                    <a:gd name="T42" fmla="*/ 1943 w 2093"/>
                    <a:gd name="T43" fmla="*/ 830 h 2851"/>
                    <a:gd name="T44" fmla="*/ 1831 w 2093"/>
                    <a:gd name="T45" fmla="*/ 564 h 2851"/>
                    <a:gd name="T46" fmla="*/ 1647 w 2093"/>
                    <a:gd name="T47" fmla="*/ 347 h 2851"/>
                    <a:gd name="T48" fmla="*/ 1405 w 2093"/>
                    <a:gd name="T49" fmla="*/ 197 h 2851"/>
                    <a:gd name="T50" fmla="*/ 1122 w 2093"/>
                    <a:gd name="T51" fmla="*/ 127 h 2851"/>
                    <a:gd name="T52" fmla="*/ 1208 w 2093"/>
                    <a:gd name="T53" fmla="*/ 12 h 2851"/>
                    <a:gd name="T54" fmla="*/ 1506 w 2093"/>
                    <a:gd name="T55" fmla="*/ 106 h 2851"/>
                    <a:gd name="T56" fmla="*/ 1759 w 2093"/>
                    <a:gd name="T57" fmla="*/ 282 h 2851"/>
                    <a:gd name="T58" fmla="*/ 1950 w 2093"/>
                    <a:gd name="T59" fmla="*/ 522 h 2851"/>
                    <a:gd name="T60" fmla="*/ 2065 w 2093"/>
                    <a:gd name="T61" fmla="*/ 812 h 2851"/>
                    <a:gd name="T62" fmla="*/ 2091 w 2093"/>
                    <a:gd name="T63" fmla="*/ 1130 h 2851"/>
                    <a:gd name="T64" fmla="*/ 2027 w 2093"/>
                    <a:gd name="T65" fmla="*/ 1425 h 2851"/>
                    <a:gd name="T66" fmla="*/ 1886 w 2093"/>
                    <a:gd name="T67" fmla="*/ 1684 h 2851"/>
                    <a:gd name="T68" fmla="*/ 1678 w 2093"/>
                    <a:gd name="T69" fmla="*/ 1893 h 2851"/>
                    <a:gd name="T70" fmla="*/ 1416 w 2093"/>
                    <a:gd name="T71" fmla="*/ 2039 h 2851"/>
                    <a:gd name="T72" fmla="*/ 1391 w 2093"/>
                    <a:gd name="T73" fmla="*/ 2652 h 2851"/>
                    <a:gd name="T74" fmla="*/ 1293 w 2093"/>
                    <a:gd name="T75" fmla="*/ 2789 h 2851"/>
                    <a:gd name="T76" fmla="*/ 1251 w 2093"/>
                    <a:gd name="T77" fmla="*/ 2848 h 2851"/>
                    <a:gd name="T78" fmla="*/ 825 w 2093"/>
                    <a:gd name="T79" fmla="*/ 2838 h 2851"/>
                    <a:gd name="T80" fmla="*/ 800 w 2093"/>
                    <a:gd name="T81" fmla="*/ 2665 h 2851"/>
                    <a:gd name="T82" fmla="*/ 689 w 2093"/>
                    <a:gd name="T83" fmla="*/ 2640 h 2851"/>
                    <a:gd name="T84" fmla="*/ 607 w 2093"/>
                    <a:gd name="T85" fmla="*/ 2009 h 2851"/>
                    <a:gd name="T86" fmla="*/ 357 w 2093"/>
                    <a:gd name="T87" fmla="*/ 1846 h 2851"/>
                    <a:gd name="T88" fmla="*/ 165 w 2093"/>
                    <a:gd name="T89" fmla="*/ 1622 h 2851"/>
                    <a:gd name="T90" fmla="*/ 43 w 2093"/>
                    <a:gd name="T91" fmla="*/ 1354 h 2851"/>
                    <a:gd name="T92" fmla="*/ 0 w 2093"/>
                    <a:gd name="T93" fmla="*/ 1053 h 2851"/>
                    <a:gd name="T94" fmla="*/ 48 w 2093"/>
                    <a:gd name="T95" fmla="*/ 736 h 2851"/>
                    <a:gd name="T96" fmla="*/ 184 w 2093"/>
                    <a:gd name="T97" fmla="*/ 456 h 2851"/>
                    <a:gd name="T98" fmla="*/ 393 w 2093"/>
                    <a:gd name="T99" fmla="*/ 231 h 2851"/>
                    <a:gd name="T100" fmla="*/ 657 w 2093"/>
                    <a:gd name="T101" fmla="*/ 75 h 2851"/>
                    <a:gd name="T102" fmla="*/ 965 w 2093"/>
                    <a:gd name="T103" fmla="*/ 3 h 2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93" h="2851">
                      <a:moveTo>
                        <a:pt x="800" y="2231"/>
                      </a:moveTo>
                      <a:lnTo>
                        <a:pt x="800" y="2540"/>
                      </a:lnTo>
                      <a:lnTo>
                        <a:pt x="862" y="2540"/>
                      </a:lnTo>
                      <a:lnTo>
                        <a:pt x="882" y="2543"/>
                      </a:lnTo>
                      <a:lnTo>
                        <a:pt x="899" y="2553"/>
                      </a:lnTo>
                      <a:lnTo>
                        <a:pt x="911" y="2566"/>
                      </a:lnTo>
                      <a:lnTo>
                        <a:pt x="921" y="2583"/>
                      </a:lnTo>
                      <a:lnTo>
                        <a:pt x="924" y="2603"/>
                      </a:lnTo>
                      <a:lnTo>
                        <a:pt x="924" y="2726"/>
                      </a:lnTo>
                      <a:lnTo>
                        <a:pt x="1169" y="2726"/>
                      </a:lnTo>
                      <a:lnTo>
                        <a:pt x="1169" y="2603"/>
                      </a:lnTo>
                      <a:lnTo>
                        <a:pt x="1172" y="2583"/>
                      </a:lnTo>
                      <a:lnTo>
                        <a:pt x="1182" y="2566"/>
                      </a:lnTo>
                      <a:lnTo>
                        <a:pt x="1194" y="2553"/>
                      </a:lnTo>
                      <a:lnTo>
                        <a:pt x="1211" y="2543"/>
                      </a:lnTo>
                      <a:lnTo>
                        <a:pt x="1231" y="2540"/>
                      </a:lnTo>
                      <a:lnTo>
                        <a:pt x="1293" y="2540"/>
                      </a:lnTo>
                      <a:lnTo>
                        <a:pt x="1293" y="2231"/>
                      </a:lnTo>
                      <a:lnTo>
                        <a:pt x="800" y="2231"/>
                      </a:lnTo>
                      <a:close/>
                      <a:moveTo>
                        <a:pt x="1045" y="123"/>
                      </a:moveTo>
                      <a:lnTo>
                        <a:pt x="971" y="127"/>
                      </a:lnTo>
                      <a:lnTo>
                        <a:pt x="896" y="136"/>
                      </a:lnTo>
                      <a:lnTo>
                        <a:pt x="825" y="151"/>
                      </a:lnTo>
                      <a:lnTo>
                        <a:pt x="755" y="171"/>
                      </a:lnTo>
                      <a:lnTo>
                        <a:pt x="688" y="197"/>
                      </a:lnTo>
                      <a:lnTo>
                        <a:pt x="623" y="228"/>
                      </a:lnTo>
                      <a:lnTo>
                        <a:pt x="561" y="263"/>
                      </a:lnTo>
                      <a:lnTo>
                        <a:pt x="502" y="303"/>
                      </a:lnTo>
                      <a:lnTo>
                        <a:pt x="446" y="347"/>
                      </a:lnTo>
                      <a:lnTo>
                        <a:pt x="394" y="396"/>
                      </a:lnTo>
                      <a:lnTo>
                        <a:pt x="345" y="449"/>
                      </a:lnTo>
                      <a:lnTo>
                        <a:pt x="301" y="505"/>
                      </a:lnTo>
                      <a:lnTo>
                        <a:pt x="261" y="564"/>
                      </a:lnTo>
                      <a:lnTo>
                        <a:pt x="226" y="626"/>
                      </a:lnTo>
                      <a:lnTo>
                        <a:pt x="195" y="692"/>
                      </a:lnTo>
                      <a:lnTo>
                        <a:pt x="170" y="759"/>
                      </a:lnTo>
                      <a:lnTo>
                        <a:pt x="150" y="830"/>
                      </a:lnTo>
                      <a:lnTo>
                        <a:pt x="136" y="903"/>
                      </a:lnTo>
                      <a:lnTo>
                        <a:pt x="126" y="977"/>
                      </a:lnTo>
                      <a:lnTo>
                        <a:pt x="123" y="1053"/>
                      </a:lnTo>
                      <a:lnTo>
                        <a:pt x="126" y="1128"/>
                      </a:lnTo>
                      <a:lnTo>
                        <a:pt x="135" y="1202"/>
                      </a:lnTo>
                      <a:lnTo>
                        <a:pt x="149" y="1274"/>
                      </a:lnTo>
                      <a:lnTo>
                        <a:pt x="169" y="1343"/>
                      </a:lnTo>
                      <a:lnTo>
                        <a:pt x="193" y="1411"/>
                      </a:lnTo>
                      <a:lnTo>
                        <a:pt x="224" y="1477"/>
                      </a:lnTo>
                      <a:lnTo>
                        <a:pt x="258" y="1539"/>
                      </a:lnTo>
                      <a:lnTo>
                        <a:pt x="298" y="1598"/>
                      </a:lnTo>
                      <a:lnTo>
                        <a:pt x="342" y="1655"/>
                      </a:lnTo>
                      <a:lnTo>
                        <a:pt x="391" y="1708"/>
                      </a:lnTo>
                      <a:lnTo>
                        <a:pt x="442" y="1756"/>
                      </a:lnTo>
                      <a:lnTo>
                        <a:pt x="499" y="1802"/>
                      </a:lnTo>
                      <a:lnTo>
                        <a:pt x="558" y="1842"/>
                      </a:lnTo>
                      <a:lnTo>
                        <a:pt x="621" y="1878"/>
                      </a:lnTo>
                      <a:lnTo>
                        <a:pt x="689" y="1910"/>
                      </a:lnTo>
                      <a:lnTo>
                        <a:pt x="758" y="1936"/>
                      </a:lnTo>
                      <a:lnTo>
                        <a:pt x="772" y="1942"/>
                      </a:lnTo>
                      <a:lnTo>
                        <a:pt x="784" y="1953"/>
                      </a:lnTo>
                      <a:lnTo>
                        <a:pt x="793" y="1965"/>
                      </a:lnTo>
                      <a:lnTo>
                        <a:pt x="799" y="1979"/>
                      </a:lnTo>
                      <a:lnTo>
                        <a:pt x="800" y="1994"/>
                      </a:lnTo>
                      <a:lnTo>
                        <a:pt x="800" y="2107"/>
                      </a:lnTo>
                      <a:lnTo>
                        <a:pt x="1293" y="2107"/>
                      </a:lnTo>
                      <a:lnTo>
                        <a:pt x="1293" y="1994"/>
                      </a:lnTo>
                      <a:lnTo>
                        <a:pt x="1294" y="1979"/>
                      </a:lnTo>
                      <a:lnTo>
                        <a:pt x="1300" y="1965"/>
                      </a:lnTo>
                      <a:lnTo>
                        <a:pt x="1309" y="1953"/>
                      </a:lnTo>
                      <a:lnTo>
                        <a:pt x="1321" y="1942"/>
                      </a:lnTo>
                      <a:lnTo>
                        <a:pt x="1335" y="1936"/>
                      </a:lnTo>
                      <a:lnTo>
                        <a:pt x="1404" y="1910"/>
                      </a:lnTo>
                      <a:lnTo>
                        <a:pt x="1471" y="1878"/>
                      </a:lnTo>
                      <a:lnTo>
                        <a:pt x="1534" y="1842"/>
                      </a:lnTo>
                      <a:lnTo>
                        <a:pt x="1594" y="1802"/>
                      </a:lnTo>
                      <a:lnTo>
                        <a:pt x="1651" y="1756"/>
                      </a:lnTo>
                      <a:lnTo>
                        <a:pt x="1702" y="1708"/>
                      </a:lnTo>
                      <a:lnTo>
                        <a:pt x="1751" y="1655"/>
                      </a:lnTo>
                      <a:lnTo>
                        <a:pt x="1795" y="1598"/>
                      </a:lnTo>
                      <a:lnTo>
                        <a:pt x="1835" y="1539"/>
                      </a:lnTo>
                      <a:lnTo>
                        <a:pt x="1869" y="1477"/>
                      </a:lnTo>
                      <a:lnTo>
                        <a:pt x="1900" y="1411"/>
                      </a:lnTo>
                      <a:lnTo>
                        <a:pt x="1924" y="1343"/>
                      </a:lnTo>
                      <a:lnTo>
                        <a:pt x="1944" y="1274"/>
                      </a:lnTo>
                      <a:lnTo>
                        <a:pt x="1958" y="1202"/>
                      </a:lnTo>
                      <a:lnTo>
                        <a:pt x="1967" y="1128"/>
                      </a:lnTo>
                      <a:lnTo>
                        <a:pt x="1970" y="1053"/>
                      </a:lnTo>
                      <a:lnTo>
                        <a:pt x="1967" y="977"/>
                      </a:lnTo>
                      <a:lnTo>
                        <a:pt x="1957" y="903"/>
                      </a:lnTo>
                      <a:lnTo>
                        <a:pt x="1943" y="830"/>
                      </a:lnTo>
                      <a:lnTo>
                        <a:pt x="1923" y="759"/>
                      </a:lnTo>
                      <a:lnTo>
                        <a:pt x="1898" y="692"/>
                      </a:lnTo>
                      <a:lnTo>
                        <a:pt x="1867" y="626"/>
                      </a:lnTo>
                      <a:lnTo>
                        <a:pt x="1831" y="564"/>
                      </a:lnTo>
                      <a:lnTo>
                        <a:pt x="1792" y="505"/>
                      </a:lnTo>
                      <a:lnTo>
                        <a:pt x="1747" y="449"/>
                      </a:lnTo>
                      <a:lnTo>
                        <a:pt x="1699" y="396"/>
                      </a:lnTo>
                      <a:lnTo>
                        <a:pt x="1647" y="347"/>
                      </a:lnTo>
                      <a:lnTo>
                        <a:pt x="1591" y="303"/>
                      </a:lnTo>
                      <a:lnTo>
                        <a:pt x="1532" y="263"/>
                      </a:lnTo>
                      <a:lnTo>
                        <a:pt x="1470" y="228"/>
                      </a:lnTo>
                      <a:lnTo>
                        <a:pt x="1405" y="197"/>
                      </a:lnTo>
                      <a:lnTo>
                        <a:pt x="1338" y="171"/>
                      </a:lnTo>
                      <a:lnTo>
                        <a:pt x="1268" y="151"/>
                      </a:lnTo>
                      <a:lnTo>
                        <a:pt x="1197" y="136"/>
                      </a:lnTo>
                      <a:lnTo>
                        <a:pt x="1122" y="127"/>
                      </a:lnTo>
                      <a:lnTo>
                        <a:pt x="1045" y="123"/>
                      </a:lnTo>
                      <a:close/>
                      <a:moveTo>
                        <a:pt x="1045" y="0"/>
                      </a:moveTo>
                      <a:lnTo>
                        <a:pt x="1128" y="3"/>
                      </a:lnTo>
                      <a:lnTo>
                        <a:pt x="1208" y="12"/>
                      </a:lnTo>
                      <a:lnTo>
                        <a:pt x="1286" y="27"/>
                      </a:lnTo>
                      <a:lnTo>
                        <a:pt x="1362" y="48"/>
                      </a:lnTo>
                      <a:lnTo>
                        <a:pt x="1436" y="75"/>
                      </a:lnTo>
                      <a:lnTo>
                        <a:pt x="1506" y="106"/>
                      </a:lnTo>
                      <a:lnTo>
                        <a:pt x="1574" y="143"/>
                      </a:lnTo>
                      <a:lnTo>
                        <a:pt x="1639" y="186"/>
                      </a:lnTo>
                      <a:lnTo>
                        <a:pt x="1700" y="231"/>
                      </a:lnTo>
                      <a:lnTo>
                        <a:pt x="1759" y="282"/>
                      </a:lnTo>
                      <a:lnTo>
                        <a:pt x="1813" y="337"/>
                      </a:lnTo>
                      <a:lnTo>
                        <a:pt x="1863" y="395"/>
                      </a:lnTo>
                      <a:lnTo>
                        <a:pt x="1909" y="456"/>
                      </a:lnTo>
                      <a:lnTo>
                        <a:pt x="1950" y="522"/>
                      </a:lnTo>
                      <a:lnTo>
                        <a:pt x="1987" y="590"/>
                      </a:lnTo>
                      <a:lnTo>
                        <a:pt x="2018" y="662"/>
                      </a:lnTo>
                      <a:lnTo>
                        <a:pt x="2044" y="736"/>
                      </a:lnTo>
                      <a:lnTo>
                        <a:pt x="2065" y="812"/>
                      </a:lnTo>
                      <a:lnTo>
                        <a:pt x="2081" y="890"/>
                      </a:lnTo>
                      <a:lnTo>
                        <a:pt x="2090" y="971"/>
                      </a:lnTo>
                      <a:lnTo>
                        <a:pt x="2093" y="1053"/>
                      </a:lnTo>
                      <a:lnTo>
                        <a:pt x="2091" y="1130"/>
                      </a:lnTo>
                      <a:lnTo>
                        <a:pt x="2082" y="1206"/>
                      </a:lnTo>
                      <a:lnTo>
                        <a:pt x="2069" y="1281"/>
                      </a:lnTo>
                      <a:lnTo>
                        <a:pt x="2050" y="1354"/>
                      </a:lnTo>
                      <a:lnTo>
                        <a:pt x="2027" y="1425"/>
                      </a:lnTo>
                      <a:lnTo>
                        <a:pt x="1998" y="1493"/>
                      </a:lnTo>
                      <a:lnTo>
                        <a:pt x="1965" y="1559"/>
                      </a:lnTo>
                      <a:lnTo>
                        <a:pt x="1928" y="1622"/>
                      </a:lnTo>
                      <a:lnTo>
                        <a:pt x="1886" y="1684"/>
                      </a:lnTo>
                      <a:lnTo>
                        <a:pt x="1840" y="1741"/>
                      </a:lnTo>
                      <a:lnTo>
                        <a:pt x="1789" y="1796"/>
                      </a:lnTo>
                      <a:lnTo>
                        <a:pt x="1736" y="1846"/>
                      </a:lnTo>
                      <a:lnTo>
                        <a:pt x="1678" y="1893"/>
                      </a:lnTo>
                      <a:lnTo>
                        <a:pt x="1617" y="1936"/>
                      </a:lnTo>
                      <a:lnTo>
                        <a:pt x="1553" y="1975"/>
                      </a:lnTo>
                      <a:lnTo>
                        <a:pt x="1486" y="2009"/>
                      </a:lnTo>
                      <a:lnTo>
                        <a:pt x="1416" y="2039"/>
                      </a:lnTo>
                      <a:lnTo>
                        <a:pt x="1416" y="2603"/>
                      </a:lnTo>
                      <a:lnTo>
                        <a:pt x="1413" y="2623"/>
                      </a:lnTo>
                      <a:lnTo>
                        <a:pt x="1404" y="2640"/>
                      </a:lnTo>
                      <a:lnTo>
                        <a:pt x="1391" y="2652"/>
                      </a:lnTo>
                      <a:lnTo>
                        <a:pt x="1374" y="2662"/>
                      </a:lnTo>
                      <a:lnTo>
                        <a:pt x="1354" y="2665"/>
                      </a:lnTo>
                      <a:lnTo>
                        <a:pt x="1293" y="2665"/>
                      </a:lnTo>
                      <a:lnTo>
                        <a:pt x="1293" y="2789"/>
                      </a:lnTo>
                      <a:lnTo>
                        <a:pt x="1290" y="2809"/>
                      </a:lnTo>
                      <a:lnTo>
                        <a:pt x="1280" y="2826"/>
                      </a:lnTo>
                      <a:lnTo>
                        <a:pt x="1268" y="2838"/>
                      </a:lnTo>
                      <a:lnTo>
                        <a:pt x="1251" y="2848"/>
                      </a:lnTo>
                      <a:lnTo>
                        <a:pt x="1231" y="2851"/>
                      </a:lnTo>
                      <a:lnTo>
                        <a:pt x="862" y="2851"/>
                      </a:lnTo>
                      <a:lnTo>
                        <a:pt x="842" y="2848"/>
                      </a:lnTo>
                      <a:lnTo>
                        <a:pt x="825" y="2838"/>
                      </a:lnTo>
                      <a:lnTo>
                        <a:pt x="812" y="2826"/>
                      </a:lnTo>
                      <a:lnTo>
                        <a:pt x="803" y="2809"/>
                      </a:lnTo>
                      <a:lnTo>
                        <a:pt x="800" y="2789"/>
                      </a:lnTo>
                      <a:lnTo>
                        <a:pt x="800" y="2665"/>
                      </a:lnTo>
                      <a:lnTo>
                        <a:pt x="739" y="2665"/>
                      </a:lnTo>
                      <a:lnTo>
                        <a:pt x="719" y="2662"/>
                      </a:lnTo>
                      <a:lnTo>
                        <a:pt x="702" y="2652"/>
                      </a:lnTo>
                      <a:lnTo>
                        <a:pt x="689" y="2640"/>
                      </a:lnTo>
                      <a:lnTo>
                        <a:pt x="680" y="2623"/>
                      </a:lnTo>
                      <a:lnTo>
                        <a:pt x="677" y="2603"/>
                      </a:lnTo>
                      <a:lnTo>
                        <a:pt x="677" y="2039"/>
                      </a:lnTo>
                      <a:lnTo>
                        <a:pt x="607" y="2009"/>
                      </a:lnTo>
                      <a:lnTo>
                        <a:pt x="540" y="1975"/>
                      </a:lnTo>
                      <a:lnTo>
                        <a:pt x="476" y="1936"/>
                      </a:lnTo>
                      <a:lnTo>
                        <a:pt x="415" y="1893"/>
                      </a:lnTo>
                      <a:lnTo>
                        <a:pt x="357" y="1846"/>
                      </a:lnTo>
                      <a:lnTo>
                        <a:pt x="303" y="1796"/>
                      </a:lnTo>
                      <a:lnTo>
                        <a:pt x="253" y="1741"/>
                      </a:lnTo>
                      <a:lnTo>
                        <a:pt x="207" y="1684"/>
                      </a:lnTo>
                      <a:lnTo>
                        <a:pt x="165" y="1622"/>
                      </a:lnTo>
                      <a:lnTo>
                        <a:pt x="128" y="1559"/>
                      </a:lnTo>
                      <a:lnTo>
                        <a:pt x="95" y="1493"/>
                      </a:lnTo>
                      <a:lnTo>
                        <a:pt x="66" y="1425"/>
                      </a:lnTo>
                      <a:lnTo>
                        <a:pt x="43" y="1354"/>
                      </a:lnTo>
                      <a:lnTo>
                        <a:pt x="24" y="1281"/>
                      </a:lnTo>
                      <a:lnTo>
                        <a:pt x="11" y="1206"/>
                      </a:lnTo>
                      <a:lnTo>
                        <a:pt x="2" y="1130"/>
                      </a:lnTo>
                      <a:lnTo>
                        <a:pt x="0" y="1053"/>
                      </a:lnTo>
                      <a:lnTo>
                        <a:pt x="3" y="971"/>
                      </a:lnTo>
                      <a:lnTo>
                        <a:pt x="12" y="890"/>
                      </a:lnTo>
                      <a:lnTo>
                        <a:pt x="27" y="812"/>
                      </a:lnTo>
                      <a:lnTo>
                        <a:pt x="48" y="736"/>
                      </a:lnTo>
                      <a:lnTo>
                        <a:pt x="75" y="662"/>
                      </a:lnTo>
                      <a:lnTo>
                        <a:pt x="106" y="590"/>
                      </a:lnTo>
                      <a:lnTo>
                        <a:pt x="143" y="522"/>
                      </a:lnTo>
                      <a:lnTo>
                        <a:pt x="184" y="456"/>
                      </a:lnTo>
                      <a:lnTo>
                        <a:pt x="230" y="395"/>
                      </a:lnTo>
                      <a:lnTo>
                        <a:pt x="280" y="337"/>
                      </a:lnTo>
                      <a:lnTo>
                        <a:pt x="334" y="282"/>
                      </a:lnTo>
                      <a:lnTo>
                        <a:pt x="393" y="231"/>
                      </a:lnTo>
                      <a:lnTo>
                        <a:pt x="454" y="186"/>
                      </a:lnTo>
                      <a:lnTo>
                        <a:pt x="519" y="143"/>
                      </a:lnTo>
                      <a:lnTo>
                        <a:pt x="587" y="106"/>
                      </a:lnTo>
                      <a:lnTo>
                        <a:pt x="657" y="75"/>
                      </a:lnTo>
                      <a:lnTo>
                        <a:pt x="731" y="48"/>
                      </a:lnTo>
                      <a:lnTo>
                        <a:pt x="807" y="27"/>
                      </a:lnTo>
                      <a:lnTo>
                        <a:pt x="885" y="12"/>
                      </a:lnTo>
                      <a:lnTo>
                        <a:pt x="965" y="3"/>
                      </a:lnTo>
                      <a:lnTo>
                        <a:pt x="1045"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1" name="Freeform 42">
                  <a:extLst>
                    <a:ext uri="{FF2B5EF4-FFF2-40B4-BE49-F238E27FC236}">
                      <a16:creationId xmlns:a16="http://schemas.microsoft.com/office/drawing/2014/main" id="{C9F671F2-5878-0BB2-BE51-08A455D5F61A}"/>
                    </a:ext>
                  </a:extLst>
                </p:cNvPr>
                <p:cNvSpPr>
                  <a:spLocks/>
                </p:cNvSpPr>
                <p:nvPr/>
              </p:nvSpPr>
              <p:spPr bwMode="auto">
                <a:xfrm>
                  <a:off x="1455738" y="5067300"/>
                  <a:ext cx="33337" cy="98425"/>
                </a:xfrm>
                <a:custGeom>
                  <a:avLst/>
                  <a:gdLst>
                    <a:gd name="T0" fmla="*/ 60 w 123"/>
                    <a:gd name="T1" fmla="*/ 0 h 372"/>
                    <a:gd name="T2" fmla="*/ 81 w 123"/>
                    <a:gd name="T3" fmla="*/ 3 h 372"/>
                    <a:gd name="T4" fmla="*/ 98 w 123"/>
                    <a:gd name="T5" fmla="*/ 12 h 372"/>
                    <a:gd name="T6" fmla="*/ 111 w 123"/>
                    <a:gd name="T7" fmla="*/ 26 h 372"/>
                    <a:gd name="T8" fmla="*/ 120 w 123"/>
                    <a:gd name="T9" fmla="*/ 43 h 372"/>
                    <a:gd name="T10" fmla="*/ 123 w 123"/>
                    <a:gd name="T11" fmla="*/ 62 h 372"/>
                    <a:gd name="T12" fmla="*/ 123 w 123"/>
                    <a:gd name="T13" fmla="*/ 310 h 372"/>
                    <a:gd name="T14" fmla="*/ 120 w 123"/>
                    <a:gd name="T15" fmla="*/ 330 h 372"/>
                    <a:gd name="T16" fmla="*/ 111 w 123"/>
                    <a:gd name="T17" fmla="*/ 347 h 372"/>
                    <a:gd name="T18" fmla="*/ 98 w 123"/>
                    <a:gd name="T19" fmla="*/ 359 h 372"/>
                    <a:gd name="T20" fmla="*/ 81 w 123"/>
                    <a:gd name="T21" fmla="*/ 369 h 372"/>
                    <a:gd name="T22" fmla="*/ 60 w 123"/>
                    <a:gd name="T23" fmla="*/ 372 h 372"/>
                    <a:gd name="T24" fmla="*/ 42 w 123"/>
                    <a:gd name="T25" fmla="*/ 369 h 372"/>
                    <a:gd name="T26" fmla="*/ 25 w 123"/>
                    <a:gd name="T27" fmla="*/ 359 h 372"/>
                    <a:gd name="T28" fmla="*/ 12 w 123"/>
                    <a:gd name="T29" fmla="*/ 347 h 372"/>
                    <a:gd name="T30" fmla="*/ 3 w 123"/>
                    <a:gd name="T31" fmla="*/ 330 h 372"/>
                    <a:gd name="T32" fmla="*/ 0 w 123"/>
                    <a:gd name="T33" fmla="*/ 310 h 372"/>
                    <a:gd name="T34" fmla="*/ 0 w 123"/>
                    <a:gd name="T35" fmla="*/ 62 h 372"/>
                    <a:gd name="T36" fmla="*/ 3 w 123"/>
                    <a:gd name="T37" fmla="*/ 43 h 372"/>
                    <a:gd name="T38" fmla="*/ 12 w 123"/>
                    <a:gd name="T39" fmla="*/ 26 h 372"/>
                    <a:gd name="T40" fmla="*/ 25 w 123"/>
                    <a:gd name="T41" fmla="*/ 12 h 372"/>
                    <a:gd name="T42" fmla="*/ 42 w 123"/>
                    <a:gd name="T43" fmla="*/ 3 h 372"/>
                    <a:gd name="T44" fmla="*/ 60 w 123"/>
                    <a:gd name="T4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3" h="372">
                      <a:moveTo>
                        <a:pt x="60" y="0"/>
                      </a:moveTo>
                      <a:lnTo>
                        <a:pt x="81" y="3"/>
                      </a:lnTo>
                      <a:lnTo>
                        <a:pt x="98" y="12"/>
                      </a:lnTo>
                      <a:lnTo>
                        <a:pt x="111" y="26"/>
                      </a:lnTo>
                      <a:lnTo>
                        <a:pt x="120" y="43"/>
                      </a:lnTo>
                      <a:lnTo>
                        <a:pt x="123" y="62"/>
                      </a:lnTo>
                      <a:lnTo>
                        <a:pt x="123" y="310"/>
                      </a:lnTo>
                      <a:lnTo>
                        <a:pt x="120" y="330"/>
                      </a:lnTo>
                      <a:lnTo>
                        <a:pt x="111" y="347"/>
                      </a:lnTo>
                      <a:lnTo>
                        <a:pt x="98" y="359"/>
                      </a:lnTo>
                      <a:lnTo>
                        <a:pt x="81" y="369"/>
                      </a:lnTo>
                      <a:lnTo>
                        <a:pt x="60" y="372"/>
                      </a:lnTo>
                      <a:lnTo>
                        <a:pt x="42" y="369"/>
                      </a:lnTo>
                      <a:lnTo>
                        <a:pt x="25" y="359"/>
                      </a:lnTo>
                      <a:lnTo>
                        <a:pt x="12" y="347"/>
                      </a:lnTo>
                      <a:lnTo>
                        <a:pt x="3" y="330"/>
                      </a:lnTo>
                      <a:lnTo>
                        <a:pt x="0" y="310"/>
                      </a:lnTo>
                      <a:lnTo>
                        <a:pt x="0" y="62"/>
                      </a:lnTo>
                      <a:lnTo>
                        <a:pt x="3" y="43"/>
                      </a:lnTo>
                      <a:lnTo>
                        <a:pt x="12" y="26"/>
                      </a:lnTo>
                      <a:lnTo>
                        <a:pt x="25" y="12"/>
                      </a:lnTo>
                      <a:lnTo>
                        <a:pt x="42" y="3"/>
                      </a:lnTo>
                      <a:lnTo>
                        <a:pt x="60"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2" name="Freeform 43">
                  <a:extLst>
                    <a:ext uri="{FF2B5EF4-FFF2-40B4-BE49-F238E27FC236}">
                      <a16:creationId xmlns:a16="http://schemas.microsoft.com/office/drawing/2014/main" id="{AD4B9F29-2C78-DC1B-9EAC-63182D405B61}"/>
                    </a:ext>
                  </a:extLst>
                </p:cNvPr>
                <p:cNvSpPr>
                  <a:spLocks/>
                </p:cNvSpPr>
                <p:nvPr/>
              </p:nvSpPr>
              <p:spPr bwMode="auto">
                <a:xfrm>
                  <a:off x="1781175" y="5461000"/>
                  <a:ext cx="98425" cy="33338"/>
                </a:xfrm>
                <a:custGeom>
                  <a:avLst/>
                  <a:gdLst>
                    <a:gd name="T0" fmla="*/ 60 w 369"/>
                    <a:gd name="T1" fmla="*/ 0 h 123"/>
                    <a:gd name="T2" fmla="*/ 307 w 369"/>
                    <a:gd name="T3" fmla="*/ 0 h 123"/>
                    <a:gd name="T4" fmla="*/ 326 w 369"/>
                    <a:gd name="T5" fmla="*/ 3 h 123"/>
                    <a:gd name="T6" fmla="*/ 344 w 369"/>
                    <a:gd name="T7" fmla="*/ 11 h 123"/>
                    <a:gd name="T8" fmla="*/ 356 w 369"/>
                    <a:gd name="T9" fmla="*/ 25 h 123"/>
                    <a:gd name="T10" fmla="*/ 366 w 369"/>
                    <a:gd name="T11" fmla="*/ 42 h 123"/>
                    <a:gd name="T12" fmla="*/ 369 w 369"/>
                    <a:gd name="T13" fmla="*/ 61 h 123"/>
                    <a:gd name="T14" fmla="*/ 366 w 369"/>
                    <a:gd name="T15" fmla="*/ 81 h 123"/>
                    <a:gd name="T16" fmla="*/ 356 w 369"/>
                    <a:gd name="T17" fmla="*/ 98 h 123"/>
                    <a:gd name="T18" fmla="*/ 344 w 369"/>
                    <a:gd name="T19" fmla="*/ 112 h 123"/>
                    <a:gd name="T20" fmla="*/ 326 w 369"/>
                    <a:gd name="T21" fmla="*/ 120 h 123"/>
                    <a:gd name="T22" fmla="*/ 307 w 369"/>
                    <a:gd name="T23" fmla="*/ 123 h 123"/>
                    <a:gd name="T24" fmla="*/ 60 w 369"/>
                    <a:gd name="T25" fmla="*/ 123 h 123"/>
                    <a:gd name="T26" fmla="*/ 42 w 369"/>
                    <a:gd name="T27" fmla="*/ 120 h 123"/>
                    <a:gd name="T28" fmla="*/ 25 w 369"/>
                    <a:gd name="T29" fmla="*/ 112 h 123"/>
                    <a:gd name="T30" fmla="*/ 11 w 369"/>
                    <a:gd name="T31" fmla="*/ 98 h 123"/>
                    <a:gd name="T32" fmla="*/ 3 w 369"/>
                    <a:gd name="T33" fmla="*/ 81 h 123"/>
                    <a:gd name="T34" fmla="*/ 0 w 369"/>
                    <a:gd name="T35" fmla="*/ 61 h 123"/>
                    <a:gd name="T36" fmla="*/ 3 w 369"/>
                    <a:gd name="T37" fmla="*/ 42 h 123"/>
                    <a:gd name="T38" fmla="*/ 11 w 369"/>
                    <a:gd name="T39" fmla="*/ 25 h 123"/>
                    <a:gd name="T40" fmla="*/ 25 w 369"/>
                    <a:gd name="T41" fmla="*/ 11 h 123"/>
                    <a:gd name="T42" fmla="*/ 42 w 369"/>
                    <a:gd name="T43" fmla="*/ 3 h 123"/>
                    <a:gd name="T44" fmla="*/ 60 w 369"/>
                    <a:gd name="T45"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9" h="123">
                      <a:moveTo>
                        <a:pt x="60" y="0"/>
                      </a:moveTo>
                      <a:lnTo>
                        <a:pt x="307" y="0"/>
                      </a:lnTo>
                      <a:lnTo>
                        <a:pt x="326" y="3"/>
                      </a:lnTo>
                      <a:lnTo>
                        <a:pt x="344" y="11"/>
                      </a:lnTo>
                      <a:lnTo>
                        <a:pt x="356" y="25"/>
                      </a:lnTo>
                      <a:lnTo>
                        <a:pt x="366" y="42"/>
                      </a:lnTo>
                      <a:lnTo>
                        <a:pt x="369" y="61"/>
                      </a:lnTo>
                      <a:lnTo>
                        <a:pt x="366" y="81"/>
                      </a:lnTo>
                      <a:lnTo>
                        <a:pt x="356" y="98"/>
                      </a:lnTo>
                      <a:lnTo>
                        <a:pt x="344" y="112"/>
                      </a:lnTo>
                      <a:lnTo>
                        <a:pt x="326" y="120"/>
                      </a:lnTo>
                      <a:lnTo>
                        <a:pt x="307" y="123"/>
                      </a:lnTo>
                      <a:lnTo>
                        <a:pt x="60" y="123"/>
                      </a:lnTo>
                      <a:lnTo>
                        <a:pt x="42" y="120"/>
                      </a:lnTo>
                      <a:lnTo>
                        <a:pt x="25" y="112"/>
                      </a:lnTo>
                      <a:lnTo>
                        <a:pt x="11" y="98"/>
                      </a:lnTo>
                      <a:lnTo>
                        <a:pt x="3" y="81"/>
                      </a:lnTo>
                      <a:lnTo>
                        <a:pt x="0" y="61"/>
                      </a:lnTo>
                      <a:lnTo>
                        <a:pt x="3" y="42"/>
                      </a:lnTo>
                      <a:lnTo>
                        <a:pt x="11" y="25"/>
                      </a:lnTo>
                      <a:lnTo>
                        <a:pt x="25" y="11"/>
                      </a:lnTo>
                      <a:lnTo>
                        <a:pt x="42" y="3"/>
                      </a:lnTo>
                      <a:lnTo>
                        <a:pt x="60"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3" name="Freeform 44">
                  <a:extLst>
                    <a:ext uri="{FF2B5EF4-FFF2-40B4-BE49-F238E27FC236}">
                      <a16:creationId xmlns:a16="http://schemas.microsoft.com/office/drawing/2014/main" id="{6884FE69-D21D-09F5-D58D-D87C23474546}"/>
                    </a:ext>
                  </a:extLst>
                </p:cNvPr>
                <p:cNvSpPr>
                  <a:spLocks/>
                </p:cNvSpPr>
                <p:nvPr/>
              </p:nvSpPr>
              <p:spPr bwMode="auto">
                <a:xfrm>
                  <a:off x="1065213" y="5461000"/>
                  <a:ext cx="96837" cy="33338"/>
                </a:xfrm>
                <a:custGeom>
                  <a:avLst/>
                  <a:gdLst>
                    <a:gd name="T0" fmla="*/ 62 w 369"/>
                    <a:gd name="T1" fmla="*/ 0 h 123"/>
                    <a:gd name="T2" fmla="*/ 308 w 369"/>
                    <a:gd name="T3" fmla="*/ 0 h 123"/>
                    <a:gd name="T4" fmla="*/ 327 w 369"/>
                    <a:gd name="T5" fmla="*/ 3 h 123"/>
                    <a:gd name="T6" fmla="*/ 344 w 369"/>
                    <a:gd name="T7" fmla="*/ 11 h 123"/>
                    <a:gd name="T8" fmla="*/ 358 w 369"/>
                    <a:gd name="T9" fmla="*/ 25 h 123"/>
                    <a:gd name="T10" fmla="*/ 366 w 369"/>
                    <a:gd name="T11" fmla="*/ 42 h 123"/>
                    <a:gd name="T12" fmla="*/ 369 w 369"/>
                    <a:gd name="T13" fmla="*/ 61 h 123"/>
                    <a:gd name="T14" fmla="*/ 366 w 369"/>
                    <a:gd name="T15" fmla="*/ 81 h 123"/>
                    <a:gd name="T16" fmla="*/ 358 w 369"/>
                    <a:gd name="T17" fmla="*/ 98 h 123"/>
                    <a:gd name="T18" fmla="*/ 344 w 369"/>
                    <a:gd name="T19" fmla="*/ 112 h 123"/>
                    <a:gd name="T20" fmla="*/ 327 w 369"/>
                    <a:gd name="T21" fmla="*/ 120 h 123"/>
                    <a:gd name="T22" fmla="*/ 308 w 369"/>
                    <a:gd name="T23" fmla="*/ 123 h 123"/>
                    <a:gd name="T24" fmla="*/ 62 w 369"/>
                    <a:gd name="T25" fmla="*/ 123 h 123"/>
                    <a:gd name="T26" fmla="*/ 43 w 369"/>
                    <a:gd name="T27" fmla="*/ 120 h 123"/>
                    <a:gd name="T28" fmla="*/ 25 w 369"/>
                    <a:gd name="T29" fmla="*/ 112 h 123"/>
                    <a:gd name="T30" fmla="*/ 13 w 369"/>
                    <a:gd name="T31" fmla="*/ 98 h 123"/>
                    <a:gd name="T32" fmla="*/ 3 w 369"/>
                    <a:gd name="T33" fmla="*/ 81 h 123"/>
                    <a:gd name="T34" fmla="*/ 0 w 369"/>
                    <a:gd name="T35" fmla="*/ 61 h 123"/>
                    <a:gd name="T36" fmla="*/ 3 w 369"/>
                    <a:gd name="T37" fmla="*/ 42 h 123"/>
                    <a:gd name="T38" fmla="*/ 13 w 369"/>
                    <a:gd name="T39" fmla="*/ 25 h 123"/>
                    <a:gd name="T40" fmla="*/ 25 w 369"/>
                    <a:gd name="T41" fmla="*/ 11 h 123"/>
                    <a:gd name="T42" fmla="*/ 43 w 369"/>
                    <a:gd name="T43" fmla="*/ 3 h 123"/>
                    <a:gd name="T44" fmla="*/ 62 w 369"/>
                    <a:gd name="T45"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9" h="123">
                      <a:moveTo>
                        <a:pt x="62" y="0"/>
                      </a:moveTo>
                      <a:lnTo>
                        <a:pt x="308" y="0"/>
                      </a:lnTo>
                      <a:lnTo>
                        <a:pt x="327" y="3"/>
                      </a:lnTo>
                      <a:lnTo>
                        <a:pt x="344" y="11"/>
                      </a:lnTo>
                      <a:lnTo>
                        <a:pt x="358" y="25"/>
                      </a:lnTo>
                      <a:lnTo>
                        <a:pt x="366" y="42"/>
                      </a:lnTo>
                      <a:lnTo>
                        <a:pt x="369" y="61"/>
                      </a:lnTo>
                      <a:lnTo>
                        <a:pt x="366" y="81"/>
                      </a:lnTo>
                      <a:lnTo>
                        <a:pt x="358" y="98"/>
                      </a:lnTo>
                      <a:lnTo>
                        <a:pt x="344" y="112"/>
                      </a:lnTo>
                      <a:lnTo>
                        <a:pt x="327" y="120"/>
                      </a:lnTo>
                      <a:lnTo>
                        <a:pt x="308" y="123"/>
                      </a:lnTo>
                      <a:lnTo>
                        <a:pt x="62" y="123"/>
                      </a:lnTo>
                      <a:lnTo>
                        <a:pt x="43" y="120"/>
                      </a:lnTo>
                      <a:lnTo>
                        <a:pt x="25" y="112"/>
                      </a:lnTo>
                      <a:lnTo>
                        <a:pt x="13" y="98"/>
                      </a:lnTo>
                      <a:lnTo>
                        <a:pt x="3" y="81"/>
                      </a:lnTo>
                      <a:lnTo>
                        <a:pt x="0" y="61"/>
                      </a:lnTo>
                      <a:lnTo>
                        <a:pt x="3" y="42"/>
                      </a:lnTo>
                      <a:lnTo>
                        <a:pt x="13" y="25"/>
                      </a:lnTo>
                      <a:lnTo>
                        <a:pt x="25" y="11"/>
                      </a:lnTo>
                      <a:lnTo>
                        <a:pt x="43" y="3"/>
                      </a:lnTo>
                      <a:lnTo>
                        <a:pt x="62"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4" name="Freeform 45">
                  <a:extLst>
                    <a:ext uri="{FF2B5EF4-FFF2-40B4-BE49-F238E27FC236}">
                      <a16:creationId xmlns:a16="http://schemas.microsoft.com/office/drawing/2014/main" id="{D8D91BE8-34DD-F9E6-53D8-D6AB88A1E29A}"/>
                    </a:ext>
                  </a:extLst>
                </p:cNvPr>
                <p:cNvSpPr>
                  <a:spLocks/>
                </p:cNvSpPr>
                <p:nvPr/>
              </p:nvSpPr>
              <p:spPr bwMode="auto">
                <a:xfrm>
                  <a:off x="1685925" y="5183188"/>
                  <a:ext cx="79375" cy="79375"/>
                </a:xfrm>
                <a:custGeom>
                  <a:avLst/>
                  <a:gdLst>
                    <a:gd name="T0" fmla="*/ 236 w 297"/>
                    <a:gd name="T1" fmla="*/ 0 h 298"/>
                    <a:gd name="T2" fmla="*/ 250 w 297"/>
                    <a:gd name="T3" fmla="*/ 2 h 298"/>
                    <a:gd name="T4" fmla="*/ 265 w 297"/>
                    <a:gd name="T5" fmla="*/ 8 h 298"/>
                    <a:gd name="T6" fmla="*/ 279 w 297"/>
                    <a:gd name="T7" fmla="*/ 18 h 298"/>
                    <a:gd name="T8" fmla="*/ 289 w 297"/>
                    <a:gd name="T9" fmla="*/ 31 h 298"/>
                    <a:gd name="T10" fmla="*/ 294 w 297"/>
                    <a:gd name="T11" fmla="*/ 46 h 298"/>
                    <a:gd name="T12" fmla="*/ 297 w 297"/>
                    <a:gd name="T13" fmla="*/ 62 h 298"/>
                    <a:gd name="T14" fmla="*/ 294 w 297"/>
                    <a:gd name="T15" fmla="*/ 78 h 298"/>
                    <a:gd name="T16" fmla="*/ 289 w 297"/>
                    <a:gd name="T17" fmla="*/ 93 h 298"/>
                    <a:gd name="T18" fmla="*/ 279 w 297"/>
                    <a:gd name="T19" fmla="*/ 105 h 298"/>
                    <a:gd name="T20" fmla="*/ 105 w 297"/>
                    <a:gd name="T21" fmla="*/ 281 h 298"/>
                    <a:gd name="T22" fmla="*/ 92 w 297"/>
                    <a:gd name="T23" fmla="*/ 291 h 298"/>
                    <a:gd name="T24" fmla="*/ 77 w 297"/>
                    <a:gd name="T25" fmla="*/ 296 h 298"/>
                    <a:gd name="T26" fmla="*/ 62 w 297"/>
                    <a:gd name="T27" fmla="*/ 298 h 298"/>
                    <a:gd name="T28" fmla="*/ 46 w 297"/>
                    <a:gd name="T29" fmla="*/ 296 h 298"/>
                    <a:gd name="T30" fmla="*/ 31 w 297"/>
                    <a:gd name="T31" fmla="*/ 291 h 298"/>
                    <a:gd name="T32" fmla="*/ 17 w 297"/>
                    <a:gd name="T33" fmla="*/ 281 h 298"/>
                    <a:gd name="T34" fmla="*/ 8 w 297"/>
                    <a:gd name="T35" fmla="*/ 267 h 298"/>
                    <a:gd name="T36" fmla="*/ 2 w 297"/>
                    <a:gd name="T37" fmla="*/ 252 h 298"/>
                    <a:gd name="T38" fmla="*/ 0 w 297"/>
                    <a:gd name="T39" fmla="*/ 237 h 298"/>
                    <a:gd name="T40" fmla="*/ 2 w 297"/>
                    <a:gd name="T41" fmla="*/ 221 h 298"/>
                    <a:gd name="T42" fmla="*/ 8 w 297"/>
                    <a:gd name="T43" fmla="*/ 207 h 298"/>
                    <a:gd name="T44" fmla="*/ 17 w 297"/>
                    <a:gd name="T45" fmla="*/ 193 h 298"/>
                    <a:gd name="T46" fmla="*/ 192 w 297"/>
                    <a:gd name="T47" fmla="*/ 18 h 298"/>
                    <a:gd name="T48" fmla="*/ 205 w 297"/>
                    <a:gd name="T49" fmla="*/ 8 h 298"/>
                    <a:gd name="T50" fmla="*/ 220 w 297"/>
                    <a:gd name="T51" fmla="*/ 2 h 298"/>
                    <a:gd name="T52" fmla="*/ 236 w 297"/>
                    <a:gd name="T53"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98">
                      <a:moveTo>
                        <a:pt x="236" y="0"/>
                      </a:moveTo>
                      <a:lnTo>
                        <a:pt x="250" y="2"/>
                      </a:lnTo>
                      <a:lnTo>
                        <a:pt x="265" y="8"/>
                      </a:lnTo>
                      <a:lnTo>
                        <a:pt x="279" y="18"/>
                      </a:lnTo>
                      <a:lnTo>
                        <a:pt x="289" y="31"/>
                      </a:lnTo>
                      <a:lnTo>
                        <a:pt x="294" y="46"/>
                      </a:lnTo>
                      <a:lnTo>
                        <a:pt x="297" y="62"/>
                      </a:lnTo>
                      <a:lnTo>
                        <a:pt x="294" y="78"/>
                      </a:lnTo>
                      <a:lnTo>
                        <a:pt x="289" y="93"/>
                      </a:lnTo>
                      <a:lnTo>
                        <a:pt x="279" y="105"/>
                      </a:lnTo>
                      <a:lnTo>
                        <a:pt x="105" y="281"/>
                      </a:lnTo>
                      <a:lnTo>
                        <a:pt x="92" y="291"/>
                      </a:lnTo>
                      <a:lnTo>
                        <a:pt x="77" y="296"/>
                      </a:lnTo>
                      <a:lnTo>
                        <a:pt x="62" y="298"/>
                      </a:lnTo>
                      <a:lnTo>
                        <a:pt x="46" y="296"/>
                      </a:lnTo>
                      <a:lnTo>
                        <a:pt x="31" y="291"/>
                      </a:lnTo>
                      <a:lnTo>
                        <a:pt x="17" y="281"/>
                      </a:lnTo>
                      <a:lnTo>
                        <a:pt x="8" y="267"/>
                      </a:lnTo>
                      <a:lnTo>
                        <a:pt x="2" y="252"/>
                      </a:lnTo>
                      <a:lnTo>
                        <a:pt x="0" y="237"/>
                      </a:lnTo>
                      <a:lnTo>
                        <a:pt x="2" y="221"/>
                      </a:lnTo>
                      <a:lnTo>
                        <a:pt x="8" y="207"/>
                      </a:lnTo>
                      <a:lnTo>
                        <a:pt x="17" y="193"/>
                      </a:lnTo>
                      <a:lnTo>
                        <a:pt x="192" y="18"/>
                      </a:lnTo>
                      <a:lnTo>
                        <a:pt x="205" y="8"/>
                      </a:lnTo>
                      <a:lnTo>
                        <a:pt x="220" y="2"/>
                      </a:lnTo>
                      <a:lnTo>
                        <a:pt x="236"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5" name="Freeform 46">
                  <a:extLst>
                    <a:ext uri="{FF2B5EF4-FFF2-40B4-BE49-F238E27FC236}">
                      <a16:creationId xmlns:a16="http://schemas.microsoft.com/office/drawing/2014/main" id="{3E98F44B-FBCA-C6B7-2432-49ECCFF5078C}"/>
                    </a:ext>
                  </a:extLst>
                </p:cNvPr>
                <p:cNvSpPr>
                  <a:spLocks/>
                </p:cNvSpPr>
                <p:nvPr/>
              </p:nvSpPr>
              <p:spPr bwMode="auto">
                <a:xfrm>
                  <a:off x="1179513" y="5692775"/>
                  <a:ext cx="79375" cy="79375"/>
                </a:xfrm>
                <a:custGeom>
                  <a:avLst/>
                  <a:gdLst>
                    <a:gd name="T0" fmla="*/ 235 w 297"/>
                    <a:gd name="T1" fmla="*/ 0 h 300"/>
                    <a:gd name="T2" fmla="*/ 251 w 297"/>
                    <a:gd name="T3" fmla="*/ 3 h 300"/>
                    <a:gd name="T4" fmla="*/ 266 w 297"/>
                    <a:gd name="T5" fmla="*/ 9 h 300"/>
                    <a:gd name="T6" fmla="*/ 280 w 297"/>
                    <a:gd name="T7" fmla="*/ 19 h 300"/>
                    <a:gd name="T8" fmla="*/ 289 w 297"/>
                    <a:gd name="T9" fmla="*/ 32 h 300"/>
                    <a:gd name="T10" fmla="*/ 295 w 297"/>
                    <a:gd name="T11" fmla="*/ 47 h 300"/>
                    <a:gd name="T12" fmla="*/ 297 w 297"/>
                    <a:gd name="T13" fmla="*/ 63 h 300"/>
                    <a:gd name="T14" fmla="*/ 295 w 297"/>
                    <a:gd name="T15" fmla="*/ 79 h 300"/>
                    <a:gd name="T16" fmla="*/ 289 w 297"/>
                    <a:gd name="T17" fmla="*/ 93 h 300"/>
                    <a:gd name="T18" fmla="*/ 280 w 297"/>
                    <a:gd name="T19" fmla="*/ 106 h 300"/>
                    <a:gd name="T20" fmla="*/ 105 w 297"/>
                    <a:gd name="T21" fmla="*/ 281 h 300"/>
                    <a:gd name="T22" fmla="*/ 92 w 297"/>
                    <a:gd name="T23" fmla="*/ 292 h 300"/>
                    <a:gd name="T24" fmla="*/ 77 w 297"/>
                    <a:gd name="T25" fmla="*/ 298 h 300"/>
                    <a:gd name="T26" fmla="*/ 61 w 297"/>
                    <a:gd name="T27" fmla="*/ 300 h 300"/>
                    <a:gd name="T28" fmla="*/ 45 w 297"/>
                    <a:gd name="T29" fmla="*/ 298 h 300"/>
                    <a:gd name="T30" fmla="*/ 31 w 297"/>
                    <a:gd name="T31" fmla="*/ 292 h 300"/>
                    <a:gd name="T32" fmla="*/ 18 w 297"/>
                    <a:gd name="T33" fmla="*/ 281 h 300"/>
                    <a:gd name="T34" fmla="*/ 8 w 297"/>
                    <a:gd name="T35" fmla="*/ 269 h 300"/>
                    <a:gd name="T36" fmla="*/ 2 w 297"/>
                    <a:gd name="T37" fmla="*/ 254 h 300"/>
                    <a:gd name="T38" fmla="*/ 0 w 297"/>
                    <a:gd name="T39" fmla="*/ 238 h 300"/>
                    <a:gd name="T40" fmla="*/ 2 w 297"/>
                    <a:gd name="T41" fmla="*/ 222 h 300"/>
                    <a:gd name="T42" fmla="*/ 8 w 297"/>
                    <a:gd name="T43" fmla="*/ 207 h 300"/>
                    <a:gd name="T44" fmla="*/ 18 w 297"/>
                    <a:gd name="T45" fmla="*/ 195 h 300"/>
                    <a:gd name="T46" fmla="*/ 192 w 297"/>
                    <a:gd name="T47" fmla="*/ 19 h 300"/>
                    <a:gd name="T48" fmla="*/ 205 w 297"/>
                    <a:gd name="T49" fmla="*/ 9 h 300"/>
                    <a:gd name="T50" fmla="*/ 220 w 297"/>
                    <a:gd name="T51" fmla="*/ 3 h 300"/>
                    <a:gd name="T52" fmla="*/ 235 w 297"/>
                    <a:gd name="T53"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300">
                      <a:moveTo>
                        <a:pt x="235" y="0"/>
                      </a:moveTo>
                      <a:lnTo>
                        <a:pt x="251" y="3"/>
                      </a:lnTo>
                      <a:lnTo>
                        <a:pt x="266" y="9"/>
                      </a:lnTo>
                      <a:lnTo>
                        <a:pt x="280" y="19"/>
                      </a:lnTo>
                      <a:lnTo>
                        <a:pt x="289" y="32"/>
                      </a:lnTo>
                      <a:lnTo>
                        <a:pt x="295" y="47"/>
                      </a:lnTo>
                      <a:lnTo>
                        <a:pt x="297" y="63"/>
                      </a:lnTo>
                      <a:lnTo>
                        <a:pt x="295" y="79"/>
                      </a:lnTo>
                      <a:lnTo>
                        <a:pt x="289" y="93"/>
                      </a:lnTo>
                      <a:lnTo>
                        <a:pt x="280" y="106"/>
                      </a:lnTo>
                      <a:lnTo>
                        <a:pt x="105" y="281"/>
                      </a:lnTo>
                      <a:lnTo>
                        <a:pt x="92" y="292"/>
                      </a:lnTo>
                      <a:lnTo>
                        <a:pt x="77" y="298"/>
                      </a:lnTo>
                      <a:lnTo>
                        <a:pt x="61" y="300"/>
                      </a:lnTo>
                      <a:lnTo>
                        <a:pt x="45" y="298"/>
                      </a:lnTo>
                      <a:lnTo>
                        <a:pt x="31" y="292"/>
                      </a:lnTo>
                      <a:lnTo>
                        <a:pt x="18" y="281"/>
                      </a:lnTo>
                      <a:lnTo>
                        <a:pt x="8" y="269"/>
                      </a:lnTo>
                      <a:lnTo>
                        <a:pt x="2" y="254"/>
                      </a:lnTo>
                      <a:lnTo>
                        <a:pt x="0" y="238"/>
                      </a:lnTo>
                      <a:lnTo>
                        <a:pt x="2" y="222"/>
                      </a:lnTo>
                      <a:lnTo>
                        <a:pt x="8" y="207"/>
                      </a:lnTo>
                      <a:lnTo>
                        <a:pt x="18" y="195"/>
                      </a:lnTo>
                      <a:lnTo>
                        <a:pt x="192" y="19"/>
                      </a:lnTo>
                      <a:lnTo>
                        <a:pt x="205" y="9"/>
                      </a:lnTo>
                      <a:lnTo>
                        <a:pt x="220" y="3"/>
                      </a:lnTo>
                      <a:lnTo>
                        <a:pt x="235"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6" name="Freeform 47">
                  <a:extLst>
                    <a:ext uri="{FF2B5EF4-FFF2-40B4-BE49-F238E27FC236}">
                      <a16:creationId xmlns:a16="http://schemas.microsoft.com/office/drawing/2014/main" id="{AA6750D3-7DA0-5581-D400-0AD73F953F21}"/>
                    </a:ext>
                  </a:extLst>
                </p:cNvPr>
                <p:cNvSpPr>
                  <a:spLocks/>
                </p:cNvSpPr>
                <p:nvPr/>
              </p:nvSpPr>
              <p:spPr bwMode="auto">
                <a:xfrm>
                  <a:off x="1685925" y="5692775"/>
                  <a:ext cx="79375" cy="79375"/>
                </a:xfrm>
                <a:custGeom>
                  <a:avLst/>
                  <a:gdLst>
                    <a:gd name="T0" fmla="*/ 62 w 297"/>
                    <a:gd name="T1" fmla="*/ 0 h 300"/>
                    <a:gd name="T2" fmla="*/ 77 w 297"/>
                    <a:gd name="T3" fmla="*/ 3 h 300"/>
                    <a:gd name="T4" fmla="*/ 92 w 297"/>
                    <a:gd name="T5" fmla="*/ 9 h 300"/>
                    <a:gd name="T6" fmla="*/ 105 w 297"/>
                    <a:gd name="T7" fmla="*/ 19 h 300"/>
                    <a:gd name="T8" fmla="*/ 279 w 297"/>
                    <a:gd name="T9" fmla="*/ 195 h 300"/>
                    <a:gd name="T10" fmla="*/ 289 w 297"/>
                    <a:gd name="T11" fmla="*/ 207 h 300"/>
                    <a:gd name="T12" fmla="*/ 294 w 297"/>
                    <a:gd name="T13" fmla="*/ 222 h 300"/>
                    <a:gd name="T14" fmla="*/ 297 w 297"/>
                    <a:gd name="T15" fmla="*/ 238 h 300"/>
                    <a:gd name="T16" fmla="*/ 294 w 297"/>
                    <a:gd name="T17" fmla="*/ 254 h 300"/>
                    <a:gd name="T18" fmla="*/ 289 w 297"/>
                    <a:gd name="T19" fmla="*/ 269 h 300"/>
                    <a:gd name="T20" fmla="*/ 279 w 297"/>
                    <a:gd name="T21" fmla="*/ 281 h 300"/>
                    <a:gd name="T22" fmla="*/ 266 w 297"/>
                    <a:gd name="T23" fmla="*/ 292 h 300"/>
                    <a:gd name="T24" fmla="*/ 251 w 297"/>
                    <a:gd name="T25" fmla="*/ 298 h 300"/>
                    <a:gd name="T26" fmla="*/ 236 w 297"/>
                    <a:gd name="T27" fmla="*/ 300 h 300"/>
                    <a:gd name="T28" fmla="*/ 220 w 297"/>
                    <a:gd name="T29" fmla="*/ 298 h 300"/>
                    <a:gd name="T30" fmla="*/ 205 w 297"/>
                    <a:gd name="T31" fmla="*/ 292 h 300"/>
                    <a:gd name="T32" fmla="*/ 192 w 297"/>
                    <a:gd name="T33" fmla="*/ 281 h 300"/>
                    <a:gd name="T34" fmla="*/ 17 w 297"/>
                    <a:gd name="T35" fmla="*/ 106 h 300"/>
                    <a:gd name="T36" fmla="*/ 8 w 297"/>
                    <a:gd name="T37" fmla="*/ 93 h 300"/>
                    <a:gd name="T38" fmla="*/ 2 w 297"/>
                    <a:gd name="T39" fmla="*/ 79 h 300"/>
                    <a:gd name="T40" fmla="*/ 0 w 297"/>
                    <a:gd name="T41" fmla="*/ 63 h 300"/>
                    <a:gd name="T42" fmla="*/ 2 w 297"/>
                    <a:gd name="T43" fmla="*/ 47 h 300"/>
                    <a:gd name="T44" fmla="*/ 8 w 297"/>
                    <a:gd name="T45" fmla="*/ 32 h 300"/>
                    <a:gd name="T46" fmla="*/ 17 w 297"/>
                    <a:gd name="T47" fmla="*/ 19 h 300"/>
                    <a:gd name="T48" fmla="*/ 31 w 297"/>
                    <a:gd name="T49" fmla="*/ 9 h 300"/>
                    <a:gd name="T50" fmla="*/ 46 w 297"/>
                    <a:gd name="T51" fmla="*/ 3 h 300"/>
                    <a:gd name="T52" fmla="*/ 62 w 297"/>
                    <a:gd name="T53"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300">
                      <a:moveTo>
                        <a:pt x="62" y="0"/>
                      </a:moveTo>
                      <a:lnTo>
                        <a:pt x="77" y="3"/>
                      </a:lnTo>
                      <a:lnTo>
                        <a:pt x="92" y="9"/>
                      </a:lnTo>
                      <a:lnTo>
                        <a:pt x="105" y="19"/>
                      </a:lnTo>
                      <a:lnTo>
                        <a:pt x="279" y="195"/>
                      </a:lnTo>
                      <a:lnTo>
                        <a:pt x="289" y="207"/>
                      </a:lnTo>
                      <a:lnTo>
                        <a:pt x="294" y="222"/>
                      </a:lnTo>
                      <a:lnTo>
                        <a:pt x="297" y="238"/>
                      </a:lnTo>
                      <a:lnTo>
                        <a:pt x="294" y="254"/>
                      </a:lnTo>
                      <a:lnTo>
                        <a:pt x="289" y="269"/>
                      </a:lnTo>
                      <a:lnTo>
                        <a:pt x="279" y="281"/>
                      </a:lnTo>
                      <a:lnTo>
                        <a:pt x="266" y="292"/>
                      </a:lnTo>
                      <a:lnTo>
                        <a:pt x="251" y="298"/>
                      </a:lnTo>
                      <a:lnTo>
                        <a:pt x="236" y="300"/>
                      </a:lnTo>
                      <a:lnTo>
                        <a:pt x="220" y="298"/>
                      </a:lnTo>
                      <a:lnTo>
                        <a:pt x="205" y="292"/>
                      </a:lnTo>
                      <a:lnTo>
                        <a:pt x="192" y="281"/>
                      </a:lnTo>
                      <a:lnTo>
                        <a:pt x="17" y="106"/>
                      </a:lnTo>
                      <a:lnTo>
                        <a:pt x="8" y="93"/>
                      </a:lnTo>
                      <a:lnTo>
                        <a:pt x="2" y="79"/>
                      </a:lnTo>
                      <a:lnTo>
                        <a:pt x="0" y="63"/>
                      </a:lnTo>
                      <a:lnTo>
                        <a:pt x="2" y="47"/>
                      </a:lnTo>
                      <a:lnTo>
                        <a:pt x="8" y="32"/>
                      </a:lnTo>
                      <a:lnTo>
                        <a:pt x="17" y="19"/>
                      </a:lnTo>
                      <a:lnTo>
                        <a:pt x="31" y="9"/>
                      </a:lnTo>
                      <a:lnTo>
                        <a:pt x="46" y="3"/>
                      </a:lnTo>
                      <a:lnTo>
                        <a:pt x="62"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7" name="Freeform 48">
                  <a:extLst>
                    <a:ext uri="{FF2B5EF4-FFF2-40B4-BE49-F238E27FC236}">
                      <a16:creationId xmlns:a16="http://schemas.microsoft.com/office/drawing/2014/main" id="{F364228E-61D7-6BB0-CEAB-3A8E23E3CBA3}"/>
                    </a:ext>
                  </a:extLst>
                </p:cNvPr>
                <p:cNvSpPr>
                  <a:spLocks/>
                </p:cNvSpPr>
                <p:nvPr/>
              </p:nvSpPr>
              <p:spPr bwMode="auto">
                <a:xfrm>
                  <a:off x="1179513" y="5183188"/>
                  <a:ext cx="79375" cy="79375"/>
                </a:xfrm>
                <a:custGeom>
                  <a:avLst/>
                  <a:gdLst>
                    <a:gd name="T0" fmla="*/ 61 w 297"/>
                    <a:gd name="T1" fmla="*/ 0 h 298"/>
                    <a:gd name="T2" fmla="*/ 77 w 297"/>
                    <a:gd name="T3" fmla="*/ 2 h 298"/>
                    <a:gd name="T4" fmla="*/ 92 w 297"/>
                    <a:gd name="T5" fmla="*/ 8 h 298"/>
                    <a:gd name="T6" fmla="*/ 105 w 297"/>
                    <a:gd name="T7" fmla="*/ 18 h 298"/>
                    <a:gd name="T8" fmla="*/ 280 w 297"/>
                    <a:gd name="T9" fmla="*/ 193 h 298"/>
                    <a:gd name="T10" fmla="*/ 289 w 297"/>
                    <a:gd name="T11" fmla="*/ 207 h 298"/>
                    <a:gd name="T12" fmla="*/ 295 w 297"/>
                    <a:gd name="T13" fmla="*/ 221 h 298"/>
                    <a:gd name="T14" fmla="*/ 297 w 297"/>
                    <a:gd name="T15" fmla="*/ 237 h 298"/>
                    <a:gd name="T16" fmla="*/ 295 w 297"/>
                    <a:gd name="T17" fmla="*/ 252 h 298"/>
                    <a:gd name="T18" fmla="*/ 289 w 297"/>
                    <a:gd name="T19" fmla="*/ 267 h 298"/>
                    <a:gd name="T20" fmla="*/ 280 w 297"/>
                    <a:gd name="T21" fmla="*/ 281 h 298"/>
                    <a:gd name="T22" fmla="*/ 266 w 297"/>
                    <a:gd name="T23" fmla="*/ 291 h 298"/>
                    <a:gd name="T24" fmla="*/ 251 w 297"/>
                    <a:gd name="T25" fmla="*/ 296 h 298"/>
                    <a:gd name="T26" fmla="*/ 235 w 297"/>
                    <a:gd name="T27" fmla="*/ 298 h 298"/>
                    <a:gd name="T28" fmla="*/ 220 w 297"/>
                    <a:gd name="T29" fmla="*/ 296 h 298"/>
                    <a:gd name="T30" fmla="*/ 205 w 297"/>
                    <a:gd name="T31" fmla="*/ 291 h 298"/>
                    <a:gd name="T32" fmla="*/ 192 w 297"/>
                    <a:gd name="T33" fmla="*/ 281 h 298"/>
                    <a:gd name="T34" fmla="*/ 18 w 297"/>
                    <a:gd name="T35" fmla="*/ 105 h 298"/>
                    <a:gd name="T36" fmla="*/ 8 w 297"/>
                    <a:gd name="T37" fmla="*/ 93 h 298"/>
                    <a:gd name="T38" fmla="*/ 2 w 297"/>
                    <a:gd name="T39" fmla="*/ 78 h 298"/>
                    <a:gd name="T40" fmla="*/ 0 w 297"/>
                    <a:gd name="T41" fmla="*/ 62 h 298"/>
                    <a:gd name="T42" fmla="*/ 2 w 297"/>
                    <a:gd name="T43" fmla="*/ 46 h 298"/>
                    <a:gd name="T44" fmla="*/ 8 w 297"/>
                    <a:gd name="T45" fmla="*/ 31 h 298"/>
                    <a:gd name="T46" fmla="*/ 18 w 297"/>
                    <a:gd name="T47" fmla="*/ 18 h 298"/>
                    <a:gd name="T48" fmla="*/ 32 w 297"/>
                    <a:gd name="T49" fmla="*/ 8 h 298"/>
                    <a:gd name="T50" fmla="*/ 47 w 297"/>
                    <a:gd name="T51" fmla="*/ 2 h 298"/>
                    <a:gd name="T52" fmla="*/ 61 w 297"/>
                    <a:gd name="T53"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98">
                      <a:moveTo>
                        <a:pt x="61" y="0"/>
                      </a:moveTo>
                      <a:lnTo>
                        <a:pt x="77" y="2"/>
                      </a:lnTo>
                      <a:lnTo>
                        <a:pt x="92" y="8"/>
                      </a:lnTo>
                      <a:lnTo>
                        <a:pt x="105" y="18"/>
                      </a:lnTo>
                      <a:lnTo>
                        <a:pt x="280" y="193"/>
                      </a:lnTo>
                      <a:lnTo>
                        <a:pt x="289" y="207"/>
                      </a:lnTo>
                      <a:lnTo>
                        <a:pt x="295" y="221"/>
                      </a:lnTo>
                      <a:lnTo>
                        <a:pt x="297" y="237"/>
                      </a:lnTo>
                      <a:lnTo>
                        <a:pt x="295" y="252"/>
                      </a:lnTo>
                      <a:lnTo>
                        <a:pt x="289" y="267"/>
                      </a:lnTo>
                      <a:lnTo>
                        <a:pt x="280" y="281"/>
                      </a:lnTo>
                      <a:lnTo>
                        <a:pt x="266" y="291"/>
                      </a:lnTo>
                      <a:lnTo>
                        <a:pt x="251" y="296"/>
                      </a:lnTo>
                      <a:lnTo>
                        <a:pt x="235" y="298"/>
                      </a:lnTo>
                      <a:lnTo>
                        <a:pt x="220" y="296"/>
                      </a:lnTo>
                      <a:lnTo>
                        <a:pt x="205" y="291"/>
                      </a:lnTo>
                      <a:lnTo>
                        <a:pt x="192" y="281"/>
                      </a:lnTo>
                      <a:lnTo>
                        <a:pt x="18" y="105"/>
                      </a:lnTo>
                      <a:lnTo>
                        <a:pt x="8" y="93"/>
                      </a:lnTo>
                      <a:lnTo>
                        <a:pt x="2" y="78"/>
                      </a:lnTo>
                      <a:lnTo>
                        <a:pt x="0" y="62"/>
                      </a:lnTo>
                      <a:lnTo>
                        <a:pt x="2" y="46"/>
                      </a:lnTo>
                      <a:lnTo>
                        <a:pt x="8" y="31"/>
                      </a:lnTo>
                      <a:lnTo>
                        <a:pt x="18" y="18"/>
                      </a:lnTo>
                      <a:lnTo>
                        <a:pt x="32" y="8"/>
                      </a:lnTo>
                      <a:lnTo>
                        <a:pt x="47" y="2"/>
                      </a:lnTo>
                      <a:lnTo>
                        <a:pt x="61"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58" name="Freeform 49">
                  <a:extLst>
                    <a:ext uri="{FF2B5EF4-FFF2-40B4-BE49-F238E27FC236}">
                      <a16:creationId xmlns:a16="http://schemas.microsoft.com/office/drawing/2014/main" id="{4A923130-F0EB-F5F2-3151-17D73D0523A0}"/>
                    </a:ext>
                  </a:extLst>
                </p:cNvPr>
                <p:cNvSpPr>
                  <a:spLocks/>
                </p:cNvSpPr>
                <p:nvPr/>
              </p:nvSpPr>
              <p:spPr bwMode="auto">
                <a:xfrm>
                  <a:off x="1276350" y="5281613"/>
                  <a:ext cx="212725" cy="212725"/>
                </a:xfrm>
                <a:custGeom>
                  <a:avLst/>
                  <a:gdLst>
                    <a:gd name="T0" fmla="*/ 737 w 800"/>
                    <a:gd name="T1" fmla="*/ 0 h 806"/>
                    <a:gd name="T2" fmla="*/ 758 w 800"/>
                    <a:gd name="T3" fmla="*/ 3 h 806"/>
                    <a:gd name="T4" fmla="*/ 775 w 800"/>
                    <a:gd name="T5" fmla="*/ 13 h 806"/>
                    <a:gd name="T6" fmla="*/ 788 w 800"/>
                    <a:gd name="T7" fmla="*/ 26 h 806"/>
                    <a:gd name="T8" fmla="*/ 797 w 800"/>
                    <a:gd name="T9" fmla="*/ 43 h 806"/>
                    <a:gd name="T10" fmla="*/ 800 w 800"/>
                    <a:gd name="T11" fmla="*/ 63 h 806"/>
                    <a:gd name="T12" fmla="*/ 797 w 800"/>
                    <a:gd name="T13" fmla="*/ 82 h 806"/>
                    <a:gd name="T14" fmla="*/ 788 w 800"/>
                    <a:gd name="T15" fmla="*/ 100 h 806"/>
                    <a:gd name="T16" fmla="*/ 775 w 800"/>
                    <a:gd name="T17" fmla="*/ 112 h 806"/>
                    <a:gd name="T18" fmla="*/ 758 w 800"/>
                    <a:gd name="T19" fmla="*/ 122 h 806"/>
                    <a:gd name="T20" fmla="*/ 737 w 800"/>
                    <a:gd name="T21" fmla="*/ 125 h 806"/>
                    <a:gd name="T22" fmla="*/ 676 w 800"/>
                    <a:gd name="T23" fmla="*/ 128 h 806"/>
                    <a:gd name="T24" fmla="*/ 615 w 800"/>
                    <a:gd name="T25" fmla="*/ 138 h 806"/>
                    <a:gd name="T26" fmla="*/ 556 w 800"/>
                    <a:gd name="T27" fmla="*/ 152 h 806"/>
                    <a:gd name="T28" fmla="*/ 499 w 800"/>
                    <a:gd name="T29" fmla="*/ 174 h 806"/>
                    <a:gd name="T30" fmla="*/ 446 w 800"/>
                    <a:gd name="T31" fmla="*/ 200 h 806"/>
                    <a:gd name="T32" fmla="*/ 394 w 800"/>
                    <a:gd name="T33" fmla="*/ 231 h 806"/>
                    <a:gd name="T34" fmla="*/ 347 w 800"/>
                    <a:gd name="T35" fmla="*/ 266 h 806"/>
                    <a:gd name="T36" fmla="*/ 303 w 800"/>
                    <a:gd name="T37" fmla="*/ 307 h 806"/>
                    <a:gd name="T38" fmla="*/ 263 w 800"/>
                    <a:gd name="T39" fmla="*/ 350 h 806"/>
                    <a:gd name="T40" fmla="*/ 228 w 800"/>
                    <a:gd name="T41" fmla="*/ 399 h 806"/>
                    <a:gd name="T42" fmla="*/ 197 w 800"/>
                    <a:gd name="T43" fmla="*/ 449 h 806"/>
                    <a:gd name="T44" fmla="*/ 172 w 800"/>
                    <a:gd name="T45" fmla="*/ 503 h 806"/>
                    <a:gd name="T46" fmla="*/ 151 w 800"/>
                    <a:gd name="T47" fmla="*/ 560 h 806"/>
                    <a:gd name="T48" fmla="*/ 135 w 800"/>
                    <a:gd name="T49" fmla="*/ 619 h 806"/>
                    <a:gd name="T50" fmla="*/ 126 w 800"/>
                    <a:gd name="T51" fmla="*/ 681 h 806"/>
                    <a:gd name="T52" fmla="*/ 122 w 800"/>
                    <a:gd name="T53" fmla="*/ 744 h 806"/>
                    <a:gd name="T54" fmla="*/ 119 w 800"/>
                    <a:gd name="T55" fmla="*/ 764 h 806"/>
                    <a:gd name="T56" fmla="*/ 111 w 800"/>
                    <a:gd name="T57" fmla="*/ 781 h 806"/>
                    <a:gd name="T58" fmla="*/ 97 w 800"/>
                    <a:gd name="T59" fmla="*/ 795 h 806"/>
                    <a:gd name="T60" fmla="*/ 80 w 800"/>
                    <a:gd name="T61" fmla="*/ 803 h 806"/>
                    <a:gd name="T62" fmla="*/ 62 w 800"/>
                    <a:gd name="T63" fmla="*/ 806 h 806"/>
                    <a:gd name="T64" fmla="*/ 42 w 800"/>
                    <a:gd name="T65" fmla="*/ 803 h 806"/>
                    <a:gd name="T66" fmla="*/ 25 w 800"/>
                    <a:gd name="T67" fmla="*/ 795 h 806"/>
                    <a:gd name="T68" fmla="*/ 11 w 800"/>
                    <a:gd name="T69" fmla="*/ 781 h 806"/>
                    <a:gd name="T70" fmla="*/ 3 w 800"/>
                    <a:gd name="T71" fmla="*/ 764 h 806"/>
                    <a:gd name="T72" fmla="*/ 0 w 800"/>
                    <a:gd name="T73" fmla="*/ 744 h 806"/>
                    <a:gd name="T74" fmla="*/ 3 w 800"/>
                    <a:gd name="T75" fmla="*/ 676 h 806"/>
                    <a:gd name="T76" fmla="*/ 11 w 800"/>
                    <a:gd name="T77" fmla="*/ 611 h 806"/>
                    <a:gd name="T78" fmla="*/ 26 w 800"/>
                    <a:gd name="T79" fmla="*/ 546 h 806"/>
                    <a:gd name="T80" fmla="*/ 46 w 800"/>
                    <a:gd name="T81" fmla="*/ 485 h 806"/>
                    <a:gd name="T82" fmla="*/ 71 w 800"/>
                    <a:gd name="T83" fmla="*/ 426 h 806"/>
                    <a:gd name="T84" fmla="*/ 100 w 800"/>
                    <a:gd name="T85" fmla="*/ 369 h 806"/>
                    <a:gd name="T86" fmla="*/ 135 w 800"/>
                    <a:gd name="T87" fmla="*/ 316 h 806"/>
                    <a:gd name="T88" fmla="*/ 174 w 800"/>
                    <a:gd name="T89" fmla="*/ 265 h 806"/>
                    <a:gd name="T90" fmla="*/ 216 w 800"/>
                    <a:gd name="T91" fmla="*/ 219 h 806"/>
                    <a:gd name="T92" fmla="*/ 263 w 800"/>
                    <a:gd name="T93" fmla="*/ 176 h 806"/>
                    <a:gd name="T94" fmla="*/ 312 w 800"/>
                    <a:gd name="T95" fmla="*/ 137 h 806"/>
                    <a:gd name="T96" fmla="*/ 366 w 800"/>
                    <a:gd name="T97" fmla="*/ 102 h 806"/>
                    <a:gd name="T98" fmla="*/ 422 w 800"/>
                    <a:gd name="T99" fmla="*/ 72 h 806"/>
                    <a:gd name="T100" fmla="*/ 481 w 800"/>
                    <a:gd name="T101" fmla="*/ 47 h 806"/>
                    <a:gd name="T102" fmla="*/ 542 w 800"/>
                    <a:gd name="T103" fmla="*/ 27 h 806"/>
                    <a:gd name="T104" fmla="*/ 606 w 800"/>
                    <a:gd name="T105" fmla="*/ 13 h 806"/>
                    <a:gd name="T106" fmla="*/ 671 w 800"/>
                    <a:gd name="T107" fmla="*/ 3 h 806"/>
                    <a:gd name="T108" fmla="*/ 737 w 800"/>
                    <a:gd name="T109" fmla="*/ 0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00" h="806">
                      <a:moveTo>
                        <a:pt x="737" y="0"/>
                      </a:moveTo>
                      <a:lnTo>
                        <a:pt x="758" y="3"/>
                      </a:lnTo>
                      <a:lnTo>
                        <a:pt x="775" y="13"/>
                      </a:lnTo>
                      <a:lnTo>
                        <a:pt x="788" y="26"/>
                      </a:lnTo>
                      <a:lnTo>
                        <a:pt x="797" y="43"/>
                      </a:lnTo>
                      <a:lnTo>
                        <a:pt x="800" y="63"/>
                      </a:lnTo>
                      <a:lnTo>
                        <a:pt x="797" y="82"/>
                      </a:lnTo>
                      <a:lnTo>
                        <a:pt x="788" y="100"/>
                      </a:lnTo>
                      <a:lnTo>
                        <a:pt x="775" y="112"/>
                      </a:lnTo>
                      <a:lnTo>
                        <a:pt x="758" y="122"/>
                      </a:lnTo>
                      <a:lnTo>
                        <a:pt x="737" y="125"/>
                      </a:lnTo>
                      <a:lnTo>
                        <a:pt x="676" y="128"/>
                      </a:lnTo>
                      <a:lnTo>
                        <a:pt x="615" y="138"/>
                      </a:lnTo>
                      <a:lnTo>
                        <a:pt x="556" y="152"/>
                      </a:lnTo>
                      <a:lnTo>
                        <a:pt x="499" y="174"/>
                      </a:lnTo>
                      <a:lnTo>
                        <a:pt x="446" y="200"/>
                      </a:lnTo>
                      <a:lnTo>
                        <a:pt x="394" y="231"/>
                      </a:lnTo>
                      <a:lnTo>
                        <a:pt x="347" y="266"/>
                      </a:lnTo>
                      <a:lnTo>
                        <a:pt x="303" y="307"/>
                      </a:lnTo>
                      <a:lnTo>
                        <a:pt x="263" y="350"/>
                      </a:lnTo>
                      <a:lnTo>
                        <a:pt x="228" y="399"/>
                      </a:lnTo>
                      <a:lnTo>
                        <a:pt x="197" y="449"/>
                      </a:lnTo>
                      <a:lnTo>
                        <a:pt x="172" y="503"/>
                      </a:lnTo>
                      <a:lnTo>
                        <a:pt x="151" y="560"/>
                      </a:lnTo>
                      <a:lnTo>
                        <a:pt x="135" y="619"/>
                      </a:lnTo>
                      <a:lnTo>
                        <a:pt x="126" y="681"/>
                      </a:lnTo>
                      <a:lnTo>
                        <a:pt x="122" y="744"/>
                      </a:lnTo>
                      <a:lnTo>
                        <a:pt x="119" y="764"/>
                      </a:lnTo>
                      <a:lnTo>
                        <a:pt x="111" y="781"/>
                      </a:lnTo>
                      <a:lnTo>
                        <a:pt x="97" y="795"/>
                      </a:lnTo>
                      <a:lnTo>
                        <a:pt x="80" y="803"/>
                      </a:lnTo>
                      <a:lnTo>
                        <a:pt x="62" y="806"/>
                      </a:lnTo>
                      <a:lnTo>
                        <a:pt x="42" y="803"/>
                      </a:lnTo>
                      <a:lnTo>
                        <a:pt x="25" y="795"/>
                      </a:lnTo>
                      <a:lnTo>
                        <a:pt x="11" y="781"/>
                      </a:lnTo>
                      <a:lnTo>
                        <a:pt x="3" y="764"/>
                      </a:lnTo>
                      <a:lnTo>
                        <a:pt x="0" y="744"/>
                      </a:lnTo>
                      <a:lnTo>
                        <a:pt x="3" y="676"/>
                      </a:lnTo>
                      <a:lnTo>
                        <a:pt x="11" y="611"/>
                      </a:lnTo>
                      <a:lnTo>
                        <a:pt x="26" y="546"/>
                      </a:lnTo>
                      <a:lnTo>
                        <a:pt x="46" y="485"/>
                      </a:lnTo>
                      <a:lnTo>
                        <a:pt x="71" y="426"/>
                      </a:lnTo>
                      <a:lnTo>
                        <a:pt x="100" y="369"/>
                      </a:lnTo>
                      <a:lnTo>
                        <a:pt x="135" y="316"/>
                      </a:lnTo>
                      <a:lnTo>
                        <a:pt x="174" y="265"/>
                      </a:lnTo>
                      <a:lnTo>
                        <a:pt x="216" y="219"/>
                      </a:lnTo>
                      <a:lnTo>
                        <a:pt x="263" y="176"/>
                      </a:lnTo>
                      <a:lnTo>
                        <a:pt x="312" y="137"/>
                      </a:lnTo>
                      <a:lnTo>
                        <a:pt x="366" y="102"/>
                      </a:lnTo>
                      <a:lnTo>
                        <a:pt x="422" y="72"/>
                      </a:lnTo>
                      <a:lnTo>
                        <a:pt x="481" y="47"/>
                      </a:lnTo>
                      <a:lnTo>
                        <a:pt x="542" y="27"/>
                      </a:lnTo>
                      <a:lnTo>
                        <a:pt x="606" y="13"/>
                      </a:lnTo>
                      <a:lnTo>
                        <a:pt x="671" y="3"/>
                      </a:lnTo>
                      <a:lnTo>
                        <a:pt x="737"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grpSp>
          <p:sp>
            <p:nvSpPr>
              <p:cNvPr id="168" name="TextBox 167">
                <a:extLst>
                  <a:ext uri="{FF2B5EF4-FFF2-40B4-BE49-F238E27FC236}">
                    <a16:creationId xmlns:a16="http://schemas.microsoft.com/office/drawing/2014/main" id="{FC2DDB0D-E528-B76B-EEBA-B637DE559202}"/>
                  </a:ext>
                </a:extLst>
              </p:cNvPr>
              <p:cNvSpPr txBox="1"/>
              <p:nvPr/>
            </p:nvSpPr>
            <p:spPr>
              <a:xfrm>
                <a:off x="3349635" y="1194861"/>
                <a:ext cx="1228230" cy="440777"/>
              </a:xfrm>
              <a:prstGeom prst="rect">
                <a:avLst/>
              </a:prstGeom>
              <a:noFill/>
            </p:spPr>
            <p:txBody>
              <a:bodyPr wrap="none" rtlCol="0">
                <a:spAutoFit/>
              </a:bodyPr>
              <a:lstStyle/>
              <a:p>
                <a:pPr algn="ctr"/>
                <a:r>
                  <a:rPr lang="en-IN" sz="1016" b="1" dirty="0">
                    <a:solidFill>
                      <a:schemeClr val="accent2"/>
                    </a:solidFill>
                    <a:latin typeface="Arial" panose="020B0604020202020204" pitchFamily="34" charset="0"/>
                    <a:cs typeface="Arial" panose="020B0604020202020204" pitchFamily="34" charset="0"/>
                  </a:rPr>
                  <a:t>VIRTUAL</a:t>
                </a:r>
              </a:p>
            </p:txBody>
          </p:sp>
        </p:grpSp>
        <p:grpSp>
          <p:nvGrpSpPr>
            <p:cNvPr id="39" name="Group 38">
              <a:extLst>
                <a:ext uri="{FF2B5EF4-FFF2-40B4-BE49-F238E27FC236}">
                  <a16:creationId xmlns:a16="http://schemas.microsoft.com/office/drawing/2014/main" id="{FC23CCBC-3168-A9C4-1E8B-06952A075745}"/>
                </a:ext>
              </a:extLst>
            </p:cNvPr>
            <p:cNvGrpSpPr/>
            <p:nvPr/>
          </p:nvGrpSpPr>
          <p:grpSpPr>
            <a:xfrm>
              <a:off x="2267479" y="2550652"/>
              <a:ext cx="1117971" cy="1382342"/>
              <a:chOff x="5014793" y="3469159"/>
              <a:chExt cx="2159238" cy="2718381"/>
            </a:xfrm>
          </p:grpSpPr>
          <p:sp>
            <p:nvSpPr>
              <p:cNvPr id="92" name="Chevron 91">
                <a:extLst>
                  <a:ext uri="{FF2B5EF4-FFF2-40B4-BE49-F238E27FC236}">
                    <a16:creationId xmlns:a16="http://schemas.microsoft.com/office/drawing/2014/main" id="{7EED4150-5EDD-454A-24CA-93690E31B9B0}"/>
                  </a:ext>
                </a:extLst>
              </p:cNvPr>
              <p:cNvSpPr/>
              <p:nvPr/>
            </p:nvSpPr>
            <p:spPr>
              <a:xfrm>
                <a:off x="5014793" y="3469159"/>
                <a:ext cx="2159238" cy="293410"/>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solidFill>
                    <a:schemeClr val="tx1"/>
                  </a:solidFill>
                </a:endParaRPr>
              </a:p>
            </p:txBody>
          </p:sp>
          <p:grpSp>
            <p:nvGrpSpPr>
              <p:cNvPr id="98" name="Group 97">
                <a:extLst>
                  <a:ext uri="{FF2B5EF4-FFF2-40B4-BE49-F238E27FC236}">
                    <a16:creationId xmlns:a16="http://schemas.microsoft.com/office/drawing/2014/main" id="{5603E628-4C11-1D84-AE8A-CAA8A9B88ECC}"/>
                  </a:ext>
                </a:extLst>
              </p:cNvPr>
              <p:cNvGrpSpPr/>
              <p:nvPr/>
            </p:nvGrpSpPr>
            <p:grpSpPr>
              <a:xfrm>
                <a:off x="5598653" y="3583946"/>
                <a:ext cx="991518" cy="2054854"/>
                <a:chOff x="1233889" y="3475613"/>
                <a:chExt cx="991518" cy="2054854"/>
              </a:xfrm>
            </p:grpSpPr>
            <p:sp>
              <p:nvSpPr>
                <p:cNvPr id="99" name="Oval 98">
                  <a:extLst>
                    <a:ext uri="{FF2B5EF4-FFF2-40B4-BE49-F238E27FC236}">
                      <a16:creationId xmlns:a16="http://schemas.microsoft.com/office/drawing/2014/main" id="{0531E44E-B441-69CE-9C49-4E059CC70238}"/>
                    </a:ext>
                  </a:extLst>
                </p:cNvPr>
                <p:cNvSpPr/>
                <p:nvPr/>
              </p:nvSpPr>
              <p:spPr>
                <a:xfrm>
                  <a:off x="1233889" y="4538949"/>
                  <a:ext cx="991518" cy="99151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dirty="0"/>
                </a:p>
              </p:txBody>
            </p:sp>
            <p:cxnSp>
              <p:nvCxnSpPr>
                <p:cNvPr id="100" name="Straight Connector 99">
                  <a:extLst>
                    <a:ext uri="{FF2B5EF4-FFF2-40B4-BE49-F238E27FC236}">
                      <a16:creationId xmlns:a16="http://schemas.microsoft.com/office/drawing/2014/main" id="{08240C49-1916-631C-2F54-F5F9DFF41C5F}"/>
                    </a:ext>
                  </a:extLst>
                </p:cNvPr>
                <p:cNvCxnSpPr/>
                <p:nvPr/>
              </p:nvCxnSpPr>
              <p:spPr>
                <a:xfrm>
                  <a:off x="1729648" y="3537332"/>
                  <a:ext cx="0" cy="1143000"/>
                </a:xfrm>
                <a:prstGeom prst="line">
                  <a:avLst/>
                </a:prstGeom>
                <a:ln w="28575">
                  <a:solidFill>
                    <a:schemeClr val="accent3"/>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1" name="Oval 100">
                  <a:extLst>
                    <a:ext uri="{FF2B5EF4-FFF2-40B4-BE49-F238E27FC236}">
                      <a16:creationId xmlns:a16="http://schemas.microsoft.com/office/drawing/2014/main" id="{9830238B-DB59-D745-913D-BB6064CB7662}"/>
                    </a:ext>
                  </a:extLst>
                </p:cNvPr>
                <p:cNvSpPr/>
                <p:nvPr/>
              </p:nvSpPr>
              <p:spPr>
                <a:xfrm>
                  <a:off x="1672060" y="3475613"/>
                  <a:ext cx="115176" cy="115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sp>
            <p:nvSpPr>
              <p:cNvPr id="140" name="Freeform 11">
                <a:extLst>
                  <a:ext uri="{FF2B5EF4-FFF2-40B4-BE49-F238E27FC236}">
                    <a16:creationId xmlns:a16="http://schemas.microsoft.com/office/drawing/2014/main" id="{3804908E-4C16-85EE-62F2-831659D5242A}"/>
                  </a:ext>
                </a:extLst>
              </p:cNvPr>
              <p:cNvSpPr>
                <a:spLocks noEditPoints="1"/>
              </p:cNvSpPr>
              <p:nvPr/>
            </p:nvSpPr>
            <p:spPr bwMode="auto">
              <a:xfrm>
                <a:off x="5843909" y="4892785"/>
                <a:ext cx="501006" cy="498320"/>
              </a:xfrm>
              <a:custGeom>
                <a:avLst/>
                <a:gdLst>
                  <a:gd name="T0" fmla="*/ 2029 w 3359"/>
                  <a:gd name="T1" fmla="*/ 3060 h 3341"/>
                  <a:gd name="T2" fmla="*/ 2343 w 3359"/>
                  <a:gd name="T3" fmla="*/ 3079 h 3341"/>
                  <a:gd name="T4" fmla="*/ 2714 w 3359"/>
                  <a:gd name="T5" fmla="*/ 2704 h 3341"/>
                  <a:gd name="T6" fmla="*/ 817 w 3359"/>
                  <a:gd name="T7" fmla="*/ 2613 h 3341"/>
                  <a:gd name="T8" fmla="*/ 852 w 3359"/>
                  <a:gd name="T9" fmla="*/ 2989 h 3341"/>
                  <a:gd name="T10" fmla="*/ 1476 w 3359"/>
                  <a:gd name="T11" fmla="*/ 3212 h 3341"/>
                  <a:gd name="T12" fmla="*/ 1041 w 3359"/>
                  <a:gd name="T13" fmla="*/ 2632 h 3341"/>
                  <a:gd name="T14" fmla="*/ 2034 w 3359"/>
                  <a:gd name="T15" fmla="*/ 2871 h 3341"/>
                  <a:gd name="T16" fmla="*/ 1947 w 3359"/>
                  <a:gd name="T17" fmla="*/ 2438 h 3341"/>
                  <a:gd name="T18" fmla="*/ 1208 w 3359"/>
                  <a:gd name="T19" fmla="*/ 2476 h 3341"/>
                  <a:gd name="T20" fmla="*/ 1465 w 3359"/>
                  <a:gd name="T21" fmla="*/ 3037 h 3341"/>
                  <a:gd name="T22" fmla="*/ 2515 w 3359"/>
                  <a:gd name="T23" fmla="*/ 2038 h 3341"/>
                  <a:gd name="T24" fmla="*/ 2695 w 3359"/>
                  <a:gd name="T25" fmla="*/ 2561 h 3341"/>
                  <a:gd name="T26" fmla="*/ 3118 w 3359"/>
                  <a:gd name="T27" fmla="*/ 2280 h 3341"/>
                  <a:gd name="T28" fmla="*/ 2547 w 3359"/>
                  <a:gd name="T29" fmla="*/ 1728 h 3341"/>
                  <a:gd name="T30" fmla="*/ 2297 w 3359"/>
                  <a:gd name="T31" fmla="*/ 2395 h 3341"/>
                  <a:gd name="T32" fmla="*/ 1737 w 3359"/>
                  <a:gd name="T33" fmla="*/ 1728 h 3341"/>
                  <a:gd name="T34" fmla="*/ 1062 w 3359"/>
                  <a:gd name="T35" fmla="*/ 2395 h 3341"/>
                  <a:gd name="T36" fmla="*/ 929 w 3359"/>
                  <a:gd name="T37" fmla="*/ 1728 h 3341"/>
                  <a:gd name="T38" fmla="*/ 241 w 3359"/>
                  <a:gd name="T39" fmla="*/ 2280 h 3341"/>
                  <a:gd name="T40" fmla="*/ 664 w 3359"/>
                  <a:gd name="T41" fmla="*/ 2561 h 3341"/>
                  <a:gd name="T42" fmla="*/ 843 w 3359"/>
                  <a:gd name="T43" fmla="*/ 2038 h 3341"/>
                  <a:gd name="T44" fmla="*/ 2065 w 3359"/>
                  <a:gd name="T45" fmla="*/ 944 h 3341"/>
                  <a:gd name="T46" fmla="*/ 2414 w 3359"/>
                  <a:gd name="T47" fmla="*/ 1400 h 3341"/>
                  <a:gd name="T48" fmla="*/ 1046 w 3359"/>
                  <a:gd name="T49" fmla="*/ 992 h 3341"/>
                  <a:gd name="T50" fmla="*/ 1621 w 3359"/>
                  <a:gd name="T51" fmla="*/ 1613 h 3341"/>
                  <a:gd name="T52" fmla="*/ 2845 w 3359"/>
                  <a:gd name="T53" fmla="*/ 636 h 3341"/>
                  <a:gd name="T54" fmla="*/ 2461 w 3359"/>
                  <a:gd name="T55" fmla="*/ 1066 h 3341"/>
                  <a:gd name="T56" fmla="*/ 3235 w 3359"/>
                  <a:gd name="T57" fmla="*/ 1511 h 3341"/>
                  <a:gd name="T58" fmla="*/ 3018 w 3359"/>
                  <a:gd name="T59" fmla="*/ 866 h 3341"/>
                  <a:gd name="T60" fmla="*/ 342 w 3359"/>
                  <a:gd name="T61" fmla="*/ 866 h 3341"/>
                  <a:gd name="T62" fmla="*/ 125 w 3359"/>
                  <a:gd name="T63" fmla="*/ 1511 h 3341"/>
                  <a:gd name="T64" fmla="*/ 899 w 3359"/>
                  <a:gd name="T65" fmla="*/ 1066 h 3341"/>
                  <a:gd name="T66" fmla="*/ 515 w 3359"/>
                  <a:gd name="T67" fmla="*/ 636 h 3341"/>
                  <a:gd name="T68" fmla="*/ 2228 w 3359"/>
                  <a:gd name="T69" fmla="*/ 789 h 3341"/>
                  <a:gd name="T70" fmla="*/ 1813 w 3359"/>
                  <a:gd name="T71" fmla="*/ 222 h 3341"/>
                  <a:gd name="T72" fmla="*/ 1283 w 3359"/>
                  <a:gd name="T73" fmla="*/ 529 h 3341"/>
                  <a:gd name="T74" fmla="*/ 1521 w 3359"/>
                  <a:gd name="T75" fmla="*/ 857 h 3341"/>
                  <a:gd name="T76" fmla="*/ 2174 w 3359"/>
                  <a:gd name="T77" fmla="*/ 467 h 3341"/>
                  <a:gd name="T78" fmla="*/ 2682 w 3359"/>
                  <a:gd name="T79" fmla="*/ 599 h 3341"/>
                  <a:gd name="T80" fmla="*/ 2322 w 3359"/>
                  <a:gd name="T81" fmla="*/ 253 h 3341"/>
                  <a:gd name="T82" fmla="*/ 1385 w 3359"/>
                  <a:gd name="T83" fmla="*/ 143 h 3341"/>
                  <a:gd name="T84" fmla="*/ 803 w 3359"/>
                  <a:gd name="T85" fmla="*/ 383 h 3341"/>
                  <a:gd name="T86" fmla="*/ 932 w 3359"/>
                  <a:gd name="T87" fmla="*/ 720 h 3341"/>
                  <a:gd name="T88" fmla="*/ 1396 w 3359"/>
                  <a:gd name="T89" fmla="*/ 208 h 3341"/>
                  <a:gd name="T90" fmla="*/ 2047 w 3359"/>
                  <a:gd name="T91" fmla="*/ 41 h 3341"/>
                  <a:gd name="T92" fmla="*/ 2681 w 3359"/>
                  <a:gd name="T93" fmla="*/ 331 h 3341"/>
                  <a:gd name="T94" fmla="*/ 3081 w 3359"/>
                  <a:gd name="T95" fmla="*/ 751 h 3341"/>
                  <a:gd name="T96" fmla="*/ 3332 w 3359"/>
                  <a:gd name="T97" fmla="*/ 1372 h 3341"/>
                  <a:gd name="T98" fmla="*/ 3308 w 3359"/>
                  <a:gd name="T99" fmla="*/ 2081 h 3341"/>
                  <a:gd name="T100" fmla="*/ 3000 w 3359"/>
                  <a:gd name="T101" fmla="*/ 2702 h 3341"/>
                  <a:gd name="T102" fmla="*/ 2867 w 3359"/>
                  <a:gd name="T103" fmla="*/ 2851 h 3341"/>
                  <a:gd name="T104" fmla="*/ 2314 w 3359"/>
                  <a:gd name="T105" fmla="*/ 3217 h 3341"/>
                  <a:gd name="T106" fmla="*/ 1737 w 3359"/>
                  <a:gd name="T107" fmla="*/ 3340 h 3341"/>
                  <a:gd name="T108" fmla="*/ 1325 w 3359"/>
                  <a:gd name="T109" fmla="*/ 3303 h 3341"/>
                  <a:gd name="T110" fmla="*/ 712 w 3359"/>
                  <a:gd name="T111" fmla="*/ 3034 h 3341"/>
                  <a:gd name="T112" fmla="*/ 424 w 3359"/>
                  <a:gd name="T113" fmla="*/ 2778 h 3341"/>
                  <a:gd name="T114" fmla="*/ 114 w 3359"/>
                  <a:gd name="T115" fmla="*/ 2273 h 3341"/>
                  <a:gd name="T116" fmla="*/ 3 w 3359"/>
                  <a:gd name="T117" fmla="*/ 1570 h 3341"/>
                  <a:gd name="T118" fmla="*/ 182 w 3359"/>
                  <a:gd name="T119" fmla="*/ 915 h 3341"/>
                  <a:gd name="T120" fmla="*/ 457 w 3359"/>
                  <a:gd name="T121" fmla="*/ 527 h 3341"/>
                  <a:gd name="T122" fmla="*/ 1023 w 3359"/>
                  <a:gd name="T123" fmla="*/ 134 h 3341"/>
                  <a:gd name="T124" fmla="*/ 1654 w 3359"/>
                  <a:gd name="T125" fmla="*/ 1 h 3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359" h="3341">
                    <a:moveTo>
                      <a:pt x="2363" y="2539"/>
                    </a:moveTo>
                    <a:lnTo>
                      <a:pt x="2318" y="2632"/>
                    </a:lnTo>
                    <a:lnTo>
                      <a:pt x="2269" y="2723"/>
                    </a:lnTo>
                    <a:lnTo>
                      <a:pt x="2215" y="2811"/>
                    </a:lnTo>
                    <a:lnTo>
                      <a:pt x="2157" y="2897"/>
                    </a:lnTo>
                    <a:lnTo>
                      <a:pt x="2095" y="2980"/>
                    </a:lnTo>
                    <a:lnTo>
                      <a:pt x="2029" y="3060"/>
                    </a:lnTo>
                    <a:lnTo>
                      <a:pt x="1958" y="3138"/>
                    </a:lnTo>
                    <a:lnTo>
                      <a:pt x="1884" y="3212"/>
                    </a:lnTo>
                    <a:lnTo>
                      <a:pt x="1979" y="3196"/>
                    </a:lnTo>
                    <a:lnTo>
                      <a:pt x="2074" y="3175"/>
                    </a:lnTo>
                    <a:lnTo>
                      <a:pt x="2166" y="3148"/>
                    </a:lnTo>
                    <a:lnTo>
                      <a:pt x="2255" y="3117"/>
                    </a:lnTo>
                    <a:lnTo>
                      <a:pt x="2343" y="3079"/>
                    </a:lnTo>
                    <a:lnTo>
                      <a:pt x="2426" y="3036"/>
                    </a:lnTo>
                    <a:lnTo>
                      <a:pt x="2507" y="2989"/>
                    </a:lnTo>
                    <a:lnTo>
                      <a:pt x="2585" y="2938"/>
                    </a:lnTo>
                    <a:lnTo>
                      <a:pt x="2660" y="2881"/>
                    </a:lnTo>
                    <a:lnTo>
                      <a:pt x="2731" y="2820"/>
                    </a:lnTo>
                    <a:lnTo>
                      <a:pt x="2798" y="2756"/>
                    </a:lnTo>
                    <a:lnTo>
                      <a:pt x="2714" y="2704"/>
                    </a:lnTo>
                    <a:lnTo>
                      <a:pt x="2629" y="2656"/>
                    </a:lnTo>
                    <a:lnTo>
                      <a:pt x="2542" y="2613"/>
                    </a:lnTo>
                    <a:lnTo>
                      <a:pt x="2453" y="2573"/>
                    </a:lnTo>
                    <a:lnTo>
                      <a:pt x="2363" y="2539"/>
                    </a:lnTo>
                    <a:close/>
                    <a:moveTo>
                      <a:pt x="997" y="2539"/>
                    </a:moveTo>
                    <a:lnTo>
                      <a:pt x="907" y="2573"/>
                    </a:lnTo>
                    <a:lnTo>
                      <a:pt x="817" y="2613"/>
                    </a:lnTo>
                    <a:lnTo>
                      <a:pt x="730" y="2656"/>
                    </a:lnTo>
                    <a:lnTo>
                      <a:pt x="644" y="2704"/>
                    </a:lnTo>
                    <a:lnTo>
                      <a:pt x="561" y="2756"/>
                    </a:lnTo>
                    <a:lnTo>
                      <a:pt x="629" y="2820"/>
                    </a:lnTo>
                    <a:lnTo>
                      <a:pt x="700" y="2881"/>
                    </a:lnTo>
                    <a:lnTo>
                      <a:pt x="774" y="2938"/>
                    </a:lnTo>
                    <a:lnTo>
                      <a:pt x="852" y="2989"/>
                    </a:lnTo>
                    <a:lnTo>
                      <a:pt x="933" y="3036"/>
                    </a:lnTo>
                    <a:lnTo>
                      <a:pt x="1017" y="3079"/>
                    </a:lnTo>
                    <a:lnTo>
                      <a:pt x="1104" y="3117"/>
                    </a:lnTo>
                    <a:lnTo>
                      <a:pt x="1194" y="3148"/>
                    </a:lnTo>
                    <a:lnTo>
                      <a:pt x="1286" y="3175"/>
                    </a:lnTo>
                    <a:lnTo>
                      <a:pt x="1379" y="3196"/>
                    </a:lnTo>
                    <a:lnTo>
                      <a:pt x="1476" y="3212"/>
                    </a:lnTo>
                    <a:lnTo>
                      <a:pt x="1401" y="3138"/>
                    </a:lnTo>
                    <a:lnTo>
                      <a:pt x="1331" y="3060"/>
                    </a:lnTo>
                    <a:lnTo>
                      <a:pt x="1265" y="2979"/>
                    </a:lnTo>
                    <a:lnTo>
                      <a:pt x="1202" y="2897"/>
                    </a:lnTo>
                    <a:lnTo>
                      <a:pt x="1144" y="2811"/>
                    </a:lnTo>
                    <a:lnTo>
                      <a:pt x="1091" y="2722"/>
                    </a:lnTo>
                    <a:lnTo>
                      <a:pt x="1041" y="2632"/>
                    </a:lnTo>
                    <a:lnTo>
                      <a:pt x="997" y="2539"/>
                    </a:lnTo>
                    <a:close/>
                    <a:moveTo>
                      <a:pt x="1737" y="2421"/>
                    </a:moveTo>
                    <a:lnTo>
                      <a:pt x="1737" y="3189"/>
                    </a:lnTo>
                    <a:lnTo>
                      <a:pt x="1818" y="3115"/>
                    </a:lnTo>
                    <a:lnTo>
                      <a:pt x="1895" y="3037"/>
                    </a:lnTo>
                    <a:lnTo>
                      <a:pt x="1967" y="2955"/>
                    </a:lnTo>
                    <a:lnTo>
                      <a:pt x="2034" y="2871"/>
                    </a:lnTo>
                    <a:lnTo>
                      <a:pt x="2096" y="2783"/>
                    </a:lnTo>
                    <a:lnTo>
                      <a:pt x="2153" y="2692"/>
                    </a:lnTo>
                    <a:lnTo>
                      <a:pt x="2205" y="2598"/>
                    </a:lnTo>
                    <a:lnTo>
                      <a:pt x="2252" y="2502"/>
                    </a:lnTo>
                    <a:lnTo>
                      <a:pt x="2152" y="2476"/>
                    </a:lnTo>
                    <a:lnTo>
                      <a:pt x="2050" y="2454"/>
                    </a:lnTo>
                    <a:lnTo>
                      <a:pt x="1947" y="2438"/>
                    </a:lnTo>
                    <a:lnTo>
                      <a:pt x="1843" y="2428"/>
                    </a:lnTo>
                    <a:lnTo>
                      <a:pt x="1737" y="2421"/>
                    </a:lnTo>
                    <a:close/>
                    <a:moveTo>
                      <a:pt x="1621" y="2421"/>
                    </a:moveTo>
                    <a:lnTo>
                      <a:pt x="1516" y="2428"/>
                    </a:lnTo>
                    <a:lnTo>
                      <a:pt x="1413" y="2438"/>
                    </a:lnTo>
                    <a:lnTo>
                      <a:pt x="1310" y="2454"/>
                    </a:lnTo>
                    <a:lnTo>
                      <a:pt x="1208" y="2476"/>
                    </a:lnTo>
                    <a:lnTo>
                      <a:pt x="1108" y="2502"/>
                    </a:lnTo>
                    <a:lnTo>
                      <a:pt x="1154" y="2598"/>
                    </a:lnTo>
                    <a:lnTo>
                      <a:pt x="1207" y="2692"/>
                    </a:lnTo>
                    <a:lnTo>
                      <a:pt x="1263" y="2783"/>
                    </a:lnTo>
                    <a:lnTo>
                      <a:pt x="1326" y="2871"/>
                    </a:lnTo>
                    <a:lnTo>
                      <a:pt x="1393" y="2955"/>
                    </a:lnTo>
                    <a:lnTo>
                      <a:pt x="1465" y="3037"/>
                    </a:lnTo>
                    <a:lnTo>
                      <a:pt x="1540" y="3115"/>
                    </a:lnTo>
                    <a:lnTo>
                      <a:pt x="1621" y="3189"/>
                    </a:lnTo>
                    <a:lnTo>
                      <a:pt x="1621" y="2421"/>
                    </a:lnTo>
                    <a:close/>
                    <a:moveTo>
                      <a:pt x="2547" y="1728"/>
                    </a:moveTo>
                    <a:lnTo>
                      <a:pt x="2542" y="1833"/>
                    </a:lnTo>
                    <a:lnTo>
                      <a:pt x="2531" y="1935"/>
                    </a:lnTo>
                    <a:lnTo>
                      <a:pt x="2515" y="2038"/>
                    </a:lnTo>
                    <a:lnTo>
                      <a:pt x="2495" y="2138"/>
                    </a:lnTo>
                    <a:lnTo>
                      <a:pt x="2471" y="2238"/>
                    </a:lnTo>
                    <a:lnTo>
                      <a:pt x="2442" y="2335"/>
                    </a:lnTo>
                    <a:lnTo>
                      <a:pt x="2407" y="2432"/>
                    </a:lnTo>
                    <a:lnTo>
                      <a:pt x="2505" y="2469"/>
                    </a:lnTo>
                    <a:lnTo>
                      <a:pt x="2601" y="2512"/>
                    </a:lnTo>
                    <a:lnTo>
                      <a:pt x="2695" y="2561"/>
                    </a:lnTo>
                    <a:lnTo>
                      <a:pt x="2787" y="2613"/>
                    </a:lnTo>
                    <a:lnTo>
                      <a:pt x="2877" y="2669"/>
                    </a:lnTo>
                    <a:lnTo>
                      <a:pt x="2933" y="2598"/>
                    </a:lnTo>
                    <a:lnTo>
                      <a:pt x="2987" y="2523"/>
                    </a:lnTo>
                    <a:lnTo>
                      <a:pt x="3036" y="2445"/>
                    </a:lnTo>
                    <a:lnTo>
                      <a:pt x="3079" y="2364"/>
                    </a:lnTo>
                    <a:lnTo>
                      <a:pt x="3118" y="2280"/>
                    </a:lnTo>
                    <a:lnTo>
                      <a:pt x="3152" y="2193"/>
                    </a:lnTo>
                    <a:lnTo>
                      <a:pt x="3181" y="2104"/>
                    </a:lnTo>
                    <a:lnTo>
                      <a:pt x="3205" y="2013"/>
                    </a:lnTo>
                    <a:lnTo>
                      <a:pt x="3223" y="1920"/>
                    </a:lnTo>
                    <a:lnTo>
                      <a:pt x="3236" y="1825"/>
                    </a:lnTo>
                    <a:lnTo>
                      <a:pt x="3242" y="1728"/>
                    </a:lnTo>
                    <a:lnTo>
                      <a:pt x="2547" y="1728"/>
                    </a:lnTo>
                    <a:close/>
                    <a:moveTo>
                      <a:pt x="1737" y="1728"/>
                    </a:moveTo>
                    <a:lnTo>
                      <a:pt x="1737" y="2306"/>
                    </a:lnTo>
                    <a:lnTo>
                      <a:pt x="1852" y="2312"/>
                    </a:lnTo>
                    <a:lnTo>
                      <a:pt x="1966" y="2324"/>
                    </a:lnTo>
                    <a:lnTo>
                      <a:pt x="2077" y="2342"/>
                    </a:lnTo>
                    <a:lnTo>
                      <a:pt x="2188" y="2366"/>
                    </a:lnTo>
                    <a:lnTo>
                      <a:pt x="2297" y="2395"/>
                    </a:lnTo>
                    <a:lnTo>
                      <a:pt x="2335" y="2289"/>
                    </a:lnTo>
                    <a:lnTo>
                      <a:pt x="2367" y="2180"/>
                    </a:lnTo>
                    <a:lnTo>
                      <a:pt x="2392" y="2069"/>
                    </a:lnTo>
                    <a:lnTo>
                      <a:pt x="2411" y="1957"/>
                    </a:lnTo>
                    <a:lnTo>
                      <a:pt x="2425" y="1843"/>
                    </a:lnTo>
                    <a:lnTo>
                      <a:pt x="2431" y="1728"/>
                    </a:lnTo>
                    <a:lnTo>
                      <a:pt x="1737" y="1728"/>
                    </a:lnTo>
                    <a:close/>
                    <a:moveTo>
                      <a:pt x="929" y="1728"/>
                    </a:moveTo>
                    <a:lnTo>
                      <a:pt x="935" y="1843"/>
                    </a:lnTo>
                    <a:lnTo>
                      <a:pt x="949" y="1957"/>
                    </a:lnTo>
                    <a:lnTo>
                      <a:pt x="968" y="2069"/>
                    </a:lnTo>
                    <a:lnTo>
                      <a:pt x="993" y="2180"/>
                    </a:lnTo>
                    <a:lnTo>
                      <a:pt x="1024" y="2288"/>
                    </a:lnTo>
                    <a:lnTo>
                      <a:pt x="1062" y="2395"/>
                    </a:lnTo>
                    <a:lnTo>
                      <a:pt x="1172" y="2366"/>
                    </a:lnTo>
                    <a:lnTo>
                      <a:pt x="1282" y="2342"/>
                    </a:lnTo>
                    <a:lnTo>
                      <a:pt x="1394" y="2324"/>
                    </a:lnTo>
                    <a:lnTo>
                      <a:pt x="1508" y="2312"/>
                    </a:lnTo>
                    <a:lnTo>
                      <a:pt x="1621" y="2306"/>
                    </a:lnTo>
                    <a:lnTo>
                      <a:pt x="1621" y="1728"/>
                    </a:lnTo>
                    <a:lnTo>
                      <a:pt x="929" y="1728"/>
                    </a:lnTo>
                    <a:close/>
                    <a:moveTo>
                      <a:pt x="118" y="1728"/>
                    </a:moveTo>
                    <a:lnTo>
                      <a:pt x="124" y="1825"/>
                    </a:lnTo>
                    <a:lnTo>
                      <a:pt x="137" y="1920"/>
                    </a:lnTo>
                    <a:lnTo>
                      <a:pt x="155" y="2013"/>
                    </a:lnTo>
                    <a:lnTo>
                      <a:pt x="178" y="2104"/>
                    </a:lnTo>
                    <a:lnTo>
                      <a:pt x="207" y="2193"/>
                    </a:lnTo>
                    <a:lnTo>
                      <a:pt x="241" y="2280"/>
                    </a:lnTo>
                    <a:lnTo>
                      <a:pt x="280" y="2364"/>
                    </a:lnTo>
                    <a:lnTo>
                      <a:pt x="324" y="2445"/>
                    </a:lnTo>
                    <a:lnTo>
                      <a:pt x="373" y="2523"/>
                    </a:lnTo>
                    <a:lnTo>
                      <a:pt x="425" y="2598"/>
                    </a:lnTo>
                    <a:lnTo>
                      <a:pt x="483" y="2669"/>
                    </a:lnTo>
                    <a:lnTo>
                      <a:pt x="573" y="2613"/>
                    </a:lnTo>
                    <a:lnTo>
                      <a:pt x="664" y="2561"/>
                    </a:lnTo>
                    <a:lnTo>
                      <a:pt x="758" y="2512"/>
                    </a:lnTo>
                    <a:lnTo>
                      <a:pt x="855" y="2469"/>
                    </a:lnTo>
                    <a:lnTo>
                      <a:pt x="953" y="2432"/>
                    </a:lnTo>
                    <a:lnTo>
                      <a:pt x="918" y="2335"/>
                    </a:lnTo>
                    <a:lnTo>
                      <a:pt x="889" y="2238"/>
                    </a:lnTo>
                    <a:lnTo>
                      <a:pt x="863" y="2138"/>
                    </a:lnTo>
                    <a:lnTo>
                      <a:pt x="843" y="2038"/>
                    </a:lnTo>
                    <a:lnTo>
                      <a:pt x="829" y="1935"/>
                    </a:lnTo>
                    <a:lnTo>
                      <a:pt x="818" y="1833"/>
                    </a:lnTo>
                    <a:lnTo>
                      <a:pt x="813" y="1728"/>
                    </a:lnTo>
                    <a:lnTo>
                      <a:pt x="118" y="1728"/>
                    </a:lnTo>
                    <a:close/>
                    <a:moveTo>
                      <a:pt x="2276" y="894"/>
                    </a:moveTo>
                    <a:lnTo>
                      <a:pt x="2171" y="922"/>
                    </a:lnTo>
                    <a:lnTo>
                      <a:pt x="2065" y="944"/>
                    </a:lnTo>
                    <a:lnTo>
                      <a:pt x="1956" y="960"/>
                    </a:lnTo>
                    <a:lnTo>
                      <a:pt x="1848" y="972"/>
                    </a:lnTo>
                    <a:lnTo>
                      <a:pt x="1737" y="977"/>
                    </a:lnTo>
                    <a:lnTo>
                      <a:pt x="1737" y="1613"/>
                    </a:lnTo>
                    <a:lnTo>
                      <a:pt x="2431" y="1613"/>
                    </a:lnTo>
                    <a:lnTo>
                      <a:pt x="2425" y="1506"/>
                    </a:lnTo>
                    <a:lnTo>
                      <a:pt x="2414" y="1400"/>
                    </a:lnTo>
                    <a:lnTo>
                      <a:pt x="2397" y="1295"/>
                    </a:lnTo>
                    <a:lnTo>
                      <a:pt x="2374" y="1193"/>
                    </a:lnTo>
                    <a:lnTo>
                      <a:pt x="2347" y="1091"/>
                    </a:lnTo>
                    <a:lnTo>
                      <a:pt x="2314" y="992"/>
                    </a:lnTo>
                    <a:lnTo>
                      <a:pt x="2276" y="894"/>
                    </a:lnTo>
                    <a:close/>
                    <a:moveTo>
                      <a:pt x="1083" y="894"/>
                    </a:moveTo>
                    <a:lnTo>
                      <a:pt x="1046" y="992"/>
                    </a:lnTo>
                    <a:lnTo>
                      <a:pt x="1013" y="1091"/>
                    </a:lnTo>
                    <a:lnTo>
                      <a:pt x="984" y="1193"/>
                    </a:lnTo>
                    <a:lnTo>
                      <a:pt x="962" y="1295"/>
                    </a:lnTo>
                    <a:lnTo>
                      <a:pt x="945" y="1400"/>
                    </a:lnTo>
                    <a:lnTo>
                      <a:pt x="935" y="1506"/>
                    </a:lnTo>
                    <a:lnTo>
                      <a:pt x="929" y="1613"/>
                    </a:lnTo>
                    <a:lnTo>
                      <a:pt x="1621" y="1613"/>
                    </a:lnTo>
                    <a:lnTo>
                      <a:pt x="1621" y="977"/>
                    </a:lnTo>
                    <a:lnTo>
                      <a:pt x="1512" y="972"/>
                    </a:lnTo>
                    <a:lnTo>
                      <a:pt x="1402" y="960"/>
                    </a:lnTo>
                    <a:lnTo>
                      <a:pt x="1295" y="944"/>
                    </a:lnTo>
                    <a:lnTo>
                      <a:pt x="1189" y="922"/>
                    </a:lnTo>
                    <a:lnTo>
                      <a:pt x="1083" y="894"/>
                    </a:lnTo>
                    <a:close/>
                    <a:moveTo>
                      <a:pt x="2845" y="636"/>
                    </a:moveTo>
                    <a:lnTo>
                      <a:pt x="2758" y="689"/>
                    </a:lnTo>
                    <a:lnTo>
                      <a:pt x="2668" y="738"/>
                    </a:lnTo>
                    <a:lnTo>
                      <a:pt x="2576" y="782"/>
                    </a:lnTo>
                    <a:lnTo>
                      <a:pt x="2483" y="823"/>
                    </a:lnTo>
                    <a:lnTo>
                      <a:pt x="2388" y="859"/>
                    </a:lnTo>
                    <a:lnTo>
                      <a:pt x="2427" y="961"/>
                    </a:lnTo>
                    <a:lnTo>
                      <a:pt x="2461" y="1066"/>
                    </a:lnTo>
                    <a:lnTo>
                      <a:pt x="2489" y="1172"/>
                    </a:lnTo>
                    <a:lnTo>
                      <a:pt x="2512" y="1281"/>
                    </a:lnTo>
                    <a:lnTo>
                      <a:pt x="2529" y="1390"/>
                    </a:lnTo>
                    <a:lnTo>
                      <a:pt x="2541" y="1501"/>
                    </a:lnTo>
                    <a:lnTo>
                      <a:pt x="2547" y="1613"/>
                    </a:lnTo>
                    <a:lnTo>
                      <a:pt x="3242" y="1613"/>
                    </a:lnTo>
                    <a:lnTo>
                      <a:pt x="3235" y="1511"/>
                    </a:lnTo>
                    <a:lnTo>
                      <a:pt x="3222" y="1412"/>
                    </a:lnTo>
                    <a:lnTo>
                      <a:pt x="3202" y="1314"/>
                    </a:lnTo>
                    <a:lnTo>
                      <a:pt x="3176" y="1220"/>
                    </a:lnTo>
                    <a:lnTo>
                      <a:pt x="3144" y="1127"/>
                    </a:lnTo>
                    <a:lnTo>
                      <a:pt x="3107" y="1037"/>
                    </a:lnTo>
                    <a:lnTo>
                      <a:pt x="3065" y="950"/>
                    </a:lnTo>
                    <a:lnTo>
                      <a:pt x="3018" y="866"/>
                    </a:lnTo>
                    <a:lnTo>
                      <a:pt x="2965" y="785"/>
                    </a:lnTo>
                    <a:lnTo>
                      <a:pt x="2907" y="709"/>
                    </a:lnTo>
                    <a:lnTo>
                      <a:pt x="2845" y="636"/>
                    </a:lnTo>
                    <a:close/>
                    <a:moveTo>
                      <a:pt x="515" y="636"/>
                    </a:moveTo>
                    <a:lnTo>
                      <a:pt x="453" y="709"/>
                    </a:lnTo>
                    <a:lnTo>
                      <a:pt x="395" y="785"/>
                    </a:lnTo>
                    <a:lnTo>
                      <a:pt x="342" y="866"/>
                    </a:lnTo>
                    <a:lnTo>
                      <a:pt x="295" y="950"/>
                    </a:lnTo>
                    <a:lnTo>
                      <a:pt x="253" y="1037"/>
                    </a:lnTo>
                    <a:lnTo>
                      <a:pt x="215" y="1127"/>
                    </a:lnTo>
                    <a:lnTo>
                      <a:pt x="183" y="1220"/>
                    </a:lnTo>
                    <a:lnTo>
                      <a:pt x="158" y="1314"/>
                    </a:lnTo>
                    <a:lnTo>
                      <a:pt x="138" y="1412"/>
                    </a:lnTo>
                    <a:lnTo>
                      <a:pt x="125" y="1511"/>
                    </a:lnTo>
                    <a:lnTo>
                      <a:pt x="118" y="1613"/>
                    </a:lnTo>
                    <a:lnTo>
                      <a:pt x="813" y="1613"/>
                    </a:lnTo>
                    <a:lnTo>
                      <a:pt x="819" y="1501"/>
                    </a:lnTo>
                    <a:lnTo>
                      <a:pt x="831" y="1390"/>
                    </a:lnTo>
                    <a:lnTo>
                      <a:pt x="848" y="1281"/>
                    </a:lnTo>
                    <a:lnTo>
                      <a:pt x="871" y="1172"/>
                    </a:lnTo>
                    <a:lnTo>
                      <a:pt x="899" y="1066"/>
                    </a:lnTo>
                    <a:lnTo>
                      <a:pt x="933" y="961"/>
                    </a:lnTo>
                    <a:lnTo>
                      <a:pt x="972" y="859"/>
                    </a:lnTo>
                    <a:lnTo>
                      <a:pt x="877" y="823"/>
                    </a:lnTo>
                    <a:lnTo>
                      <a:pt x="783" y="782"/>
                    </a:lnTo>
                    <a:lnTo>
                      <a:pt x="692" y="738"/>
                    </a:lnTo>
                    <a:lnTo>
                      <a:pt x="602" y="689"/>
                    </a:lnTo>
                    <a:lnTo>
                      <a:pt x="515" y="636"/>
                    </a:lnTo>
                    <a:close/>
                    <a:moveTo>
                      <a:pt x="1737" y="153"/>
                    </a:moveTo>
                    <a:lnTo>
                      <a:pt x="1737" y="862"/>
                    </a:lnTo>
                    <a:lnTo>
                      <a:pt x="1837" y="857"/>
                    </a:lnTo>
                    <a:lnTo>
                      <a:pt x="1937" y="847"/>
                    </a:lnTo>
                    <a:lnTo>
                      <a:pt x="2035" y="831"/>
                    </a:lnTo>
                    <a:lnTo>
                      <a:pt x="2132" y="813"/>
                    </a:lnTo>
                    <a:lnTo>
                      <a:pt x="2228" y="789"/>
                    </a:lnTo>
                    <a:lnTo>
                      <a:pt x="2182" y="700"/>
                    </a:lnTo>
                    <a:lnTo>
                      <a:pt x="2131" y="613"/>
                    </a:lnTo>
                    <a:lnTo>
                      <a:pt x="2076" y="529"/>
                    </a:lnTo>
                    <a:lnTo>
                      <a:pt x="2016" y="448"/>
                    </a:lnTo>
                    <a:lnTo>
                      <a:pt x="1953" y="370"/>
                    </a:lnTo>
                    <a:lnTo>
                      <a:pt x="1886" y="294"/>
                    </a:lnTo>
                    <a:lnTo>
                      <a:pt x="1813" y="222"/>
                    </a:lnTo>
                    <a:lnTo>
                      <a:pt x="1737" y="153"/>
                    </a:lnTo>
                    <a:close/>
                    <a:moveTo>
                      <a:pt x="1621" y="153"/>
                    </a:moveTo>
                    <a:lnTo>
                      <a:pt x="1546" y="222"/>
                    </a:lnTo>
                    <a:lnTo>
                      <a:pt x="1474" y="294"/>
                    </a:lnTo>
                    <a:lnTo>
                      <a:pt x="1407" y="370"/>
                    </a:lnTo>
                    <a:lnTo>
                      <a:pt x="1342" y="448"/>
                    </a:lnTo>
                    <a:lnTo>
                      <a:pt x="1283" y="529"/>
                    </a:lnTo>
                    <a:lnTo>
                      <a:pt x="1229" y="613"/>
                    </a:lnTo>
                    <a:lnTo>
                      <a:pt x="1178" y="700"/>
                    </a:lnTo>
                    <a:lnTo>
                      <a:pt x="1132" y="789"/>
                    </a:lnTo>
                    <a:lnTo>
                      <a:pt x="1228" y="813"/>
                    </a:lnTo>
                    <a:lnTo>
                      <a:pt x="1325" y="831"/>
                    </a:lnTo>
                    <a:lnTo>
                      <a:pt x="1422" y="847"/>
                    </a:lnTo>
                    <a:lnTo>
                      <a:pt x="1521" y="857"/>
                    </a:lnTo>
                    <a:lnTo>
                      <a:pt x="1621" y="862"/>
                    </a:lnTo>
                    <a:lnTo>
                      <a:pt x="1621" y="153"/>
                    </a:lnTo>
                    <a:close/>
                    <a:moveTo>
                      <a:pt x="1884" y="129"/>
                    </a:moveTo>
                    <a:lnTo>
                      <a:pt x="1964" y="208"/>
                    </a:lnTo>
                    <a:lnTo>
                      <a:pt x="2038" y="291"/>
                    </a:lnTo>
                    <a:lnTo>
                      <a:pt x="2109" y="378"/>
                    </a:lnTo>
                    <a:lnTo>
                      <a:pt x="2174" y="467"/>
                    </a:lnTo>
                    <a:lnTo>
                      <a:pt x="2234" y="560"/>
                    </a:lnTo>
                    <a:lnTo>
                      <a:pt x="2290" y="656"/>
                    </a:lnTo>
                    <a:lnTo>
                      <a:pt x="2341" y="753"/>
                    </a:lnTo>
                    <a:lnTo>
                      <a:pt x="2428" y="720"/>
                    </a:lnTo>
                    <a:lnTo>
                      <a:pt x="2514" y="684"/>
                    </a:lnTo>
                    <a:lnTo>
                      <a:pt x="2599" y="644"/>
                    </a:lnTo>
                    <a:lnTo>
                      <a:pt x="2682" y="599"/>
                    </a:lnTo>
                    <a:lnTo>
                      <a:pt x="2763" y="551"/>
                    </a:lnTo>
                    <a:lnTo>
                      <a:pt x="2698" y="491"/>
                    </a:lnTo>
                    <a:lnTo>
                      <a:pt x="2628" y="436"/>
                    </a:lnTo>
                    <a:lnTo>
                      <a:pt x="2555" y="383"/>
                    </a:lnTo>
                    <a:lnTo>
                      <a:pt x="2481" y="336"/>
                    </a:lnTo>
                    <a:lnTo>
                      <a:pt x="2403" y="292"/>
                    </a:lnTo>
                    <a:lnTo>
                      <a:pt x="2322" y="253"/>
                    </a:lnTo>
                    <a:lnTo>
                      <a:pt x="2238" y="219"/>
                    </a:lnTo>
                    <a:lnTo>
                      <a:pt x="2153" y="188"/>
                    </a:lnTo>
                    <a:lnTo>
                      <a:pt x="2065" y="163"/>
                    </a:lnTo>
                    <a:lnTo>
                      <a:pt x="1975" y="143"/>
                    </a:lnTo>
                    <a:lnTo>
                      <a:pt x="1884" y="129"/>
                    </a:lnTo>
                    <a:close/>
                    <a:moveTo>
                      <a:pt x="1476" y="129"/>
                    </a:moveTo>
                    <a:lnTo>
                      <a:pt x="1385" y="143"/>
                    </a:lnTo>
                    <a:lnTo>
                      <a:pt x="1294" y="163"/>
                    </a:lnTo>
                    <a:lnTo>
                      <a:pt x="1207" y="188"/>
                    </a:lnTo>
                    <a:lnTo>
                      <a:pt x="1121" y="219"/>
                    </a:lnTo>
                    <a:lnTo>
                      <a:pt x="1038" y="253"/>
                    </a:lnTo>
                    <a:lnTo>
                      <a:pt x="957" y="292"/>
                    </a:lnTo>
                    <a:lnTo>
                      <a:pt x="879" y="336"/>
                    </a:lnTo>
                    <a:lnTo>
                      <a:pt x="803" y="383"/>
                    </a:lnTo>
                    <a:lnTo>
                      <a:pt x="732" y="436"/>
                    </a:lnTo>
                    <a:lnTo>
                      <a:pt x="662" y="491"/>
                    </a:lnTo>
                    <a:lnTo>
                      <a:pt x="597" y="551"/>
                    </a:lnTo>
                    <a:lnTo>
                      <a:pt x="678" y="599"/>
                    </a:lnTo>
                    <a:lnTo>
                      <a:pt x="760" y="644"/>
                    </a:lnTo>
                    <a:lnTo>
                      <a:pt x="845" y="684"/>
                    </a:lnTo>
                    <a:lnTo>
                      <a:pt x="932" y="720"/>
                    </a:lnTo>
                    <a:lnTo>
                      <a:pt x="1019" y="753"/>
                    </a:lnTo>
                    <a:lnTo>
                      <a:pt x="1070" y="656"/>
                    </a:lnTo>
                    <a:lnTo>
                      <a:pt x="1124" y="560"/>
                    </a:lnTo>
                    <a:lnTo>
                      <a:pt x="1186" y="467"/>
                    </a:lnTo>
                    <a:lnTo>
                      <a:pt x="1251" y="378"/>
                    </a:lnTo>
                    <a:lnTo>
                      <a:pt x="1321" y="291"/>
                    </a:lnTo>
                    <a:lnTo>
                      <a:pt x="1396" y="208"/>
                    </a:lnTo>
                    <a:lnTo>
                      <a:pt x="1476" y="129"/>
                    </a:lnTo>
                    <a:close/>
                    <a:moveTo>
                      <a:pt x="1679" y="0"/>
                    </a:moveTo>
                    <a:lnTo>
                      <a:pt x="1706" y="1"/>
                    </a:lnTo>
                    <a:lnTo>
                      <a:pt x="1738" y="2"/>
                    </a:lnTo>
                    <a:lnTo>
                      <a:pt x="1843" y="8"/>
                    </a:lnTo>
                    <a:lnTo>
                      <a:pt x="1946" y="22"/>
                    </a:lnTo>
                    <a:lnTo>
                      <a:pt x="2047" y="41"/>
                    </a:lnTo>
                    <a:lnTo>
                      <a:pt x="2146" y="66"/>
                    </a:lnTo>
                    <a:lnTo>
                      <a:pt x="2243" y="97"/>
                    </a:lnTo>
                    <a:lnTo>
                      <a:pt x="2336" y="134"/>
                    </a:lnTo>
                    <a:lnTo>
                      <a:pt x="2427" y="175"/>
                    </a:lnTo>
                    <a:lnTo>
                      <a:pt x="2515" y="222"/>
                    </a:lnTo>
                    <a:lnTo>
                      <a:pt x="2600" y="274"/>
                    </a:lnTo>
                    <a:lnTo>
                      <a:pt x="2681" y="331"/>
                    </a:lnTo>
                    <a:lnTo>
                      <a:pt x="2759" y="392"/>
                    </a:lnTo>
                    <a:lnTo>
                      <a:pt x="2832" y="458"/>
                    </a:lnTo>
                    <a:lnTo>
                      <a:pt x="2903" y="527"/>
                    </a:lnTo>
                    <a:lnTo>
                      <a:pt x="2903" y="528"/>
                    </a:lnTo>
                    <a:lnTo>
                      <a:pt x="2966" y="599"/>
                    </a:lnTo>
                    <a:lnTo>
                      <a:pt x="3026" y="673"/>
                    </a:lnTo>
                    <a:lnTo>
                      <a:pt x="3081" y="751"/>
                    </a:lnTo>
                    <a:lnTo>
                      <a:pt x="3131" y="831"/>
                    </a:lnTo>
                    <a:lnTo>
                      <a:pt x="3177" y="915"/>
                    </a:lnTo>
                    <a:lnTo>
                      <a:pt x="3219" y="1001"/>
                    </a:lnTo>
                    <a:lnTo>
                      <a:pt x="3255" y="1091"/>
                    </a:lnTo>
                    <a:lnTo>
                      <a:pt x="3286" y="1182"/>
                    </a:lnTo>
                    <a:lnTo>
                      <a:pt x="3311" y="1276"/>
                    </a:lnTo>
                    <a:lnTo>
                      <a:pt x="3332" y="1372"/>
                    </a:lnTo>
                    <a:lnTo>
                      <a:pt x="3347" y="1469"/>
                    </a:lnTo>
                    <a:lnTo>
                      <a:pt x="3356" y="1570"/>
                    </a:lnTo>
                    <a:lnTo>
                      <a:pt x="3359" y="1670"/>
                    </a:lnTo>
                    <a:lnTo>
                      <a:pt x="3356" y="1776"/>
                    </a:lnTo>
                    <a:lnTo>
                      <a:pt x="3346" y="1880"/>
                    </a:lnTo>
                    <a:lnTo>
                      <a:pt x="3330" y="1981"/>
                    </a:lnTo>
                    <a:lnTo>
                      <a:pt x="3308" y="2081"/>
                    </a:lnTo>
                    <a:lnTo>
                      <a:pt x="3280" y="2178"/>
                    </a:lnTo>
                    <a:lnTo>
                      <a:pt x="3246" y="2273"/>
                    </a:lnTo>
                    <a:lnTo>
                      <a:pt x="3207" y="2365"/>
                    </a:lnTo>
                    <a:lnTo>
                      <a:pt x="3163" y="2454"/>
                    </a:lnTo>
                    <a:lnTo>
                      <a:pt x="3113" y="2540"/>
                    </a:lnTo>
                    <a:lnTo>
                      <a:pt x="3059" y="2622"/>
                    </a:lnTo>
                    <a:lnTo>
                      <a:pt x="3000" y="2702"/>
                    </a:lnTo>
                    <a:lnTo>
                      <a:pt x="2936" y="2777"/>
                    </a:lnTo>
                    <a:lnTo>
                      <a:pt x="2936" y="2778"/>
                    </a:lnTo>
                    <a:lnTo>
                      <a:pt x="2934" y="2779"/>
                    </a:lnTo>
                    <a:lnTo>
                      <a:pt x="2934" y="2780"/>
                    </a:lnTo>
                    <a:lnTo>
                      <a:pt x="2933" y="2780"/>
                    </a:lnTo>
                    <a:lnTo>
                      <a:pt x="2932" y="2781"/>
                    </a:lnTo>
                    <a:lnTo>
                      <a:pt x="2867" y="2851"/>
                    </a:lnTo>
                    <a:lnTo>
                      <a:pt x="2798" y="2916"/>
                    </a:lnTo>
                    <a:lnTo>
                      <a:pt x="2725" y="2976"/>
                    </a:lnTo>
                    <a:lnTo>
                      <a:pt x="2649" y="3034"/>
                    </a:lnTo>
                    <a:lnTo>
                      <a:pt x="2570" y="3086"/>
                    </a:lnTo>
                    <a:lnTo>
                      <a:pt x="2487" y="3134"/>
                    </a:lnTo>
                    <a:lnTo>
                      <a:pt x="2402" y="3178"/>
                    </a:lnTo>
                    <a:lnTo>
                      <a:pt x="2314" y="3217"/>
                    </a:lnTo>
                    <a:lnTo>
                      <a:pt x="2224" y="3251"/>
                    </a:lnTo>
                    <a:lnTo>
                      <a:pt x="2130" y="3280"/>
                    </a:lnTo>
                    <a:lnTo>
                      <a:pt x="2035" y="3303"/>
                    </a:lnTo>
                    <a:lnTo>
                      <a:pt x="1937" y="3321"/>
                    </a:lnTo>
                    <a:lnTo>
                      <a:pt x="1838" y="3333"/>
                    </a:lnTo>
                    <a:lnTo>
                      <a:pt x="1738" y="3340"/>
                    </a:lnTo>
                    <a:lnTo>
                      <a:pt x="1737" y="3340"/>
                    </a:lnTo>
                    <a:lnTo>
                      <a:pt x="1706" y="3341"/>
                    </a:lnTo>
                    <a:lnTo>
                      <a:pt x="1679" y="3341"/>
                    </a:lnTo>
                    <a:lnTo>
                      <a:pt x="1654" y="3341"/>
                    </a:lnTo>
                    <a:lnTo>
                      <a:pt x="1621" y="3340"/>
                    </a:lnTo>
                    <a:lnTo>
                      <a:pt x="1521" y="3333"/>
                    </a:lnTo>
                    <a:lnTo>
                      <a:pt x="1422" y="3321"/>
                    </a:lnTo>
                    <a:lnTo>
                      <a:pt x="1325" y="3303"/>
                    </a:lnTo>
                    <a:lnTo>
                      <a:pt x="1230" y="3280"/>
                    </a:lnTo>
                    <a:lnTo>
                      <a:pt x="1137" y="3251"/>
                    </a:lnTo>
                    <a:lnTo>
                      <a:pt x="1047" y="3217"/>
                    </a:lnTo>
                    <a:lnTo>
                      <a:pt x="958" y="3178"/>
                    </a:lnTo>
                    <a:lnTo>
                      <a:pt x="873" y="3134"/>
                    </a:lnTo>
                    <a:lnTo>
                      <a:pt x="791" y="3087"/>
                    </a:lnTo>
                    <a:lnTo>
                      <a:pt x="712" y="3034"/>
                    </a:lnTo>
                    <a:lnTo>
                      <a:pt x="635" y="2977"/>
                    </a:lnTo>
                    <a:lnTo>
                      <a:pt x="562" y="2917"/>
                    </a:lnTo>
                    <a:lnTo>
                      <a:pt x="494" y="2852"/>
                    </a:lnTo>
                    <a:lnTo>
                      <a:pt x="428" y="2783"/>
                    </a:lnTo>
                    <a:lnTo>
                      <a:pt x="426" y="2781"/>
                    </a:lnTo>
                    <a:lnTo>
                      <a:pt x="424" y="2779"/>
                    </a:lnTo>
                    <a:lnTo>
                      <a:pt x="424" y="2778"/>
                    </a:lnTo>
                    <a:lnTo>
                      <a:pt x="423" y="2777"/>
                    </a:lnTo>
                    <a:lnTo>
                      <a:pt x="360" y="2702"/>
                    </a:lnTo>
                    <a:lnTo>
                      <a:pt x="301" y="2622"/>
                    </a:lnTo>
                    <a:lnTo>
                      <a:pt x="246" y="2540"/>
                    </a:lnTo>
                    <a:lnTo>
                      <a:pt x="197" y="2454"/>
                    </a:lnTo>
                    <a:lnTo>
                      <a:pt x="153" y="2365"/>
                    </a:lnTo>
                    <a:lnTo>
                      <a:pt x="114" y="2273"/>
                    </a:lnTo>
                    <a:lnTo>
                      <a:pt x="80" y="2178"/>
                    </a:lnTo>
                    <a:lnTo>
                      <a:pt x="52" y="2081"/>
                    </a:lnTo>
                    <a:lnTo>
                      <a:pt x="29" y="1981"/>
                    </a:lnTo>
                    <a:lnTo>
                      <a:pt x="14" y="1880"/>
                    </a:lnTo>
                    <a:lnTo>
                      <a:pt x="4" y="1776"/>
                    </a:lnTo>
                    <a:lnTo>
                      <a:pt x="0" y="1670"/>
                    </a:lnTo>
                    <a:lnTo>
                      <a:pt x="3" y="1570"/>
                    </a:lnTo>
                    <a:lnTo>
                      <a:pt x="13" y="1469"/>
                    </a:lnTo>
                    <a:lnTo>
                      <a:pt x="27" y="1372"/>
                    </a:lnTo>
                    <a:lnTo>
                      <a:pt x="47" y="1276"/>
                    </a:lnTo>
                    <a:lnTo>
                      <a:pt x="74" y="1182"/>
                    </a:lnTo>
                    <a:lnTo>
                      <a:pt x="105" y="1091"/>
                    </a:lnTo>
                    <a:lnTo>
                      <a:pt x="141" y="1001"/>
                    </a:lnTo>
                    <a:lnTo>
                      <a:pt x="182" y="915"/>
                    </a:lnTo>
                    <a:lnTo>
                      <a:pt x="228" y="831"/>
                    </a:lnTo>
                    <a:lnTo>
                      <a:pt x="279" y="751"/>
                    </a:lnTo>
                    <a:lnTo>
                      <a:pt x="334" y="673"/>
                    </a:lnTo>
                    <a:lnTo>
                      <a:pt x="393" y="599"/>
                    </a:lnTo>
                    <a:lnTo>
                      <a:pt x="456" y="528"/>
                    </a:lnTo>
                    <a:lnTo>
                      <a:pt x="457" y="528"/>
                    </a:lnTo>
                    <a:lnTo>
                      <a:pt x="457" y="527"/>
                    </a:lnTo>
                    <a:lnTo>
                      <a:pt x="527" y="458"/>
                    </a:lnTo>
                    <a:lnTo>
                      <a:pt x="601" y="392"/>
                    </a:lnTo>
                    <a:lnTo>
                      <a:pt x="679" y="331"/>
                    </a:lnTo>
                    <a:lnTo>
                      <a:pt x="760" y="274"/>
                    </a:lnTo>
                    <a:lnTo>
                      <a:pt x="844" y="222"/>
                    </a:lnTo>
                    <a:lnTo>
                      <a:pt x="933" y="175"/>
                    </a:lnTo>
                    <a:lnTo>
                      <a:pt x="1023" y="134"/>
                    </a:lnTo>
                    <a:lnTo>
                      <a:pt x="1117" y="97"/>
                    </a:lnTo>
                    <a:lnTo>
                      <a:pt x="1214" y="66"/>
                    </a:lnTo>
                    <a:lnTo>
                      <a:pt x="1313" y="41"/>
                    </a:lnTo>
                    <a:lnTo>
                      <a:pt x="1414" y="22"/>
                    </a:lnTo>
                    <a:lnTo>
                      <a:pt x="1517" y="8"/>
                    </a:lnTo>
                    <a:lnTo>
                      <a:pt x="1621" y="2"/>
                    </a:lnTo>
                    <a:lnTo>
                      <a:pt x="1654" y="1"/>
                    </a:lnTo>
                    <a:lnTo>
                      <a:pt x="1679" y="0"/>
                    </a:lnTo>
                    <a:close/>
                  </a:path>
                </a:pathLst>
              </a:custGeom>
              <a:solidFill>
                <a:schemeClr val="bg1"/>
              </a:solid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dirty="0"/>
              </a:p>
            </p:txBody>
          </p:sp>
          <p:sp>
            <p:nvSpPr>
              <p:cNvPr id="169" name="TextBox 168">
                <a:extLst>
                  <a:ext uri="{FF2B5EF4-FFF2-40B4-BE49-F238E27FC236}">
                    <a16:creationId xmlns:a16="http://schemas.microsoft.com/office/drawing/2014/main" id="{C5694484-5AF8-836F-588A-45CD02C1748B}"/>
                  </a:ext>
                </a:extLst>
              </p:cNvPr>
              <p:cNvSpPr txBox="1"/>
              <p:nvPr/>
            </p:nvSpPr>
            <p:spPr>
              <a:xfrm>
                <a:off x="5459791" y="5746763"/>
                <a:ext cx="1228230" cy="440777"/>
              </a:xfrm>
              <a:prstGeom prst="rect">
                <a:avLst/>
              </a:prstGeom>
              <a:noFill/>
            </p:spPr>
            <p:txBody>
              <a:bodyPr wrap="none" rtlCol="0">
                <a:spAutoFit/>
              </a:bodyPr>
              <a:lstStyle/>
              <a:p>
                <a:pPr algn="ctr"/>
                <a:r>
                  <a:rPr lang="en-IN" sz="1016" b="1" dirty="0">
                    <a:solidFill>
                      <a:schemeClr val="accent3"/>
                    </a:solidFill>
                    <a:latin typeface="Arial" panose="020B0604020202020204" pitchFamily="34" charset="0"/>
                    <a:cs typeface="Arial" panose="020B0604020202020204" pitchFamily="34" charset="0"/>
                  </a:rPr>
                  <a:t>VIRTUAL</a:t>
                </a:r>
              </a:p>
            </p:txBody>
          </p:sp>
        </p:grpSp>
        <p:sp>
          <p:nvSpPr>
            <p:cNvPr id="96" name="Chevron 95">
              <a:extLst>
                <a:ext uri="{FF2B5EF4-FFF2-40B4-BE49-F238E27FC236}">
                  <a16:creationId xmlns:a16="http://schemas.microsoft.com/office/drawing/2014/main" id="{7E899C06-3033-D12D-CF31-010002890D6F}"/>
                </a:ext>
              </a:extLst>
            </p:cNvPr>
            <p:cNvSpPr/>
            <p:nvPr/>
          </p:nvSpPr>
          <p:spPr>
            <a:xfrm>
              <a:off x="3287448" y="2550653"/>
              <a:ext cx="1117971" cy="149204"/>
            </a:xfrm>
            <a:prstGeom prst="chevr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solidFill>
                  <a:schemeClr val="tx1"/>
                </a:solidFill>
              </a:endParaRPr>
            </a:p>
          </p:txBody>
        </p:sp>
        <p:grpSp>
          <p:nvGrpSpPr>
            <p:cNvPr id="110" name="Group 109">
              <a:extLst>
                <a:ext uri="{FF2B5EF4-FFF2-40B4-BE49-F238E27FC236}">
                  <a16:creationId xmlns:a16="http://schemas.microsoft.com/office/drawing/2014/main" id="{0EE8BBC0-03F5-21C1-4B0F-C201D9FEB58A}"/>
                </a:ext>
              </a:extLst>
            </p:cNvPr>
            <p:cNvGrpSpPr/>
            <p:nvPr/>
          </p:nvGrpSpPr>
          <p:grpSpPr>
            <a:xfrm rot="10800000">
              <a:off x="3857916" y="2086356"/>
              <a:ext cx="59525" cy="581235"/>
              <a:chOff x="1672060" y="3475613"/>
              <a:chExt cx="115176" cy="1204719"/>
            </a:xfrm>
          </p:grpSpPr>
          <p:cxnSp>
            <p:nvCxnSpPr>
              <p:cNvPr id="112" name="Straight Connector 111">
                <a:extLst>
                  <a:ext uri="{FF2B5EF4-FFF2-40B4-BE49-F238E27FC236}">
                    <a16:creationId xmlns:a16="http://schemas.microsoft.com/office/drawing/2014/main" id="{03B5D463-BBC5-8729-7CC4-44B048FA6DA2}"/>
                  </a:ext>
                </a:extLst>
              </p:cNvPr>
              <p:cNvCxnSpPr/>
              <p:nvPr/>
            </p:nvCxnSpPr>
            <p:spPr>
              <a:xfrm>
                <a:off x="1729648" y="3537332"/>
                <a:ext cx="0" cy="1143000"/>
              </a:xfrm>
              <a:prstGeom prst="line">
                <a:avLst/>
              </a:prstGeom>
              <a:ln w="28575">
                <a:solidFill>
                  <a:schemeClr val="accent4"/>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3" name="Oval 132">
                <a:extLst>
                  <a:ext uri="{FF2B5EF4-FFF2-40B4-BE49-F238E27FC236}">
                    <a16:creationId xmlns:a16="http://schemas.microsoft.com/office/drawing/2014/main" id="{E8769B57-8F16-2B0C-9778-AA05D888126B}"/>
                  </a:ext>
                </a:extLst>
              </p:cNvPr>
              <p:cNvSpPr/>
              <p:nvPr/>
            </p:nvSpPr>
            <p:spPr>
              <a:xfrm>
                <a:off x="1672060" y="3475613"/>
                <a:ext cx="115176" cy="115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sp>
          <p:nvSpPr>
            <p:cNvPr id="170" name="TextBox 169">
              <a:extLst>
                <a:ext uri="{FF2B5EF4-FFF2-40B4-BE49-F238E27FC236}">
                  <a16:creationId xmlns:a16="http://schemas.microsoft.com/office/drawing/2014/main" id="{99968D87-CD0D-E503-02D6-E533878DA179}"/>
                </a:ext>
              </a:extLst>
            </p:cNvPr>
            <p:cNvSpPr txBox="1"/>
            <p:nvPr/>
          </p:nvSpPr>
          <p:spPr>
            <a:xfrm>
              <a:off x="3117929" y="1375541"/>
              <a:ext cx="1475797" cy="257644"/>
            </a:xfrm>
            <a:prstGeom prst="rect">
              <a:avLst/>
            </a:prstGeom>
            <a:noFill/>
          </p:spPr>
          <p:txBody>
            <a:bodyPr wrap="square" rtlCol="0">
              <a:spAutoFit/>
            </a:bodyPr>
            <a:lstStyle/>
            <a:p>
              <a:pPr algn="ctr"/>
              <a:r>
                <a:rPr lang="en-IN" sz="1016" b="1" dirty="0">
                  <a:solidFill>
                    <a:schemeClr val="accent4"/>
                  </a:solidFill>
                  <a:latin typeface="Arial" panose="020B0604020202020204" pitchFamily="34" charset="0"/>
                  <a:cs typeface="Arial" panose="020B0604020202020204" pitchFamily="34" charset="0"/>
                </a:rPr>
                <a:t>TORRANCE, US</a:t>
              </a:r>
            </a:p>
          </p:txBody>
        </p:sp>
        <p:sp>
          <p:nvSpPr>
            <p:cNvPr id="18" name="Chevron 95">
              <a:extLst>
                <a:ext uri="{FF2B5EF4-FFF2-40B4-BE49-F238E27FC236}">
                  <a16:creationId xmlns:a16="http://schemas.microsoft.com/office/drawing/2014/main" id="{FD2236D9-F791-1D5F-4C10-A598FA5328CD}"/>
                </a:ext>
              </a:extLst>
            </p:cNvPr>
            <p:cNvSpPr/>
            <p:nvPr/>
          </p:nvSpPr>
          <p:spPr>
            <a:xfrm>
              <a:off x="5316629" y="2550653"/>
              <a:ext cx="1117971" cy="149204"/>
            </a:xfrm>
            <a:prstGeom prst="chevr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dirty="0">
                <a:solidFill>
                  <a:schemeClr val="tx1"/>
                </a:solidFill>
              </a:endParaRPr>
            </a:p>
          </p:txBody>
        </p:sp>
        <p:sp>
          <p:nvSpPr>
            <p:cNvPr id="97" name="Chevron 96">
              <a:extLst>
                <a:ext uri="{FF2B5EF4-FFF2-40B4-BE49-F238E27FC236}">
                  <a16:creationId xmlns:a16="http://schemas.microsoft.com/office/drawing/2014/main" id="{727C91CA-0A85-1353-3EC4-72EB8BE39827}"/>
                </a:ext>
              </a:extLst>
            </p:cNvPr>
            <p:cNvSpPr/>
            <p:nvPr/>
          </p:nvSpPr>
          <p:spPr>
            <a:xfrm>
              <a:off x="4307414" y="2550653"/>
              <a:ext cx="1117970" cy="149204"/>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solidFill>
                  <a:schemeClr val="tx1"/>
                </a:solidFill>
              </a:endParaRPr>
            </a:p>
          </p:txBody>
        </p:sp>
        <p:grpSp>
          <p:nvGrpSpPr>
            <p:cNvPr id="102" name="Group 101">
              <a:extLst>
                <a:ext uri="{FF2B5EF4-FFF2-40B4-BE49-F238E27FC236}">
                  <a16:creationId xmlns:a16="http://schemas.microsoft.com/office/drawing/2014/main" id="{7FA7F3C4-BA28-4D04-4A24-6AD3A8497679}"/>
                </a:ext>
              </a:extLst>
            </p:cNvPr>
            <p:cNvGrpSpPr/>
            <p:nvPr/>
          </p:nvGrpSpPr>
          <p:grpSpPr>
            <a:xfrm>
              <a:off x="4621081" y="2609023"/>
              <a:ext cx="513370" cy="1052315"/>
              <a:chOff x="1208280" y="3475613"/>
              <a:chExt cx="991518" cy="2069383"/>
            </a:xfrm>
          </p:grpSpPr>
          <p:sp>
            <p:nvSpPr>
              <p:cNvPr id="103" name="Oval 102">
                <a:extLst>
                  <a:ext uri="{FF2B5EF4-FFF2-40B4-BE49-F238E27FC236}">
                    <a16:creationId xmlns:a16="http://schemas.microsoft.com/office/drawing/2014/main" id="{773BDA49-0940-293D-3E3E-E157B06A92B1}"/>
                  </a:ext>
                </a:extLst>
              </p:cNvPr>
              <p:cNvSpPr/>
              <p:nvPr/>
            </p:nvSpPr>
            <p:spPr>
              <a:xfrm>
                <a:off x="1208280" y="4553478"/>
                <a:ext cx="991518" cy="99151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dirty="0"/>
              </a:p>
            </p:txBody>
          </p:sp>
          <p:cxnSp>
            <p:nvCxnSpPr>
              <p:cNvPr id="104" name="Straight Connector 103">
                <a:extLst>
                  <a:ext uri="{FF2B5EF4-FFF2-40B4-BE49-F238E27FC236}">
                    <a16:creationId xmlns:a16="http://schemas.microsoft.com/office/drawing/2014/main" id="{9BE663D2-1E1C-3FA3-7A95-218BC61C3421}"/>
                  </a:ext>
                </a:extLst>
              </p:cNvPr>
              <p:cNvCxnSpPr/>
              <p:nvPr/>
            </p:nvCxnSpPr>
            <p:spPr>
              <a:xfrm>
                <a:off x="1729648" y="3537332"/>
                <a:ext cx="0" cy="1143000"/>
              </a:xfrm>
              <a:prstGeom prst="line">
                <a:avLst/>
              </a:prstGeom>
              <a:ln w="28575">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8AE5732D-C041-D82E-182D-09EC7CB70D8F}"/>
                  </a:ext>
                </a:extLst>
              </p:cNvPr>
              <p:cNvSpPr/>
              <p:nvPr/>
            </p:nvSpPr>
            <p:spPr>
              <a:xfrm>
                <a:off x="1672060" y="3475613"/>
                <a:ext cx="115176" cy="115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grpSp>
          <p:nvGrpSpPr>
            <p:cNvPr id="141" name="Group 140">
              <a:extLst>
                <a:ext uri="{FF2B5EF4-FFF2-40B4-BE49-F238E27FC236}">
                  <a16:creationId xmlns:a16="http://schemas.microsoft.com/office/drawing/2014/main" id="{5989D2BE-E062-DDCC-D317-0B7E6BE4B29D}"/>
                </a:ext>
              </a:extLst>
            </p:cNvPr>
            <p:cNvGrpSpPr/>
            <p:nvPr/>
          </p:nvGrpSpPr>
          <p:grpSpPr>
            <a:xfrm>
              <a:off x="4751832" y="3325751"/>
              <a:ext cx="293478" cy="167343"/>
              <a:chOff x="7718425" y="2973388"/>
              <a:chExt cx="669925" cy="388938"/>
            </a:xfrm>
            <a:solidFill>
              <a:schemeClr val="bg1"/>
            </a:solidFill>
          </p:grpSpPr>
          <p:sp>
            <p:nvSpPr>
              <p:cNvPr id="143" name="Freeform 24">
                <a:extLst>
                  <a:ext uri="{FF2B5EF4-FFF2-40B4-BE49-F238E27FC236}">
                    <a16:creationId xmlns:a16="http://schemas.microsoft.com/office/drawing/2014/main" id="{5A3AD893-35F5-DBEC-91EF-8FEB38C5DA9A}"/>
                  </a:ext>
                </a:extLst>
              </p:cNvPr>
              <p:cNvSpPr>
                <a:spLocks/>
              </p:cNvSpPr>
              <p:nvPr/>
            </p:nvSpPr>
            <p:spPr bwMode="auto">
              <a:xfrm>
                <a:off x="8293100" y="2973388"/>
                <a:ext cx="95250" cy="93663"/>
              </a:xfrm>
              <a:custGeom>
                <a:avLst/>
                <a:gdLst>
                  <a:gd name="T0" fmla="*/ 46 w 480"/>
                  <a:gd name="T1" fmla="*/ 0 h 473"/>
                  <a:gd name="T2" fmla="*/ 61 w 480"/>
                  <a:gd name="T3" fmla="*/ 2 h 473"/>
                  <a:gd name="T4" fmla="*/ 73 w 480"/>
                  <a:gd name="T5" fmla="*/ 9 h 473"/>
                  <a:gd name="T6" fmla="*/ 83 w 480"/>
                  <a:gd name="T7" fmla="*/ 19 h 473"/>
                  <a:gd name="T8" fmla="*/ 89 w 480"/>
                  <a:gd name="T9" fmla="*/ 31 h 473"/>
                  <a:gd name="T10" fmla="*/ 92 w 480"/>
                  <a:gd name="T11" fmla="*/ 45 h 473"/>
                  <a:gd name="T12" fmla="*/ 95 w 480"/>
                  <a:gd name="T13" fmla="*/ 91 h 473"/>
                  <a:gd name="T14" fmla="*/ 104 w 480"/>
                  <a:gd name="T15" fmla="*/ 135 h 473"/>
                  <a:gd name="T16" fmla="*/ 118 w 480"/>
                  <a:gd name="T17" fmla="*/ 177 h 473"/>
                  <a:gd name="T18" fmla="*/ 138 w 480"/>
                  <a:gd name="T19" fmla="*/ 216 h 473"/>
                  <a:gd name="T20" fmla="*/ 163 w 480"/>
                  <a:gd name="T21" fmla="*/ 251 h 473"/>
                  <a:gd name="T22" fmla="*/ 192 w 480"/>
                  <a:gd name="T23" fmla="*/ 284 h 473"/>
                  <a:gd name="T24" fmla="*/ 225 w 480"/>
                  <a:gd name="T25" fmla="*/ 312 h 473"/>
                  <a:gd name="T26" fmla="*/ 261 w 480"/>
                  <a:gd name="T27" fmla="*/ 337 h 473"/>
                  <a:gd name="T28" fmla="*/ 300 w 480"/>
                  <a:gd name="T29" fmla="*/ 356 h 473"/>
                  <a:gd name="T30" fmla="*/ 342 w 480"/>
                  <a:gd name="T31" fmla="*/ 371 h 473"/>
                  <a:gd name="T32" fmla="*/ 387 w 480"/>
                  <a:gd name="T33" fmla="*/ 379 h 473"/>
                  <a:gd name="T34" fmla="*/ 433 w 480"/>
                  <a:gd name="T35" fmla="*/ 382 h 473"/>
                  <a:gd name="T36" fmla="*/ 448 w 480"/>
                  <a:gd name="T37" fmla="*/ 385 h 473"/>
                  <a:gd name="T38" fmla="*/ 461 w 480"/>
                  <a:gd name="T39" fmla="*/ 392 h 473"/>
                  <a:gd name="T40" fmla="*/ 470 w 480"/>
                  <a:gd name="T41" fmla="*/ 401 h 473"/>
                  <a:gd name="T42" fmla="*/ 477 w 480"/>
                  <a:gd name="T43" fmla="*/ 413 h 473"/>
                  <a:gd name="T44" fmla="*/ 480 w 480"/>
                  <a:gd name="T45" fmla="*/ 428 h 473"/>
                  <a:gd name="T46" fmla="*/ 477 w 480"/>
                  <a:gd name="T47" fmla="*/ 442 h 473"/>
                  <a:gd name="T48" fmla="*/ 470 w 480"/>
                  <a:gd name="T49" fmla="*/ 455 h 473"/>
                  <a:gd name="T50" fmla="*/ 461 w 480"/>
                  <a:gd name="T51" fmla="*/ 465 h 473"/>
                  <a:gd name="T52" fmla="*/ 448 w 480"/>
                  <a:gd name="T53" fmla="*/ 471 h 473"/>
                  <a:gd name="T54" fmla="*/ 433 w 480"/>
                  <a:gd name="T55" fmla="*/ 473 h 473"/>
                  <a:gd name="T56" fmla="*/ 383 w 480"/>
                  <a:gd name="T57" fmla="*/ 471 h 473"/>
                  <a:gd name="T58" fmla="*/ 334 w 480"/>
                  <a:gd name="T59" fmla="*/ 463 h 473"/>
                  <a:gd name="T60" fmla="*/ 288 w 480"/>
                  <a:gd name="T61" fmla="*/ 448 h 473"/>
                  <a:gd name="T62" fmla="*/ 243 w 480"/>
                  <a:gd name="T63" fmla="*/ 430 h 473"/>
                  <a:gd name="T64" fmla="*/ 201 w 480"/>
                  <a:gd name="T65" fmla="*/ 407 h 473"/>
                  <a:gd name="T66" fmla="*/ 162 w 480"/>
                  <a:gd name="T67" fmla="*/ 379 h 473"/>
                  <a:gd name="T68" fmla="*/ 127 w 480"/>
                  <a:gd name="T69" fmla="*/ 348 h 473"/>
                  <a:gd name="T70" fmla="*/ 95 w 480"/>
                  <a:gd name="T71" fmla="*/ 313 h 473"/>
                  <a:gd name="T72" fmla="*/ 67 w 480"/>
                  <a:gd name="T73" fmla="*/ 275 h 473"/>
                  <a:gd name="T74" fmla="*/ 44 w 480"/>
                  <a:gd name="T75" fmla="*/ 233 h 473"/>
                  <a:gd name="T76" fmla="*/ 25 w 480"/>
                  <a:gd name="T77" fmla="*/ 190 h 473"/>
                  <a:gd name="T78" fmla="*/ 11 w 480"/>
                  <a:gd name="T79" fmla="*/ 144 h 473"/>
                  <a:gd name="T80" fmla="*/ 3 w 480"/>
                  <a:gd name="T81" fmla="*/ 95 h 473"/>
                  <a:gd name="T82" fmla="*/ 0 w 480"/>
                  <a:gd name="T83" fmla="*/ 45 h 473"/>
                  <a:gd name="T84" fmla="*/ 2 w 480"/>
                  <a:gd name="T85" fmla="*/ 31 h 473"/>
                  <a:gd name="T86" fmla="*/ 8 w 480"/>
                  <a:gd name="T87" fmla="*/ 19 h 473"/>
                  <a:gd name="T88" fmla="*/ 19 w 480"/>
                  <a:gd name="T89" fmla="*/ 9 h 473"/>
                  <a:gd name="T90" fmla="*/ 31 w 480"/>
                  <a:gd name="T91" fmla="*/ 2 h 473"/>
                  <a:gd name="T92" fmla="*/ 46 w 480"/>
                  <a:gd name="T93" fmla="*/ 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0" h="473">
                    <a:moveTo>
                      <a:pt x="46" y="0"/>
                    </a:moveTo>
                    <a:lnTo>
                      <a:pt x="61" y="2"/>
                    </a:lnTo>
                    <a:lnTo>
                      <a:pt x="73" y="9"/>
                    </a:lnTo>
                    <a:lnTo>
                      <a:pt x="83" y="19"/>
                    </a:lnTo>
                    <a:lnTo>
                      <a:pt x="89" y="31"/>
                    </a:lnTo>
                    <a:lnTo>
                      <a:pt x="92" y="45"/>
                    </a:lnTo>
                    <a:lnTo>
                      <a:pt x="95" y="91"/>
                    </a:lnTo>
                    <a:lnTo>
                      <a:pt x="104" y="135"/>
                    </a:lnTo>
                    <a:lnTo>
                      <a:pt x="118" y="177"/>
                    </a:lnTo>
                    <a:lnTo>
                      <a:pt x="138" y="216"/>
                    </a:lnTo>
                    <a:lnTo>
                      <a:pt x="163" y="251"/>
                    </a:lnTo>
                    <a:lnTo>
                      <a:pt x="192" y="284"/>
                    </a:lnTo>
                    <a:lnTo>
                      <a:pt x="225" y="312"/>
                    </a:lnTo>
                    <a:lnTo>
                      <a:pt x="261" y="337"/>
                    </a:lnTo>
                    <a:lnTo>
                      <a:pt x="300" y="356"/>
                    </a:lnTo>
                    <a:lnTo>
                      <a:pt x="342" y="371"/>
                    </a:lnTo>
                    <a:lnTo>
                      <a:pt x="387" y="379"/>
                    </a:lnTo>
                    <a:lnTo>
                      <a:pt x="433" y="382"/>
                    </a:lnTo>
                    <a:lnTo>
                      <a:pt x="448" y="385"/>
                    </a:lnTo>
                    <a:lnTo>
                      <a:pt x="461" y="392"/>
                    </a:lnTo>
                    <a:lnTo>
                      <a:pt x="470" y="401"/>
                    </a:lnTo>
                    <a:lnTo>
                      <a:pt x="477" y="413"/>
                    </a:lnTo>
                    <a:lnTo>
                      <a:pt x="480" y="428"/>
                    </a:lnTo>
                    <a:lnTo>
                      <a:pt x="477" y="442"/>
                    </a:lnTo>
                    <a:lnTo>
                      <a:pt x="470" y="455"/>
                    </a:lnTo>
                    <a:lnTo>
                      <a:pt x="461" y="465"/>
                    </a:lnTo>
                    <a:lnTo>
                      <a:pt x="448" y="471"/>
                    </a:lnTo>
                    <a:lnTo>
                      <a:pt x="433" y="473"/>
                    </a:lnTo>
                    <a:lnTo>
                      <a:pt x="383" y="471"/>
                    </a:lnTo>
                    <a:lnTo>
                      <a:pt x="334" y="463"/>
                    </a:lnTo>
                    <a:lnTo>
                      <a:pt x="288" y="448"/>
                    </a:lnTo>
                    <a:lnTo>
                      <a:pt x="243" y="430"/>
                    </a:lnTo>
                    <a:lnTo>
                      <a:pt x="201" y="407"/>
                    </a:lnTo>
                    <a:lnTo>
                      <a:pt x="162" y="379"/>
                    </a:lnTo>
                    <a:lnTo>
                      <a:pt x="127" y="348"/>
                    </a:lnTo>
                    <a:lnTo>
                      <a:pt x="95" y="313"/>
                    </a:lnTo>
                    <a:lnTo>
                      <a:pt x="67" y="275"/>
                    </a:lnTo>
                    <a:lnTo>
                      <a:pt x="44" y="233"/>
                    </a:lnTo>
                    <a:lnTo>
                      <a:pt x="25" y="190"/>
                    </a:lnTo>
                    <a:lnTo>
                      <a:pt x="11" y="144"/>
                    </a:lnTo>
                    <a:lnTo>
                      <a:pt x="3" y="95"/>
                    </a:lnTo>
                    <a:lnTo>
                      <a:pt x="0" y="45"/>
                    </a:lnTo>
                    <a:lnTo>
                      <a:pt x="2" y="31"/>
                    </a:lnTo>
                    <a:lnTo>
                      <a:pt x="8" y="19"/>
                    </a:lnTo>
                    <a:lnTo>
                      <a:pt x="19" y="9"/>
                    </a:lnTo>
                    <a:lnTo>
                      <a:pt x="31" y="2"/>
                    </a:lnTo>
                    <a:lnTo>
                      <a:pt x="46"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44" name="Freeform 25">
                <a:extLst>
                  <a:ext uri="{FF2B5EF4-FFF2-40B4-BE49-F238E27FC236}">
                    <a16:creationId xmlns:a16="http://schemas.microsoft.com/office/drawing/2014/main" id="{4D69C1ED-2CC0-EAF7-3616-C3EBEF2903D1}"/>
                  </a:ext>
                </a:extLst>
              </p:cNvPr>
              <p:cNvSpPr>
                <a:spLocks/>
              </p:cNvSpPr>
              <p:nvPr/>
            </p:nvSpPr>
            <p:spPr bwMode="auto">
              <a:xfrm>
                <a:off x="8293100" y="3268663"/>
                <a:ext cx="95250" cy="93663"/>
              </a:xfrm>
              <a:custGeom>
                <a:avLst/>
                <a:gdLst>
                  <a:gd name="T0" fmla="*/ 434 w 481"/>
                  <a:gd name="T1" fmla="*/ 0 h 473"/>
                  <a:gd name="T2" fmla="*/ 449 w 481"/>
                  <a:gd name="T3" fmla="*/ 2 h 473"/>
                  <a:gd name="T4" fmla="*/ 462 w 481"/>
                  <a:gd name="T5" fmla="*/ 8 h 473"/>
                  <a:gd name="T6" fmla="*/ 471 w 481"/>
                  <a:gd name="T7" fmla="*/ 19 h 473"/>
                  <a:gd name="T8" fmla="*/ 478 w 481"/>
                  <a:gd name="T9" fmla="*/ 31 h 473"/>
                  <a:gd name="T10" fmla="*/ 481 w 481"/>
                  <a:gd name="T11" fmla="*/ 45 h 473"/>
                  <a:gd name="T12" fmla="*/ 478 w 481"/>
                  <a:gd name="T13" fmla="*/ 60 h 473"/>
                  <a:gd name="T14" fmla="*/ 471 w 481"/>
                  <a:gd name="T15" fmla="*/ 72 h 473"/>
                  <a:gd name="T16" fmla="*/ 462 w 481"/>
                  <a:gd name="T17" fmla="*/ 82 h 473"/>
                  <a:gd name="T18" fmla="*/ 449 w 481"/>
                  <a:gd name="T19" fmla="*/ 89 h 473"/>
                  <a:gd name="T20" fmla="*/ 434 w 481"/>
                  <a:gd name="T21" fmla="*/ 91 h 473"/>
                  <a:gd name="T22" fmla="*/ 388 w 481"/>
                  <a:gd name="T23" fmla="*/ 94 h 473"/>
                  <a:gd name="T24" fmla="*/ 343 w 481"/>
                  <a:gd name="T25" fmla="*/ 103 h 473"/>
                  <a:gd name="T26" fmla="*/ 301 w 481"/>
                  <a:gd name="T27" fmla="*/ 117 h 473"/>
                  <a:gd name="T28" fmla="*/ 262 w 481"/>
                  <a:gd name="T29" fmla="*/ 136 h 473"/>
                  <a:gd name="T30" fmla="*/ 226 w 481"/>
                  <a:gd name="T31" fmla="*/ 161 h 473"/>
                  <a:gd name="T32" fmla="*/ 193 w 481"/>
                  <a:gd name="T33" fmla="*/ 189 h 473"/>
                  <a:gd name="T34" fmla="*/ 164 w 481"/>
                  <a:gd name="T35" fmla="*/ 222 h 473"/>
                  <a:gd name="T36" fmla="*/ 139 w 481"/>
                  <a:gd name="T37" fmla="*/ 257 h 473"/>
                  <a:gd name="T38" fmla="*/ 119 w 481"/>
                  <a:gd name="T39" fmla="*/ 297 h 473"/>
                  <a:gd name="T40" fmla="*/ 105 w 481"/>
                  <a:gd name="T41" fmla="*/ 338 h 473"/>
                  <a:gd name="T42" fmla="*/ 96 w 481"/>
                  <a:gd name="T43" fmla="*/ 382 h 473"/>
                  <a:gd name="T44" fmla="*/ 93 w 481"/>
                  <a:gd name="T45" fmla="*/ 428 h 473"/>
                  <a:gd name="T46" fmla="*/ 90 w 481"/>
                  <a:gd name="T47" fmla="*/ 442 h 473"/>
                  <a:gd name="T48" fmla="*/ 84 w 481"/>
                  <a:gd name="T49" fmla="*/ 455 h 473"/>
                  <a:gd name="T50" fmla="*/ 74 w 481"/>
                  <a:gd name="T51" fmla="*/ 464 h 473"/>
                  <a:gd name="T52" fmla="*/ 62 w 481"/>
                  <a:gd name="T53" fmla="*/ 471 h 473"/>
                  <a:gd name="T54" fmla="*/ 47 w 481"/>
                  <a:gd name="T55" fmla="*/ 473 h 473"/>
                  <a:gd name="T56" fmla="*/ 32 w 481"/>
                  <a:gd name="T57" fmla="*/ 471 h 473"/>
                  <a:gd name="T58" fmla="*/ 20 w 481"/>
                  <a:gd name="T59" fmla="*/ 464 h 473"/>
                  <a:gd name="T60" fmla="*/ 9 w 481"/>
                  <a:gd name="T61" fmla="*/ 455 h 473"/>
                  <a:gd name="T62" fmla="*/ 3 w 481"/>
                  <a:gd name="T63" fmla="*/ 442 h 473"/>
                  <a:gd name="T64" fmla="*/ 0 w 481"/>
                  <a:gd name="T65" fmla="*/ 428 h 473"/>
                  <a:gd name="T66" fmla="*/ 3 w 481"/>
                  <a:gd name="T67" fmla="*/ 378 h 473"/>
                  <a:gd name="T68" fmla="*/ 11 w 481"/>
                  <a:gd name="T69" fmla="*/ 330 h 473"/>
                  <a:gd name="T70" fmla="*/ 26 w 481"/>
                  <a:gd name="T71" fmla="*/ 283 h 473"/>
                  <a:gd name="T72" fmla="*/ 45 w 481"/>
                  <a:gd name="T73" fmla="*/ 240 h 473"/>
                  <a:gd name="T74" fmla="*/ 68 w 481"/>
                  <a:gd name="T75" fmla="*/ 198 h 473"/>
                  <a:gd name="T76" fmla="*/ 96 w 481"/>
                  <a:gd name="T77" fmla="*/ 160 h 473"/>
                  <a:gd name="T78" fmla="*/ 128 w 481"/>
                  <a:gd name="T79" fmla="*/ 125 h 473"/>
                  <a:gd name="T80" fmla="*/ 163 w 481"/>
                  <a:gd name="T81" fmla="*/ 94 h 473"/>
                  <a:gd name="T82" fmla="*/ 202 w 481"/>
                  <a:gd name="T83" fmla="*/ 66 h 473"/>
                  <a:gd name="T84" fmla="*/ 244 w 481"/>
                  <a:gd name="T85" fmla="*/ 43 h 473"/>
                  <a:gd name="T86" fmla="*/ 288 w 481"/>
                  <a:gd name="T87" fmla="*/ 25 h 473"/>
                  <a:gd name="T88" fmla="*/ 335 w 481"/>
                  <a:gd name="T89" fmla="*/ 11 h 473"/>
                  <a:gd name="T90" fmla="*/ 384 w 481"/>
                  <a:gd name="T91" fmla="*/ 3 h 473"/>
                  <a:gd name="T92" fmla="*/ 434 w 481"/>
                  <a:gd name="T93" fmla="*/ 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1" h="473">
                    <a:moveTo>
                      <a:pt x="434" y="0"/>
                    </a:moveTo>
                    <a:lnTo>
                      <a:pt x="449" y="2"/>
                    </a:lnTo>
                    <a:lnTo>
                      <a:pt x="462" y="8"/>
                    </a:lnTo>
                    <a:lnTo>
                      <a:pt x="471" y="19"/>
                    </a:lnTo>
                    <a:lnTo>
                      <a:pt x="478" y="31"/>
                    </a:lnTo>
                    <a:lnTo>
                      <a:pt x="481" y="45"/>
                    </a:lnTo>
                    <a:lnTo>
                      <a:pt x="478" y="60"/>
                    </a:lnTo>
                    <a:lnTo>
                      <a:pt x="471" y="72"/>
                    </a:lnTo>
                    <a:lnTo>
                      <a:pt x="462" y="82"/>
                    </a:lnTo>
                    <a:lnTo>
                      <a:pt x="449" y="89"/>
                    </a:lnTo>
                    <a:lnTo>
                      <a:pt x="434" y="91"/>
                    </a:lnTo>
                    <a:lnTo>
                      <a:pt x="388" y="94"/>
                    </a:lnTo>
                    <a:lnTo>
                      <a:pt x="343" y="103"/>
                    </a:lnTo>
                    <a:lnTo>
                      <a:pt x="301" y="117"/>
                    </a:lnTo>
                    <a:lnTo>
                      <a:pt x="262" y="136"/>
                    </a:lnTo>
                    <a:lnTo>
                      <a:pt x="226" y="161"/>
                    </a:lnTo>
                    <a:lnTo>
                      <a:pt x="193" y="189"/>
                    </a:lnTo>
                    <a:lnTo>
                      <a:pt x="164" y="222"/>
                    </a:lnTo>
                    <a:lnTo>
                      <a:pt x="139" y="257"/>
                    </a:lnTo>
                    <a:lnTo>
                      <a:pt x="119" y="297"/>
                    </a:lnTo>
                    <a:lnTo>
                      <a:pt x="105" y="338"/>
                    </a:lnTo>
                    <a:lnTo>
                      <a:pt x="96" y="382"/>
                    </a:lnTo>
                    <a:lnTo>
                      <a:pt x="93" y="428"/>
                    </a:lnTo>
                    <a:lnTo>
                      <a:pt x="90" y="442"/>
                    </a:lnTo>
                    <a:lnTo>
                      <a:pt x="84" y="455"/>
                    </a:lnTo>
                    <a:lnTo>
                      <a:pt x="74" y="464"/>
                    </a:lnTo>
                    <a:lnTo>
                      <a:pt x="62" y="471"/>
                    </a:lnTo>
                    <a:lnTo>
                      <a:pt x="47" y="473"/>
                    </a:lnTo>
                    <a:lnTo>
                      <a:pt x="32" y="471"/>
                    </a:lnTo>
                    <a:lnTo>
                      <a:pt x="20" y="464"/>
                    </a:lnTo>
                    <a:lnTo>
                      <a:pt x="9" y="455"/>
                    </a:lnTo>
                    <a:lnTo>
                      <a:pt x="3" y="442"/>
                    </a:lnTo>
                    <a:lnTo>
                      <a:pt x="0" y="428"/>
                    </a:lnTo>
                    <a:lnTo>
                      <a:pt x="3" y="378"/>
                    </a:lnTo>
                    <a:lnTo>
                      <a:pt x="11" y="330"/>
                    </a:lnTo>
                    <a:lnTo>
                      <a:pt x="26" y="283"/>
                    </a:lnTo>
                    <a:lnTo>
                      <a:pt x="45" y="240"/>
                    </a:lnTo>
                    <a:lnTo>
                      <a:pt x="68" y="198"/>
                    </a:lnTo>
                    <a:lnTo>
                      <a:pt x="96" y="160"/>
                    </a:lnTo>
                    <a:lnTo>
                      <a:pt x="128" y="125"/>
                    </a:lnTo>
                    <a:lnTo>
                      <a:pt x="163" y="94"/>
                    </a:lnTo>
                    <a:lnTo>
                      <a:pt x="202" y="66"/>
                    </a:lnTo>
                    <a:lnTo>
                      <a:pt x="244" y="43"/>
                    </a:lnTo>
                    <a:lnTo>
                      <a:pt x="288" y="25"/>
                    </a:lnTo>
                    <a:lnTo>
                      <a:pt x="335" y="11"/>
                    </a:lnTo>
                    <a:lnTo>
                      <a:pt x="384" y="3"/>
                    </a:lnTo>
                    <a:lnTo>
                      <a:pt x="434"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45" name="Freeform 26">
                <a:extLst>
                  <a:ext uri="{FF2B5EF4-FFF2-40B4-BE49-F238E27FC236}">
                    <a16:creationId xmlns:a16="http://schemas.microsoft.com/office/drawing/2014/main" id="{DCDB2FD4-E40E-D407-AB16-CD211EA0718A}"/>
                  </a:ext>
                </a:extLst>
              </p:cNvPr>
              <p:cNvSpPr>
                <a:spLocks/>
              </p:cNvSpPr>
              <p:nvPr/>
            </p:nvSpPr>
            <p:spPr bwMode="auto">
              <a:xfrm>
                <a:off x="7718425" y="2973388"/>
                <a:ext cx="95250" cy="93663"/>
              </a:xfrm>
              <a:custGeom>
                <a:avLst/>
                <a:gdLst>
                  <a:gd name="T0" fmla="*/ 434 w 480"/>
                  <a:gd name="T1" fmla="*/ 0 h 473"/>
                  <a:gd name="T2" fmla="*/ 448 w 480"/>
                  <a:gd name="T3" fmla="*/ 2 h 473"/>
                  <a:gd name="T4" fmla="*/ 461 w 480"/>
                  <a:gd name="T5" fmla="*/ 9 h 473"/>
                  <a:gd name="T6" fmla="*/ 471 w 480"/>
                  <a:gd name="T7" fmla="*/ 19 h 473"/>
                  <a:gd name="T8" fmla="*/ 478 w 480"/>
                  <a:gd name="T9" fmla="*/ 31 h 473"/>
                  <a:gd name="T10" fmla="*/ 480 w 480"/>
                  <a:gd name="T11" fmla="*/ 45 h 473"/>
                  <a:gd name="T12" fmla="*/ 478 w 480"/>
                  <a:gd name="T13" fmla="*/ 95 h 473"/>
                  <a:gd name="T14" fmla="*/ 469 w 480"/>
                  <a:gd name="T15" fmla="*/ 144 h 473"/>
                  <a:gd name="T16" fmla="*/ 455 w 480"/>
                  <a:gd name="T17" fmla="*/ 190 h 473"/>
                  <a:gd name="T18" fmla="*/ 436 w 480"/>
                  <a:gd name="T19" fmla="*/ 233 h 473"/>
                  <a:gd name="T20" fmla="*/ 413 w 480"/>
                  <a:gd name="T21" fmla="*/ 275 h 473"/>
                  <a:gd name="T22" fmla="*/ 384 w 480"/>
                  <a:gd name="T23" fmla="*/ 313 h 473"/>
                  <a:gd name="T24" fmla="*/ 353 w 480"/>
                  <a:gd name="T25" fmla="*/ 348 h 473"/>
                  <a:gd name="T26" fmla="*/ 317 w 480"/>
                  <a:gd name="T27" fmla="*/ 379 h 473"/>
                  <a:gd name="T28" fmla="*/ 279 w 480"/>
                  <a:gd name="T29" fmla="*/ 407 h 473"/>
                  <a:gd name="T30" fmla="*/ 237 w 480"/>
                  <a:gd name="T31" fmla="*/ 430 h 473"/>
                  <a:gd name="T32" fmla="*/ 193 w 480"/>
                  <a:gd name="T33" fmla="*/ 448 h 473"/>
                  <a:gd name="T34" fmla="*/ 146 w 480"/>
                  <a:gd name="T35" fmla="*/ 463 h 473"/>
                  <a:gd name="T36" fmla="*/ 96 w 480"/>
                  <a:gd name="T37" fmla="*/ 471 h 473"/>
                  <a:gd name="T38" fmla="*/ 46 w 480"/>
                  <a:gd name="T39" fmla="*/ 473 h 473"/>
                  <a:gd name="T40" fmla="*/ 31 w 480"/>
                  <a:gd name="T41" fmla="*/ 471 h 473"/>
                  <a:gd name="T42" fmla="*/ 19 w 480"/>
                  <a:gd name="T43" fmla="*/ 465 h 473"/>
                  <a:gd name="T44" fmla="*/ 9 w 480"/>
                  <a:gd name="T45" fmla="*/ 455 h 473"/>
                  <a:gd name="T46" fmla="*/ 2 w 480"/>
                  <a:gd name="T47" fmla="*/ 442 h 473"/>
                  <a:gd name="T48" fmla="*/ 0 w 480"/>
                  <a:gd name="T49" fmla="*/ 428 h 473"/>
                  <a:gd name="T50" fmla="*/ 2 w 480"/>
                  <a:gd name="T51" fmla="*/ 413 h 473"/>
                  <a:gd name="T52" fmla="*/ 9 w 480"/>
                  <a:gd name="T53" fmla="*/ 401 h 473"/>
                  <a:gd name="T54" fmla="*/ 19 w 480"/>
                  <a:gd name="T55" fmla="*/ 392 h 473"/>
                  <a:gd name="T56" fmla="*/ 31 w 480"/>
                  <a:gd name="T57" fmla="*/ 385 h 473"/>
                  <a:gd name="T58" fmla="*/ 46 w 480"/>
                  <a:gd name="T59" fmla="*/ 382 h 473"/>
                  <a:gd name="T60" fmla="*/ 92 w 480"/>
                  <a:gd name="T61" fmla="*/ 379 h 473"/>
                  <a:gd name="T62" fmla="*/ 136 w 480"/>
                  <a:gd name="T63" fmla="*/ 371 h 473"/>
                  <a:gd name="T64" fmla="*/ 179 w 480"/>
                  <a:gd name="T65" fmla="*/ 356 h 473"/>
                  <a:gd name="T66" fmla="*/ 218 w 480"/>
                  <a:gd name="T67" fmla="*/ 337 h 473"/>
                  <a:gd name="T68" fmla="*/ 254 w 480"/>
                  <a:gd name="T69" fmla="*/ 312 h 473"/>
                  <a:gd name="T70" fmla="*/ 288 w 480"/>
                  <a:gd name="T71" fmla="*/ 284 h 473"/>
                  <a:gd name="T72" fmla="*/ 316 w 480"/>
                  <a:gd name="T73" fmla="*/ 251 h 473"/>
                  <a:gd name="T74" fmla="*/ 341 w 480"/>
                  <a:gd name="T75" fmla="*/ 216 h 473"/>
                  <a:gd name="T76" fmla="*/ 361 w 480"/>
                  <a:gd name="T77" fmla="*/ 177 h 473"/>
                  <a:gd name="T78" fmla="*/ 376 w 480"/>
                  <a:gd name="T79" fmla="*/ 135 h 473"/>
                  <a:gd name="T80" fmla="*/ 384 w 480"/>
                  <a:gd name="T81" fmla="*/ 91 h 473"/>
                  <a:gd name="T82" fmla="*/ 387 w 480"/>
                  <a:gd name="T83" fmla="*/ 45 h 473"/>
                  <a:gd name="T84" fmla="*/ 391 w 480"/>
                  <a:gd name="T85" fmla="*/ 31 h 473"/>
                  <a:gd name="T86" fmla="*/ 397 w 480"/>
                  <a:gd name="T87" fmla="*/ 19 h 473"/>
                  <a:gd name="T88" fmla="*/ 406 w 480"/>
                  <a:gd name="T89" fmla="*/ 9 h 473"/>
                  <a:gd name="T90" fmla="*/ 419 w 480"/>
                  <a:gd name="T91" fmla="*/ 2 h 473"/>
                  <a:gd name="T92" fmla="*/ 434 w 480"/>
                  <a:gd name="T93" fmla="*/ 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0" h="473">
                    <a:moveTo>
                      <a:pt x="434" y="0"/>
                    </a:moveTo>
                    <a:lnTo>
                      <a:pt x="448" y="2"/>
                    </a:lnTo>
                    <a:lnTo>
                      <a:pt x="461" y="9"/>
                    </a:lnTo>
                    <a:lnTo>
                      <a:pt x="471" y="19"/>
                    </a:lnTo>
                    <a:lnTo>
                      <a:pt x="478" y="31"/>
                    </a:lnTo>
                    <a:lnTo>
                      <a:pt x="480" y="45"/>
                    </a:lnTo>
                    <a:lnTo>
                      <a:pt x="478" y="95"/>
                    </a:lnTo>
                    <a:lnTo>
                      <a:pt x="469" y="144"/>
                    </a:lnTo>
                    <a:lnTo>
                      <a:pt x="455" y="190"/>
                    </a:lnTo>
                    <a:lnTo>
                      <a:pt x="436" y="233"/>
                    </a:lnTo>
                    <a:lnTo>
                      <a:pt x="413" y="275"/>
                    </a:lnTo>
                    <a:lnTo>
                      <a:pt x="384" y="313"/>
                    </a:lnTo>
                    <a:lnTo>
                      <a:pt x="353" y="348"/>
                    </a:lnTo>
                    <a:lnTo>
                      <a:pt x="317" y="379"/>
                    </a:lnTo>
                    <a:lnTo>
                      <a:pt x="279" y="407"/>
                    </a:lnTo>
                    <a:lnTo>
                      <a:pt x="237" y="430"/>
                    </a:lnTo>
                    <a:lnTo>
                      <a:pt x="193" y="448"/>
                    </a:lnTo>
                    <a:lnTo>
                      <a:pt x="146" y="463"/>
                    </a:lnTo>
                    <a:lnTo>
                      <a:pt x="96" y="471"/>
                    </a:lnTo>
                    <a:lnTo>
                      <a:pt x="46" y="473"/>
                    </a:lnTo>
                    <a:lnTo>
                      <a:pt x="31" y="471"/>
                    </a:lnTo>
                    <a:lnTo>
                      <a:pt x="19" y="465"/>
                    </a:lnTo>
                    <a:lnTo>
                      <a:pt x="9" y="455"/>
                    </a:lnTo>
                    <a:lnTo>
                      <a:pt x="2" y="442"/>
                    </a:lnTo>
                    <a:lnTo>
                      <a:pt x="0" y="428"/>
                    </a:lnTo>
                    <a:lnTo>
                      <a:pt x="2" y="413"/>
                    </a:lnTo>
                    <a:lnTo>
                      <a:pt x="9" y="401"/>
                    </a:lnTo>
                    <a:lnTo>
                      <a:pt x="19" y="392"/>
                    </a:lnTo>
                    <a:lnTo>
                      <a:pt x="31" y="385"/>
                    </a:lnTo>
                    <a:lnTo>
                      <a:pt x="46" y="382"/>
                    </a:lnTo>
                    <a:lnTo>
                      <a:pt x="92" y="379"/>
                    </a:lnTo>
                    <a:lnTo>
                      <a:pt x="136" y="371"/>
                    </a:lnTo>
                    <a:lnTo>
                      <a:pt x="179" y="356"/>
                    </a:lnTo>
                    <a:lnTo>
                      <a:pt x="218" y="337"/>
                    </a:lnTo>
                    <a:lnTo>
                      <a:pt x="254" y="312"/>
                    </a:lnTo>
                    <a:lnTo>
                      <a:pt x="288" y="284"/>
                    </a:lnTo>
                    <a:lnTo>
                      <a:pt x="316" y="251"/>
                    </a:lnTo>
                    <a:lnTo>
                      <a:pt x="341" y="216"/>
                    </a:lnTo>
                    <a:lnTo>
                      <a:pt x="361" y="177"/>
                    </a:lnTo>
                    <a:lnTo>
                      <a:pt x="376" y="135"/>
                    </a:lnTo>
                    <a:lnTo>
                      <a:pt x="384" y="91"/>
                    </a:lnTo>
                    <a:lnTo>
                      <a:pt x="387" y="45"/>
                    </a:lnTo>
                    <a:lnTo>
                      <a:pt x="391" y="31"/>
                    </a:lnTo>
                    <a:lnTo>
                      <a:pt x="397" y="19"/>
                    </a:lnTo>
                    <a:lnTo>
                      <a:pt x="406" y="9"/>
                    </a:lnTo>
                    <a:lnTo>
                      <a:pt x="419" y="2"/>
                    </a:lnTo>
                    <a:lnTo>
                      <a:pt x="434"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sp>
            <p:nvSpPr>
              <p:cNvPr id="146" name="Freeform 27">
                <a:extLst>
                  <a:ext uri="{FF2B5EF4-FFF2-40B4-BE49-F238E27FC236}">
                    <a16:creationId xmlns:a16="http://schemas.microsoft.com/office/drawing/2014/main" id="{8370E125-A5EF-9F66-B511-530E1520490D}"/>
                  </a:ext>
                </a:extLst>
              </p:cNvPr>
              <p:cNvSpPr>
                <a:spLocks/>
              </p:cNvSpPr>
              <p:nvPr/>
            </p:nvSpPr>
            <p:spPr bwMode="auto">
              <a:xfrm>
                <a:off x="7718425" y="3268663"/>
                <a:ext cx="95250" cy="93663"/>
              </a:xfrm>
              <a:custGeom>
                <a:avLst/>
                <a:gdLst>
                  <a:gd name="T0" fmla="*/ 46 w 480"/>
                  <a:gd name="T1" fmla="*/ 0 h 473"/>
                  <a:gd name="T2" fmla="*/ 96 w 480"/>
                  <a:gd name="T3" fmla="*/ 3 h 473"/>
                  <a:gd name="T4" fmla="*/ 146 w 480"/>
                  <a:gd name="T5" fmla="*/ 11 h 473"/>
                  <a:gd name="T6" fmla="*/ 193 w 480"/>
                  <a:gd name="T7" fmla="*/ 25 h 473"/>
                  <a:gd name="T8" fmla="*/ 237 w 480"/>
                  <a:gd name="T9" fmla="*/ 43 h 473"/>
                  <a:gd name="T10" fmla="*/ 279 w 480"/>
                  <a:gd name="T11" fmla="*/ 66 h 473"/>
                  <a:gd name="T12" fmla="*/ 317 w 480"/>
                  <a:gd name="T13" fmla="*/ 94 h 473"/>
                  <a:gd name="T14" fmla="*/ 353 w 480"/>
                  <a:gd name="T15" fmla="*/ 125 h 473"/>
                  <a:gd name="T16" fmla="*/ 384 w 480"/>
                  <a:gd name="T17" fmla="*/ 160 h 473"/>
                  <a:gd name="T18" fmla="*/ 413 w 480"/>
                  <a:gd name="T19" fmla="*/ 198 h 473"/>
                  <a:gd name="T20" fmla="*/ 436 w 480"/>
                  <a:gd name="T21" fmla="*/ 240 h 473"/>
                  <a:gd name="T22" fmla="*/ 455 w 480"/>
                  <a:gd name="T23" fmla="*/ 283 h 473"/>
                  <a:gd name="T24" fmla="*/ 469 w 480"/>
                  <a:gd name="T25" fmla="*/ 330 h 473"/>
                  <a:gd name="T26" fmla="*/ 478 w 480"/>
                  <a:gd name="T27" fmla="*/ 378 h 473"/>
                  <a:gd name="T28" fmla="*/ 480 w 480"/>
                  <a:gd name="T29" fmla="*/ 428 h 473"/>
                  <a:gd name="T30" fmla="*/ 478 w 480"/>
                  <a:gd name="T31" fmla="*/ 442 h 473"/>
                  <a:gd name="T32" fmla="*/ 471 w 480"/>
                  <a:gd name="T33" fmla="*/ 455 h 473"/>
                  <a:gd name="T34" fmla="*/ 461 w 480"/>
                  <a:gd name="T35" fmla="*/ 464 h 473"/>
                  <a:gd name="T36" fmla="*/ 448 w 480"/>
                  <a:gd name="T37" fmla="*/ 471 h 473"/>
                  <a:gd name="T38" fmla="*/ 434 w 480"/>
                  <a:gd name="T39" fmla="*/ 473 h 473"/>
                  <a:gd name="T40" fmla="*/ 419 w 480"/>
                  <a:gd name="T41" fmla="*/ 471 h 473"/>
                  <a:gd name="T42" fmla="*/ 406 w 480"/>
                  <a:gd name="T43" fmla="*/ 464 h 473"/>
                  <a:gd name="T44" fmla="*/ 397 w 480"/>
                  <a:gd name="T45" fmla="*/ 455 h 473"/>
                  <a:gd name="T46" fmla="*/ 391 w 480"/>
                  <a:gd name="T47" fmla="*/ 442 h 473"/>
                  <a:gd name="T48" fmla="*/ 387 w 480"/>
                  <a:gd name="T49" fmla="*/ 428 h 473"/>
                  <a:gd name="T50" fmla="*/ 384 w 480"/>
                  <a:gd name="T51" fmla="*/ 382 h 473"/>
                  <a:gd name="T52" fmla="*/ 376 w 480"/>
                  <a:gd name="T53" fmla="*/ 338 h 473"/>
                  <a:gd name="T54" fmla="*/ 361 w 480"/>
                  <a:gd name="T55" fmla="*/ 297 h 473"/>
                  <a:gd name="T56" fmla="*/ 341 w 480"/>
                  <a:gd name="T57" fmla="*/ 257 h 473"/>
                  <a:gd name="T58" fmla="*/ 316 w 480"/>
                  <a:gd name="T59" fmla="*/ 222 h 473"/>
                  <a:gd name="T60" fmla="*/ 288 w 480"/>
                  <a:gd name="T61" fmla="*/ 189 h 473"/>
                  <a:gd name="T62" fmla="*/ 254 w 480"/>
                  <a:gd name="T63" fmla="*/ 161 h 473"/>
                  <a:gd name="T64" fmla="*/ 218 w 480"/>
                  <a:gd name="T65" fmla="*/ 136 h 473"/>
                  <a:gd name="T66" fmla="*/ 179 w 480"/>
                  <a:gd name="T67" fmla="*/ 117 h 473"/>
                  <a:gd name="T68" fmla="*/ 136 w 480"/>
                  <a:gd name="T69" fmla="*/ 103 h 473"/>
                  <a:gd name="T70" fmla="*/ 92 w 480"/>
                  <a:gd name="T71" fmla="*/ 94 h 473"/>
                  <a:gd name="T72" fmla="*/ 46 w 480"/>
                  <a:gd name="T73" fmla="*/ 91 h 473"/>
                  <a:gd name="T74" fmla="*/ 31 w 480"/>
                  <a:gd name="T75" fmla="*/ 89 h 473"/>
                  <a:gd name="T76" fmla="*/ 19 w 480"/>
                  <a:gd name="T77" fmla="*/ 82 h 473"/>
                  <a:gd name="T78" fmla="*/ 9 w 480"/>
                  <a:gd name="T79" fmla="*/ 72 h 473"/>
                  <a:gd name="T80" fmla="*/ 2 w 480"/>
                  <a:gd name="T81" fmla="*/ 60 h 473"/>
                  <a:gd name="T82" fmla="*/ 0 w 480"/>
                  <a:gd name="T83" fmla="*/ 45 h 473"/>
                  <a:gd name="T84" fmla="*/ 2 w 480"/>
                  <a:gd name="T85" fmla="*/ 31 h 473"/>
                  <a:gd name="T86" fmla="*/ 9 w 480"/>
                  <a:gd name="T87" fmla="*/ 19 h 473"/>
                  <a:gd name="T88" fmla="*/ 19 w 480"/>
                  <a:gd name="T89" fmla="*/ 8 h 473"/>
                  <a:gd name="T90" fmla="*/ 31 w 480"/>
                  <a:gd name="T91" fmla="*/ 2 h 473"/>
                  <a:gd name="T92" fmla="*/ 46 w 480"/>
                  <a:gd name="T93" fmla="*/ 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0" h="473">
                    <a:moveTo>
                      <a:pt x="46" y="0"/>
                    </a:moveTo>
                    <a:lnTo>
                      <a:pt x="96" y="3"/>
                    </a:lnTo>
                    <a:lnTo>
                      <a:pt x="146" y="11"/>
                    </a:lnTo>
                    <a:lnTo>
                      <a:pt x="193" y="25"/>
                    </a:lnTo>
                    <a:lnTo>
                      <a:pt x="237" y="43"/>
                    </a:lnTo>
                    <a:lnTo>
                      <a:pt x="279" y="66"/>
                    </a:lnTo>
                    <a:lnTo>
                      <a:pt x="317" y="94"/>
                    </a:lnTo>
                    <a:lnTo>
                      <a:pt x="353" y="125"/>
                    </a:lnTo>
                    <a:lnTo>
                      <a:pt x="384" y="160"/>
                    </a:lnTo>
                    <a:lnTo>
                      <a:pt x="413" y="198"/>
                    </a:lnTo>
                    <a:lnTo>
                      <a:pt x="436" y="240"/>
                    </a:lnTo>
                    <a:lnTo>
                      <a:pt x="455" y="283"/>
                    </a:lnTo>
                    <a:lnTo>
                      <a:pt x="469" y="330"/>
                    </a:lnTo>
                    <a:lnTo>
                      <a:pt x="478" y="378"/>
                    </a:lnTo>
                    <a:lnTo>
                      <a:pt x="480" y="428"/>
                    </a:lnTo>
                    <a:lnTo>
                      <a:pt x="478" y="442"/>
                    </a:lnTo>
                    <a:lnTo>
                      <a:pt x="471" y="455"/>
                    </a:lnTo>
                    <a:lnTo>
                      <a:pt x="461" y="464"/>
                    </a:lnTo>
                    <a:lnTo>
                      <a:pt x="448" y="471"/>
                    </a:lnTo>
                    <a:lnTo>
                      <a:pt x="434" y="473"/>
                    </a:lnTo>
                    <a:lnTo>
                      <a:pt x="419" y="471"/>
                    </a:lnTo>
                    <a:lnTo>
                      <a:pt x="406" y="464"/>
                    </a:lnTo>
                    <a:lnTo>
                      <a:pt x="397" y="455"/>
                    </a:lnTo>
                    <a:lnTo>
                      <a:pt x="391" y="442"/>
                    </a:lnTo>
                    <a:lnTo>
                      <a:pt x="387" y="428"/>
                    </a:lnTo>
                    <a:lnTo>
                      <a:pt x="384" y="382"/>
                    </a:lnTo>
                    <a:lnTo>
                      <a:pt x="376" y="338"/>
                    </a:lnTo>
                    <a:lnTo>
                      <a:pt x="361" y="297"/>
                    </a:lnTo>
                    <a:lnTo>
                      <a:pt x="341" y="257"/>
                    </a:lnTo>
                    <a:lnTo>
                      <a:pt x="316" y="222"/>
                    </a:lnTo>
                    <a:lnTo>
                      <a:pt x="288" y="189"/>
                    </a:lnTo>
                    <a:lnTo>
                      <a:pt x="254" y="161"/>
                    </a:lnTo>
                    <a:lnTo>
                      <a:pt x="218" y="136"/>
                    </a:lnTo>
                    <a:lnTo>
                      <a:pt x="179" y="117"/>
                    </a:lnTo>
                    <a:lnTo>
                      <a:pt x="136" y="103"/>
                    </a:lnTo>
                    <a:lnTo>
                      <a:pt x="92" y="94"/>
                    </a:lnTo>
                    <a:lnTo>
                      <a:pt x="46" y="91"/>
                    </a:lnTo>
                    <a:lnTo>
                      <a:pt x="31" y="89"/>
                    </a:lnTo>
                    <a:lnTo>
                      <a:pt x="19" y="82"/>
                    </a:lnTo>
                    <a:lnTo>
                      <a:pt x="9" y="72"/>
                    </a:lnTo>
                    <a:lnTo>
                      <a:pt x="2" y="60"/>
                    </a:lnTo>
                    <a:lnTo>
                      <a:pt x="0" y="45"/>
                    </a:lnTo>
                    <a:lnTo>
                      <a:pt x="2" y="31"/>
                    </a:lnTo>
                    <a:lnTo>
                      <a:pt x="9" y="19"/>
                    </a:lnTo>
                    <a:lnTo>
                      <a:pt x="19" y="8"/>
                    </a:lnTo>
                    <a:lnTo>
                      <a:pt x="31" y="2"/>
                    </a:lnTo>
                    <a:lnTo>
                      <a:pt x="46" y="0"/>
                    </a:lnTo>
                    <a:close/>
                  </a:path>
                </a:pathLst>
              </a:custGeom>
              <a:grpFill/>
              <a:ln w="0">
                <a:noFill/>
                <a:prstDash val="solid"/>
                <a:round/>
                <a:headEnd/>
                <a:tailEnd/>
              </a:ln>
            </p:spPr>
            <p:txBody>
              <a:bodyPr vert="horz" wrap="square" lIns="51584" tIns="25792" rIns="51584" bIns="25792" numCol="1" anchor="t" anchorCtr="0" compatLnSpc="1">
                <a:prstTxWarp prst="textNoShape">
                  <a:avLst/>
                </a:prstTxWarp>
              </a:bodyPr>
              <a:lstStyle/>
              <a:p>
                <a:endParaRPr lang="en-IN" sz="1016"/>
              </a:p>
            </p:txBody>
          </p:sp>
        </p:grpSp>
        <p:sp>
          <p:nvSpPr>
            <p:cNvPr id="171" name="TextBox 170">
              <a:extLst>
                <a:ext uri="{FF2B5EF4-FFF2-40B4-BE49-F238E27FC236}">
                  <a16:creationId xmlns:a16="http://schemas.microsoft.com/office/drawing/2014/main" id="{B236CFE5-A742-FC29-AC0C-CD0C195A3622}"/>
                </a:ext>
              </a:extLst>
            </p:cNvPr>
            <p:cNvSpPr txBox="1"/>
            <p:nvPr/>
          </p:nvSpPr>
          <p:spPr>
            <a:xfrm>
              <a:off x="4223282" y="3708852"/>
              <a:ext cx="1241046" cy="581593"/>
            </a:xfrm>
            <a:prstGeom prst="rect">
              <a:avLst/>
            </a:prstGeom>
            <a:noFill/>
          </p:spPr>
          <p:txBody>
            <a:bodyPr wrap="square" rtlCol="0">
              <a:spAutoFit/>
            </a:bodyPr>
            <a:lstStyle/>
            <a:p>
              <a:pPr algn="ctr"/>
              <a:r>
                <a:rPr lang="en-IN" sz="1016" b="1" dirty="0">
                  <a:solidFill>
                    <a:schemeClr val="bg1">
                      <a:lumMod val="50000"/>
                    </a:schemeClr>
                  </a:solidFill>
                  <a:latin typeface="Arial" panose="020B0604020202020204" pitchFamily="34" charset="0"/>
                  <a:cs typeface="Arial" panose="020B0604020202020204" pitchFamily="34" charset="0"/>
                </a:rPr>
                <a:t>US</a:t>
              </a:r>
            </a:p>
            <a:p>
              <a:pPr algn="ctr"/>
              <a:r>
                <a:rPr lang="en-IN" sz="1016" b="1" dirty="0">
                  <a:solidFill>
                    <a:schemeClr val="bg1">
                      <a:lumMod val="50000"/>
                    </a:schemeClr>
                  </a:solidFill>
                  <a:latin typeface="Arial" panose="020B0604020202020204" pitchFamily="34" charset="0"/>
                  <a:cs typeface="Arial" panose="020B0604020202020204" pitchFamily="34" charset="0"/>
                </a:rPr>
                <a:t>EMEA</a:t>
              </a:r>
            </a:p>
            <a:p>
              <a:pPr algn="ctr"/>
              <a:r>
                <a:rPr lang="en-IN" sz="1016" b="1" dirty="0">
                  <a:solidFill>
                    <a:schemeClr val="bg1">
                      <a:lumMod val="50000"/>
                    </a:schemeClr>
                  </a:solidFill>
                  <a:latin typeface="Arial" panose="020B0604020202020204" pitchFamily="34" charset="0"/>
                  <a:cs typeface="Arial" panose="020B0604020202020204" pitchFamily="34" charset="0"/>
                </a:rPr>
                <a:t>ASIA-OCEANIA</a:t>
              </a:r>
            </a:p>
          </p:txBody>
        </p:sp>
        <p:pic>
          <p:nvPicPr>
            <p:cNvPr id="10" name="Graphic 9" descr="Saw blade outline">
              <a:extLst>
                <a:ext uri="{FF2B5EF4-FFF2-40B4-BE49-F238E27FC236}">
                  <a16:creationId xmlns:a16="http://schemas.microsoft.com/office/drawing/2014/main" id="{B740373A-0B3D-841C-9597-D3C8E2D3E9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72554" y="3211163"/>
              <a:ext cx="396535" cy="389758"/>
            </a:xfrm>
            <a:prstGeom prst="rect">
              <a:avLst/>
            </a:prstGeom>
          </p:spPr>
        </p:pic>
        <p:grpSp>
          <p:nvGrpSpPr>
            <p:cNvPr id="22" name="Group 21">
              <a:extLst>
                <a:ext uri="{FF2B5EF4-FFF2-40B4-BE49-F238E27FC236}">
                  <a16:creationId xmlns:a16="http://schemas.microsoft.com/office/drawing/2014/main" id="{BFC2B37E-D9A9-BFE7-226B-FF9816CC3AA8}"/>
                </a:ext>
              </a:extLst>
            </p:cNvPr>
            <p:cNvGrpSpPr/>
            <p:nvPr/>
          </p:nvGrpSpPr>
          <p:grpSpPr>
            <a:xfrm>
              <a:off x="5418539" y="2852715"/>
              <a:ext cx="919135" cy="683075"/>
              <a:chOff x="7560639" y="4063165"/>
              <a:chExt cx="1461282" cy="1343270"/>
            </a:xfrm>
          </p:grpSpPr>
          <p:sp>
            <p:nvSpPr>
              <p:cNvPr id="26" name="TextBox 25">
                <a:extLst>
                  <a:ext uri="{FF2B5EF4-FFF2-40B4-BE49-F238E27FC236}">
                    <a16:creationId xmlns:a16="http://schemas.microsoft.com/office/drawing/2014/main" id="{C9D7D932-8A9C-60D6-B2C9-6AEE5A7430C4}"/>
                  </a:ext>
                </a:extLst>
              </p:cNvPr>
              <p:cNvSpPr txBox="1"/>
              <p:nvPr/>
            </p:nvSpPr>
            <p:spPr>
              <a:xfrm>
                <a:off x="7936640" y="4063165"/>
                <a:ext cx="701354"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2024</a:t>
                </a:r>
              </a:p>
            </p:txBody>
          </p:sp>
          <p:sp>
            <p:nvSpPr>
              <p:cNvPr id="31" name="TextBox 30">
                <a:extLst>
                  <a:ext uri="{FF2B5EF4-FFF2-40B4-BE49-F238E27FC236}">
                    <a16:creationId xmlns:a16="http://schemas.microsoft.com/office/drawing/2014/main" id="{579125AC-5D83-D78A-752D-66D300219A47}"/>
                  </a:ext>
                </a:extLst>
              </p:cNvPr>
              <p:cNvSpPr txBox="1"/>
              <p:nvPr/>
            </p:nvSpPr>
            <p:spPr>
              <a:xfrm>
                <a:off x="7560639" y="4489491"/>
                <a:ext cx="1461282" cy="916944"/>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3</a:t>
                </a:r>
                <a:r>
                  <a:rPr lang="en-US" sz="900" kern="0" baseline="30000" dirty="0">
                    <a:latin typeface="Arial" panose="020B0604020202020204" pitchFamily="34" charset="0"/>
                    <a:cs typeface="Arial" panose="020B0604020202020204" pitchFamily="34" charset="0"/>
                  </a:rPr>
                  <a:t>rd</a:t>
                </a:r>
                <a:r>
                  <a:rPr lang="en-US" sz="900" kern="0" dirty="0">
                    <a:latin typeface="Arial" panose="020B0604020202020204" pitchFamily="34" charset="0"/>
                    <a:cs typeface="Arial" panose="020B0604020202020204" pitchFamily="34" charset="0"/>
                  </a:rPr>
                  <a:t> HSI International Conference</a:t>
                </a:r>
              </a:p>
            </p:txBody>
          </p:sp>
        </p:grpSp>
        <p:sp>
          <p:nvSpPr>
            <p:cNvPr id="51" name="TextBox 50">
              <a:extLst>
                <a:ext uri="{FF2B5EF4-FFF2-40B4-BE49-F238E27FC236}">
                  <a16:creationId xmlns:a16="http://schemas.microsoft.com/office/drawing/2014/main" id="{4F7C366E-1412-1F72-72ED-D01EF4069A18}"/>
                </a:ext>
              </a:extLst>
            </p:cNvPr>
            <p:cNvSpPr txBox="1"/>
            <p:nvPr/>
          </p:nvSpPr>
          <p:spPr>
            <a:xfrm>
              <a:off x="5483192" y="1394135"/>
              <a:ext cx="933120" cy="248658"/>
            </a:xfrm>
            <a:prstGeom prst="rect">
              <a:avLst/>
            </a:prstGeom>
            <a:noFill/>
          </p:spPr>
          <p:txBody>
            <a:bodyPr wrap="square" rtlCol="0">
              <a:spAutoFit/>
            </a:bodyPr>
            <a:lstStyle/>
            <a:p>
              <a:pPr algn="ctr"/>
              <a:r>
                <a:rPr lang="en-IN" sz="1016" b="1" dirty="0">
                  <a:solidFill>
                    <a:srgbClr val="7030A0"/>
                  </a:solidFill>
                  <a:latin typeface="Arial" panose="020B0604020202020204" pitchFamily="34" charset="0"/>
                  <a:cs typeface="Arial" panose="020B0604020202020204" pitchFamily="34" charset="0"/>
                </a:rPr>
                <a:t>JEJU, ROK</a:t>
              </a:r>
            </a:p>
          </p:txBody>
        </p:sp>
        <p:grpSp>
          <p:nvGrpSpPr>
            <p:cNvPr id="52" name="Group 51">
              <a:extLst>
                <a:ext uri="{FF2B5EF4-FFF2-40B4-BE49-F238E27FC236}">
                  <a16:creationId xmlns:a16="http://schemas.microsoft.com/office/drawing/2014/main" id="{104570B0-331A-CD75-2354-4D1154AC86C4}"/>
                </a:ext>
              </a:extLst>
            </p:cNvPr>
            <p:cNvGrpSpPr/>
            <p:nvPr/>
          </p:nvGrpSpPr>
          <p:grpSpPr>
            <a:xfrm rot="10800000">
              <a:off x="5896755" y="2054973"/>
              <a:ext cx="59634" cy="612620"/>
              <a:chOff x="1672060" y="3475613"/>
              <a:chExt cx="115176" cy="1204719"/>
            </a:xfrm>
          </p:grpSpPr>
          <p:cxnSp>
            <p:nvCxnSpPr>
              <p:cNvPr id="53" name="Straight Connector 52">
                <a:extLst>
                  <a:ext uri="{FF2B5EF4-FFF2-40B4-BE49-F238E27FC236}">
                    <a16:creationId xmlns:a16="http://schemas.microsoft.com/office/drawing/2014/main" id="{21333418-54E1-003F-921B-B2DE899083B8}"/>
                  </a:ext>
                </a:extLst>
              </p:cNvPr>
              <p:cNvCxnSpPr/>
              <p:nvPr/>
            </p:nvCxnSpPr>
            <p:spPr>
              <a:xfrm>
                <a:off x="1729648" y="3537332"/>
                <a:ext cx="0" cy="1143000"/>
              </a:xfrm>
              <a:prstGeom prst="line">
                <a:avLst/>
              </a:prstGeom>
              <a:ln w="28575">
                <a:solidFill>
                  <a:srgbClr val="7030A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A7D733F7-10C5-B7E8-7166-182A826A0273}"/>
                  </a:ext>
                </a:extLst>
              </p:cNvPr>
              <p:cNvSpPr/>
              <p:nvPr/>
            </p:nvSpPr>
            <p:spPr>
              <a:xfrm>
                <a:off x="1672060" y="3475613"/>
                <a:ext cx="115176" cy="115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grpSp>
          <p:nvGrpSpPr>
            <p:cNvPr id="4" name="Group 3">
              <a:extLst>
                <a:ext uri="{FF2B5EF4-FFF2-40B4-BE49-F238E27FC236}">
                  <a16:creationId xmlns:a16="http://schemas.microsoft.com/office/drawing/2014/main" id="{958239BA-B1CD-A5CC-9FE6-5AC97918282D}"/>
                </a:ext>
              </a:extLst>
            </p:cNvPr>
            <p:cNvGrpSpPr/>
            <p:nvPr/>
          </p:nvGrpSpPr>
          <p:grpSpPr>
            <a:xfrm>
              <a:off x="6515111" y="1671659"/>
              <a:ext cx="919135" cy="618032"/>
              <a:chOff x="9674954" y="1744239"/>
              <a:chExt cx="1461282" cy="1215362"/>
            </a:xfrm>
          </p:grpSpPr>
          <p:sp>
            <p:nvSpPr>
              <p:cNvPr id="5" name="TextBox 4">
                <a:extLst>
                  <a:ext uri="{FF2B5EF4-FFF2-40B4-BE49-F238E27FC236}">
                    <a16:creationId xmlns:a16="http://schemas.microsoft.com/office/drawing/2014/main" id="{A581A915-C039-AC35-6F5D-DE9B746516EE}"/>
                  </a:ext>
                </a:extLst>
              </p:cNvPr>
              <p:cNvSpPr txBox="1"/>
              <p:nvPr/>
            </p:nvSpPr>
            <p:spPr>
              <a:xfrm>
                <a:off x="10015071" y="2505669"/>
                <a:ext cx="701354"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2025</a:t>
                </a:r>
              </a:p>
            </p:txBody>
          </p:sp>
          <p:sp>
            <p:nvSpPr>
              <p:cNvPr id="7" name="TextBox 6">
                <a:extLst>
                  <a:ext uri="{FF2B5EF4-FFF2-40B4-BE49-F238E27FC236}">
                    <a16:creationId xmlns:a16="http://schemas.microsoft.com/office/drawing/2014/main" id="{924C35F3-F0E5-3F0B-617F-B629898E0A4E}"/>
                  </a:ext>
                </a:extLst>
              </p:cNvPr>
              <p:cNvSpPr txBox="1"/>
              <p:nvPr/>
            </p:nvSpPr>
            <p:spPr>
              <a:xfrm>
                <a:off x="9674954" y="1744239"/>
                <a:ext cx="1461282" cy="916943"/>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4</a:t>
                </a:r>
                <a:r>
                  <a:rPr lang="en-US" sz="900" kern="0" baseline="30000" dirty="0">
                    <a:latin typeface="Arial" panose="020B0604020202020204" pitchFamily="34" charset="0"/>
                    <a:cs typeface="Arial" panose="020B0604020202020204" pitchFamily="34" charset="0"/>
                  </a:rPr>
                  <a:t>th</a:t>
                </a:r>
                <a:r>
                  <a:rPr lang="en-US" sz="900" kern="0" dirty="0">
                    <a:latin typeface="Arial" panose="020B0604020202020204" pitchFamily="34" charset="0"/>
                    <a:cs typeface="Arial" panose="020B0604020202020204" pitchFamily="34" charset="0"/>
                  </a:rPr>
                  <a:t> HSI WG International Workshop</a:t>
                </a:r>
              </a:p>
            </p:txBody>
          </p:sp>
        </p:grpSp>
        <p:sp>
          <p:nvSpPr>
            <p:cNvPr id="8" name="Chevron 96">
              <a:extLst>
                <a:ext uri="{FF2B5EF4-FFF2-40B4-BE49-F238E27FC236}">
                  <a16:creationId xmlns:a16="http://schemas.microsoft.com/office/drawing/2014/main" id="{A849F5FF-DAE2-7CB0-44DA-489D949D418A}"/>
                </a:ext>
              </a:extLst>
            </p:cNvPr>
            <p:cNvSpPr/>
            <p:nvPr/>
          </p:nvSpPr>
          <p:spPr>
            <a:xfrm>
              <a:off x="6345918" y="2550653"/>
              <a:ext cx="1117970" cy="149204"/>
            </a:xfrm>
            <a:prstGeom prst="chevron">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solidFill>
                  <a:schemeClr val="tx1"/>
                </a:solidFill>
              </a:endParaRPr>
            </a:p>
          </p:txBody>
        </p:sp>
        <p:grpSp>
          <p:nvGrpSpPr>
            <p:cNvPr id="9" name="Group 8">
              <a:extLst>
                <a:ext uri="{FF2B5EF4-FFF2-40B4-BE49-F238E27FC236}">
                  <a16:creationId xmlns:a16="http://schemas.microsoft.com/office/drawing/2014/main" id="{CDE3FBD0-269E-35B2-CFD3-6846A44A52E1}"/>
                </a:ext>
              </a:extLst>
            </p:cNvPr>
            <p:cNvGrpSpPr/>
            <p:nvPr/>
          </p:nvGrpSpPr>
          <p:grpSpPr>
            <a:xfrm>
              <a:off x="6659586" y="2612752"/>
              <a:ext cx="513370" cy="1052315"/>
              <a:chOff x="1208280" y="3475613"/>
              <a:chExt cx="991518" cy="2069383"/>
            </a:xfrm>
            <a:solidFill>
              <a:srgbClr val="92D050"/>
            </a:solidFill>
          </p:grpSpPr>
          <p:sp>
            <p:nvSpPr>
              <p:cNvPr id="11" name="Oval 10">
                <a:extLst>
                  <a:ext uri="{FF2B5EF4-FFF2-40B4-BE49-F238E27FC236}">
                    <a16:creationId xmlns:a16="http://schemas.microsoft.com/office/drawing/2014/main" id="{B6A85138-D380-B87B-7A37-46F1E828D936}"/>
                  </a:ext>
                </a:extLst>
              </p:cNvPr>
              <p:cNvSpPr/>
              <p:nvPr/>
            </p:nvSpPr>
            <p:spPr>
              <a:xfrm>
                <a:off x="1208280" y="4553478"/>
                <a:ext cx="991518" cy="991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dirty="0"/>
              </a:p>
            </p:txBody>
          </p:sp>
          <p:cxnSp>
            <p:nvCxnSpPr>
              <p:cNvPr id="12" name="Straight Connector 11">
                <a:extLst>
                  <a:ext uri="{FF2B5EF4-FFF2-40B4-BE49-F238E27FC236}">
                    <a16:creationId xmlns:a16="http://schemas.microsoft.com/office/drawing/2014/main" id="{4DF7D1D3-65CA-05B0-0BDF-67449CC8F6ED}"/>
                  </a:ext>
                </a:extLst>
              </p:cNvPr>
              <p:cNvCxnSpPr/>
              <p:nvPr/>
            </p:nvCxnSpPr>
            <p:spPr>
              <a:xfrm>
                <a:off x="1729648" y="3537332"/>
                <a:ext cx="0" cy="1143000"/>
              </a:xfrm>
              <a:prstGeom prst="line">
                <a:avLst/>
              </a:prstGeom>
              <a:grpFill/>
              <a:ln w="28575">
                <a:solidFill>
                  <a:srgbClr val="92D05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A2A4D1FA-8EC2-431C-4A55-CBAF735F07CD}"/>
                  </a:ext>
                </a:extLst>
              </p:cNvPr>
              <p:cNvSpPr/>
              <p:nvPr/>
            </p:nvSpPr>
            <p:spPr>
              <a:xfrm>
                <a:off x="1672060" y="3475613"/>
                <a:ext cx="115176" cy="115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sp>
          <p:nvSpPr>
            <p:cNvPr id="14" name="TextBox 13">
              <a:extLst>
                <a:ext uri="{FF2B5EF4-FFF2-40B4-BE49-F238E27FC236}">
                  <a16:creationId xmlns:a16="http://schemas.microsoft.com/office/drawing/2014/main" id="{59F2765C-1708-40CC-3FA8-51BC247A2FE5}"/>
                </a:ext>
              </a:extLst>
            </p:cNvPr>
            <p:cNvSpPr txBox="1"/>
            <p:nvPr/>
          </p:nvSpPr>
          <p:spPr>
            <a:xfrm>
              <a:off x="6408083" y="3712581"/>
              <a:ext cx="999724" cy="224142"/>
            </a:xfrm>
            <a:prstGeom prst="rect">
              <a:avLst/>
            </a:prstGeom>
            <a:noFill/>
          </p:spPr>
          <p:txBody>
            <a:bodyPr wrap="square" rtlCol="0">
              <a:spAutoFit/>
            </a:bodyPr>
            <a:lstStyle/>
            <a:p>
              <a:pPr algn="ctr"/>
              <a:r>
                <a:rPr lang="en-IN" sz="1016" b="1" dirty="0">
                  <a:solidFill>
                    <a:srgbClr val="92D050"/>
                  </a:solidFill>
                  <a:latin typeface="Arial" panose="020B0604020202020204" pitchFamily="34" charset="0"/>
                  <a:cs typeface="Arial" panose="020B0604020202020204" pitchFamily="34" charset="0"/>
                </a:rPr>
                <a:t>VIRTUAL</a:t>
              </a:r>
            </a:p>
          </p:txBody>
        </p:sp>
        <p:sp>
          <p:nvSpPr>
            <p:cNvPr id="16" name="Oval 15">
              <a:extLst>
                <a:ext uri="{FF2B5EF4-FFF2-40B4-BE49-F238E27FC236}">
                  <a16:creationId xmlns:a16="http://schemas.microsoft.com/office/drawing/2014/main" id="{529FB5C4-FB6C-1AB5-DB82-E15893914D27}"/>
                </a:ext>
              </a:extLst>
            </p:cNvPr>
            <p:cNvSpPr/>
            <p:nvPr/>
          </p:nvSpPr>
          <p:spPr>
            <a:xfrm>
              <a:off x="6904903" y="2612752"/>
              <a:ext cx="59634" cy="585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pic>
          <p:nvPicPr>
            <p:cNvPr id="32" name="Graphic 31" descr="Sparkler with solid fill">
              <a:extLst>
                <a:ext uri="{FF2B5EF4-FFF2-40B4-BE49-F238E27FC236}">
                  <a16:creationId xmlns:a16="http://schemas.microsoft.com/office/drawing/2014/main" id="{C29803B3-56FD-5CE7-8D3E-EF190F89326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67138" y="3254418"/>
              <a:ext cx="275530" cy="293747"/>
            </a:xfrm>
            <a:prstGeom prst="rect">
              <a:avLst/>
            </a:prstGeom>
          </p:spPr>
        </p:pic>
        <p:sp>
          <p:nvSpPr>
            <p:cNvPr id="17" name="Chevron 96">
              <a:extLst>
                <a:ext uri="{FF2B5EF4-FFF2-40B4-BE49-F238E27FC236}">
                  <a16:creationId xmlns:a16="http://schemas.microsoft.com/office/drawing/2014/main" id="{13C3D8B7-D88E-3C00-E562-23D3B8500FD6}"/>
                </a:ext>
              </a:extLst>
            </p:cNvPr>
            <p:cNvSpPr/>
            <p:nvPr/>
          </p:nvSpPr>
          <p:spPr>
            <a:xfrm>
              <a:off x="7390783" y="2550653"/>
              <a:ext cx="1117970" cy="14920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solidFill>
                  <a:schemeClr val="tx1"/>
                </a:solidFill>
              </a:endParaRPr>
            </a:p>
          </p:txBody>
        </p:sp>
        <p:sp>
          <p:nvSpPr>
            <p:cNvPr id="19" name="Chevron 96">
              <a:extLst>
                <a:ext uri="{FF2B5EF4-FFF2-40B4-BE49-F238E27FC236}">
                  <a16:creationId xmlns:a16="http://schemas.microsoft.com/office/drawing/2014/main" id="{C9B81665-C838-A254-C785-99E3BE654081}"/>
                </a:ext>
              </a:extLst>
            </p:cNvPr>
            <p:cNvSpPr/>
            <p:nvPr/>
          </p:nvSpPr>
          <p:spPr>
            <a:xfrm>
              <a:off x="8450395" y="2550653"/>
              <a:ext cx="1117970" cy="149204"/>
            </a:xfrm>
            <a:prstGeom prst="chevr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solidFill>
                  <a:schemeClr val="tx1"/>
                </a:solidFill>
              </a:endParaRPr>
            </a:p>
          </p:txBody>
        </p:sp>
        <p:grpSp>
          <p:nvGrpSpPr>
            <p:cNvPr id="30" name="Group 29">
              <a:extLst>
                <a:ext uri="{FF2B5EF4-FFF2-40B4-BE49-F238E27FC236}">
                  <a16:creationId xmlns:a16="http://schemas.microsoft.com/office/drawing/2014/main" id="{413D178F-717E-424C-B3BF-0FF6EC7C1A91}"/>
                </a:ext>
              </a:extLst>
            </p:cNvPr>
            <p:cNvGrpSpPr/>
            <p:nvPr/>
          </p:nvGrpSpPr>
          <p:grpSpPr>
            <a:xfrm>
              <a:off x="7444812" y="2879709"/>
              <a:ext cx="919135" cy="683075"/>
              <a:chOff x="7560639" y="4063165"/>
              <a:chExt cx="1461282" cy="1343270"/>
            </a:xfrm>
          </p:grpSpPr>
          <p:sp>
            <p:nvSpPr>
              <p:cNvPr id="34" name="TextBox 33">
                <a:extLst>
                  <a:ext uri="{FF2B5EF4-FFF2-40B4-BE49-F238E27FC236}">
                    <a16:creationId xmlns:a16="http://schemas.microsoft.com/office/drawing/2014/main" id="{CBC090C0-B10E-624F-8EC7-6CA9DAB4744B}"/>
                  </a:ext>
                </a:extLst>
              </p:cNvPr>
              <p:cNvSpPr txBox="1"/>
              <p:nvPr/>
            </p:nvSpPr>
            <p:spPr>
              <a:xfrm>
                <a:off x="7936640" y="4063165"/>
                <a:ext cx="701355"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2026</a:t>
                </a:r>
              </a:p>
            </p:txBody>
          </p:sp>
          <p:sp>
            <p:nvSpPr>
              <p:cNvPr id="35" name="TextBox 34">
                <a:extLst>
                  <a:ext uri="{FF2B5EF4-FFF2-40B4-BE49-F238E27FC236}">
                    <a16:creationId xmlns:a16="http://schemas.microsoft.com/office/drawing/2014/main" id="{EB369B19-949C-555D-69C4-27225512CFF0}"/>
                  </a:ext>
                </a:extLst>
              </p:cNvPr>
              <p:cNvSpPr txBox="1"/>
              <p:nvPr/>
            </p:nvSpPr>
            <p:spPr>
              <a:xfrm>
                <a:off x="7560639" y="4489491"/>
                <a:ext cx="1461282" cy="916944"/>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HSI WG Regional Workshops</a:t>
                </a:r>
              </a:p>
            </p:txBody>
          </p:sp>
        </p:grpSp>
        <p:grpSp>
          <p:nvGrpSpPr>
            <p:cNvPr id="36" name="Group 35">
              <a:extLst>
                <a:ext uri="{FF2B5EF4-FFF2-40B4-BE49-F238E27FC236}">
                  <a16:creationId xmlns:a16="http://schemas.microsoft.com/office/drawing/2014/main" id="{FF3F1B09-F738-A9DF-D433-66E7E4D2EB47}"/>
                </a:ext>
              </a:extLst>
            </p:cNvPr>
            <p:cNvGrpSpPr/>
            <p:nvPr/>
          </p:nvGrpSpPr>
          <p:grpSpPr>
            <a:xfrm>
              <a:off x="8549812" y="1669460"/>
              <a:ext cx="919135" cy="618032"/>
              <a:chOff x="9674954" y="1744239"/>
              <a:chExt cx="1461282" cy="1215362"/>
            </a:xfrm>
          </p:grpSpPr>
          <p:sp>
            <p:nvSpPr>
              <p:cNvPr id="37" name="TextBox 36">
                <a:extLst>
                  <a:ext uri="{FF2B5EF4-FFF2-40B4-BE49-F238E27FC236}">
                    <a16:creationId xmlns:a16="http://schemas.microsoft.com/office/drawing/2014/main" id="{F305D0FC-48AB-77FF-14C6-1FAFD1AB8F74}"/>
                  </a:ext>
                </a:extLst>
              </p:cNvPr>
              <p:cNvSpPr txBox="1"/>
              <p:nvPr/>
            </p:nvSpPr>
            <p:spPr>
              <a:xfrm>
                <a:off x="10015071" y="2505669"/>
                <a:ext cx="701355" cy="453932"/>
              </a:xfrm>
              <a:prstGeom prst="rect">
                <a:avLst/>
              </a:prstGeom>
              <a:noFill/>
            </p:spPr>
            <p:txBody>
              <a:bodyPr wrap="none" rtlCol="0">
                <a:spAutoFit/>
              </a:bodyPr>
              <a:lstStyle/>
              <a:p>
                <a:pPr algn="ctr"/>
                <a:r>
                  <a:rPr lang="en-IN" sz="900" b="1" dirty="0">
                    <a:latin typeface="Arial" panose="020B0604020202020204" pitchFamily="34" charset="0"/>
                    <a:cs typeface="Arial" panose="020B0604020202020204" pitchFamily="34" charset="0"/>
                  </a:rPr>
                  <a:t>2027</a:t>
                </a:r>
              </a:p>
            </p:txBody>
          </p:sp>
          <p:sp>
            <p:nvSpPr>
              <p:cNvPr id="38" name="TextBox 37">
                <a:extLst>
                  <a:ext uri="{FF2B5EF4-FFF2-40B4-BE49-F238E27FC236}">
                    <a16:creationId xmlns:a16="http://schemas.microsoft.com/office/drawing/2014/main" id="{BAF7ED5A-5CC1-EFF0-D401-62FE2CD64388}"/>
                  </a:ext>
                </a:extLst>
              </p:cNvPr>
              <p:cNvSpPr txBox="1"/>
              <p:nvPr/>
            </p:nvSpPr>
            <p:spPr>
              <a:xfrm>
                <a:off x="9674954" y="1744239"/>
                <a:ext cx="1461282" cy="916943"/>
              </a:xfrm>
              <a:prstGeom prst="rect">
                <a:avLst/>
              </a:prstGeom>
              <a:noFill/>
            </p:spPr>
            <p:txBody>
              <a:bodyPr wrap="square" rtlCol="0" anchor="ctr" anchorCtr="0">
                <a:spAutoFit/>
              </a:bodyPr>
              <a:lstStyle/>
              <a:p>
                <a:pPr algn="ctr">
                  <a:lnSpc>
                    <a:spcPct val="90000"/>
                  </a:lnSpc>
                </a:pPr>
                <a:r>
                  <a:rPr lang="en-US" sz="900" kern="0" dirty="0">
                    <a:latin typeface="Arial" panose="020B0604020202020204" pitchFamily="34" charset="0"/>
                    <a:cs typeface="Arial" panose="020B0604020202020204" pitchFamily="34" charset="0"/>
                  </a:rPr>
                  <a:t>4</a:t>
                </a:r>
                <a:r>
                  <a:rPr lang="en-US" sz="900" kern="0" baseline="30000" dirty="0">
                    <a:latin typeface="Arial" panose="020B0604020202020204" pitchFamily="34" charset="0"/>
                    <a:cs typeface="Arial" panose="020B0604020202020204" pitchFamily="34" charset="0"/>
                  </a:rPr>
                  <a:t>th</a:t>
                </a:r>
                <a:r>
                  <a:rPr lang="en-US" sz="900" kern="0" dirty="0">
                    <a:latin typeface="Arial" panose="020B0604020202020204" pitchFamily="34" charset="0"/>
                    <a:cs typeface="Arial" panose="020B0604020202020204" pitchFamily="34" charset="0"/>
                  </a:rPr>
                  <a:t> HSI WG International Conference</a:t>
                </a:r>
              </a:p>
            </p:txBody>
          </p:sp>
        </p:grpSp>
        <p:grpSp>
          <p:nvGrpSpPr>
            <p:cNvPr id="44" name="Group 43">
              <a:extLst>
                <a:ext uri="{FF2B5EF4-FFF2-40B4-BE49-F238E27FC236}">
                  <a16:creationId xmlns:a16="http://schemas.microsoft.com/office/drawing/2014/main" id="{ED5935F4-001D-8DC6-1D1F-4C094DBB82AF}"/>
                </a:ext>
              </a:extLst>
            </p:cNvPr>
            <p:cNvGrpSpPr/>
            <p:nvPr/>
          </p:nvGrpSpPr>
          <p:grpSpPr>
            <a:xfrm rot="10800000">
              <a:off x="7707367" y="1599410"/>
              <a:ext cx="513370" cy="1052315"/>
              <a:chOff x="1208280" y="3475613"/>
              <a:chExt cx="991518" cy="2069383"/>
            </a:xfrm>
          </p:grpSpPr>
          <p:sp>
            <p:nvSpPr>
              <p:cNvPr id="45" name="Oval 44">
                <a:extLst>
                  <a:ext uri="{FF2B5EF4-FFF2-40B4-BE49-F238E27FC236}">
                    <a16:creationId xmlns:a16="http://schemas.microsoft.com/office/drawing/2014/main" id="{28A7F727-B97E-09A8-A9A9-A08EEA9B4028}"/>
                  </a:ext>
                </a:extLst>
              </p:cNvPr>
              <p:cNvSpPr/>
              <p:nvPr/>
            </p:nvSpPr>
            <p:spPr>
              <a:xfrm>
                <a:off x="1208280" y="4553478"/>
                <a:ext cx="991518" cy="99151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dirty="0"/>
              </a:p>
            </p:txBody>
          </p:sp>
          <p:cxnSp>
            <p:nvCxnSpPr>
              <p:cNvPr id="46" name="Straight Connector 45">
                <a:extLst>
                  <a:ext uri="{FF2B5EF4-FFF2-40B4-BE49-F238E27FC236}">
                    <a16:creationId xmlns:a16="http://schemas.microsoft.com/office/drawing/2014/main" id="{377CEE55-6DE8-EE40-107D-581A5C29D1CB}"/>
                  </a:ext>
                </a:extLst>
              </p:cNvPr>
              <p:cNvCxnSpPr/>
              <p:nvPr/>
            </p:nvCxnSpPr>
            <p:spPr>
              <a:xfrm>
                <a:off x="1729648" y="3537332"/>
                <a:ext cx="0" cy="1143000"/>
              </a:xfrm>
              <a:prstGeom prst="line">
                <a:avLst/>
              </a:prstGeom>
              <a:ln w="28575">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E4772CD-0852-0174-E58F-F692E524D1AE}"/>
                  </a:ext>
                </a:extLst>
              </p:cNvPr>
              <p:cNvSpPr/>
              <p:nvPr/>
            </p:nvSpPr>
            <p:spPr>
              <a:xfrm>
                <a:off x="1672060" y="3475613"/>
                <a:ext cx="115176" cy="115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sp>
          <p:nvSpPr>
            <p:cNvPr id="48" name="TextBox 47">
              <a:extLst>
                <a:ext uri="{FF2B5EF4-FFF2-40B4-BE49-F238E27FC236}">
                  <a16:creationId xmlns:a16="http://schemas.microsoft.com/office/drawing/2014/main" id="{82B49C8D-5E93-EE5A-C49F-8306767260DC}"/>
                </a:ext>
              </a:extLst>
            </p:cNvPr>
            <p:cNvSpPr txBox="1"/>
            <p:nvPr/>
          </p:nvSpPr>
          <p:spPr>
            <a:xfrm>
              <a:off x="7297991" y="1013531"/>
              <a:ext cx="1365236" cy="581594"/>
            </a:xfrm>
            <a:prstGeom prst="rect">
              <a:avLst/>
            </a:prstGeom>
            <a:noFill/>
          </p:spPr>
          <p:txBody>
            <a:bodyPr wrap="square" rtlCol="0">
              <a:spAutoFit/>
            </a:bodyPr>
            <a:lstStyle/>
            <a:p>
              <a:pPr algn="ctr"/>
              <a:r>
                <a:rPr lang="en-IN" sz="1016" b="1" dirty="0">
                  <a:solidFill>
                    <a:schemeClr val="bg1">
                      <a:lumMod val="50000"/>
                    </a:schemeClr>
                  </a:solidFill>
                  <a:latin typeface="Arial" panose="020B0604020202020204" pitchFamily="34" charset="0"/>
                  <a:cs typeface="Arial" panose="020B0604020202020204" pitchFamily="34" charset="0"/>
                </a:rPr>
                <a:t>US</a:t>
              </a:r>
            </a:p>
            <a:p>
              <a:pPr algn="ctr"/>
              <a:r>
                <a:rPr lang="en-IN" sz="1016" b="1" dirty="0">
                  <a:solidFill>
                    <a:schemeClr val="bg1">
                      <a:lumMod val="50000"/>
                    </a:schemeClr>
                  </a:solidFill>
                  <a:latin typeface="Arial" panose="020B0604020202020204" pitchFamily="34" charset="0"/>
                  <a:cs typeface="Arial" panose="020B0604020202020204" pitchFamily="34" charset="0"/>
                </a:rPr>
                <a:t>EMEA</a:t>
              </a:r>
            </a:p>
            <a:p>
              <a:pPr algn="ctr"/>
              <a:r>
                <a:rPr lang="en-IN" sz="1016" b="1" dirty="0">
                  <a:solidFill>
                    <a:schemeClr val="bg1">
                      <a:lumMod val="50000"/>
                    </a:schemeClr>
                  </a:solidFill>
                  <a:latin typeface="Arial" panose="020B0604020202020204" pitchFamily="34" charset="0"/>
                  <a:cs typeface="Arial" panose="020B0604020202020204" pitchFamily="34" charset="0"/>
                </a:rPr>
                <a:t>ASIA-OCEANIA</a:t>
              </a:r>
            </a:p>
          </p:txBody>
        </p:sp>
        <p:pic>
          <p:nvPicPr>
            <p:cNvPr id="50" name="Graphic 49" descr="Saw blade outline">
              <a:extLst>
                <a:ext uri="{FF2B5EF4-FFF2-40B4-BE49-F238E27FC236}">
                  <a16:creationId xmlns:a16="http://schemas.microsoft.com/office/drawing/2014/main" id="{35109C25-5E2A-1C71-120F-50D5F27C67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63321" y="1645061"/>
              <a:ext cx="396535" cy="389758"/>
            </a:xfrm>
            <a:prstGeom prst="rect">
              <a:avLst/>
            </a:prstGeom>
          </p:spPr>
        </p:pic>
        <p:pic>
          <p:nvPicPr>
            <p:cNvPr id="55" name="Picture 54" descr="File:United-kingdom flag icon round.svg ...">
              <a:extLst>
                <a:ext uri="{FF2B5EF4-FFF2-40B4-BE49-F238E27FC236}">
                  <a16:creationId xmlns:a16="http://schemas.microsoft.com/office/drawing/2014/main" id="{39811D0C-5AC9-9945-FE56-C24BCD3F9DC8}"/>
                </a:ext>
              </a:extLst>
            </p:cNvPr>
            <p:cNvPicPr>
              <a:picLocks noChangeAspect="1"/>
            </p:cNvPicPr>
            <p:nvPr/>
          </p:nvPicPr>
          <p:blipFill>
            <a:blip r:embed="rId8"/>
            <a:stretch>
              <a:fillRect/>
            </a:stretch>
          </p:blipFill>
          <p:spPr>
            <a:xfrm>
              <a:off x="8763743" y="3153584"/>
              <a:ext cx="504203" cy="504203"/>
            </a:xfrm>
            <a:prstGeom prst="rect">
              <a:avLst/>
            </a:prstGeom>
          </p:spPr>
        </p:pic>
        <p:cxnSp>
          <p:nvCxnSpPr>
            <p:cNvPr id="56" name="Straight Connector 55">
              <a:extLst>
                <a:ext uri="{FF2B5EF4-FFF2-40B4-BE49-F238E27FC236}">
                  <a16:creationId xmlns:a16="http://schemas.microsoft.com/office/drawing/2014/main" id="{E7ED2B3A-D0E2-2831-4103-ED5D34E1850C}"/>
                </a:ext>
              </a:extLst>
            </p:cNvPr>
            <p:cNvCxnSpPr>
              <a:cxnSpLocks/>
            </p:cNvCxnSpPr>
            <p:nvPr/>
          </p:nvCxnSpPr>
          <p:spPr>
            <a:xfrm>
              <a:off x="9015844" y="2627450"/>
              <a:ext cx="0" cy="581235"/>
            </a:xfrm>
            <a:prstGeom prst="line">
              <a:avLst/>
            </a:prstGeom>
            <a:ln w="28575">
              <a:solidFill>
                <a:srgbClr val="00B0F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596D5D8A-5715-8481-6292-CA1EA2A16589}"/>
                </a:ext>
              </a:extLst>
            </p:cNvPr>
            <p:cNvSpPr/>
            <p:nvPr/>
          </p:nvSpPr>
          <p:spPr>
            <a:xfrm>
              <a:off x="8990071" y="2605975"/>
              <a:ext cx="59634" cy="585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6"/>
            </a:p>
          </p:txBody>
        </p:sp>
      </p:grpSp>
      <p:sp>
        <p:nvSpPr>
          <p:cNvPr id="3" name="Text Placeholder 2">
            <a:extLst>
              <a:ext uri="{FF2B5EF4-FFF2-40B4-BE49-F238E27FC236}">
                <a16:creationId xmlns:a16="http://schemas.microsoft.com/office/drawing/2014/main" id="{EA839EEA-C2CC-8A0C-F171-799E99F2860F}"/>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366335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C1B14A6-8A56-1E27-2171-B30DC143A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3" y="1240957"/>
            <a:ext cx="4333918" cy="3261123"/>
          </a:xfrm>
          <a:prstGeom prst="rect">
            <a:avLst/>
          </a:prstGeom>
        </p:spPr>
      </p:pic>
      <p:cxnSp>
        <p:nvCxnSpPr>
          <p:cNvPr id="10" name="Straight Connector 9">
            <a:extLst>
              <a:ext uri="{FF2B5EF4-FFF2-40B4-BE49-F238E27FC236}">
                <a16:creationId xmlns:a16="http://schemas.microsoft.com/office/drawing/2014/main" id="{D7BBCEF5-9D08-9ECC-6561-FCB32AB90A18}"/>
              </a:ext>
            </a:extLst>
          </p:cNvPr>
          <p:cNvCxnSpPr>
            <a:cxnSpLocks/>
          </p:cNvCxnSpPr>
          <p:nvPr/>
        </p:nvCxnSpPr>
        <p:spPr>
          <a:xfrm>
            <a:off x="4224531" y="1240958"/>
            <a:ext cx="0" cy="326112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9EE244B2-BEBF-E9F5-0F12-EACA058E83D6}"/>
              </a:ext>
            </a:extLst>
          </p:cNvPr>
          <p:cNvPicPr>
            <a:picLocks noChangeAspect="1"/>
          </p:cNvPicPr>
          <p:nvPr/>
        </p:nvPicPr>
        <p:blipFill>
          <a:blip r:embed="rId3"/>
          <a:stretch>
            <a:fillRect/>
          </a:stretch>
        </p:blipFill>
        <p:spPr>
          <a:xfrm>
            <a:off x="420626" y="1240958"/>
            <a:ext cx="3442676" cy="2357730"/>
          </a:xfrm>
          <a:prstGeom prst="rect">
            <a:avLst/>
          </a:prstGeom>
        </p:spPr>
      </p:pic>
      <p:pic>
        <p:nvPicPr>
          <p:cNvPr id="16" name="Picture 15">
            <a:extLst>
              <a:ext uri="{FF2B5EF4-FFF2-40B4-BE49-F238E27FC236}">
                <a16:creationId xmlns:a16="http://schemas.microsoft.com/office/drawing/2014/main" id="{8F0D2A70-A07C-33FC-214B-32945B7CB106}"/>
              </a:ext>
            </a:extLst>
          </p:cNvPr>
          <p:cNvPicPr>
            <a:picLocks noChangeAspect="1"/>
          </p:cNvPicPr>
          <p:nvPr/>
        </p:nvPicPr>
        <p:blipFill>
          <a:blip r:embed="rId4"/>
          <a:stretch>
            <a:fillRect/>
          </a:stretch>
        </p:blipFill>
        <p:spPr>
          <a:xfrm>
            <a:off x="420623" y="3694985"/>
            <a:ext cx="3442679" cy="807096"/>
          </a:xfrm>
          <a:prstGeom prst="rect">
            <a:avLst/>
          </a:prstGeom>
        </p:spPr>
      </p:pic>
      <p:sp>
        <p:nvSpPr>
          <p:cNvPr id="19" name="Title 1">
            <a:extLst>
              <a:ext uri="{FF2B5EF4-FFF2-40B4-BE49-F238E27FC236}">
                <a16:creationId xmlns:a16="http://schemas.microsoft.com/office/drawing/2014/main" id="{C53C79EC-5DCC-A9F0-89C0-2C9010B733C7}"/>
              </a:ext>
            </a:extLst>
          </p:cNvPr>
          <p:cNvSpPr txBox="1">
            <a:spLocks/>
          </p:cNvSpPr>
          <p:nvPr/>
        </p:nvSpPr>
        <p:spPr>
          <a:xfrm>
            <a:off x="457201" y="207211"/>
            <a:ext cx="8229600" cy="856804"/>
          </a:xfrm>
          <a:prstGeom prst="rect">
            <a:avLst/>
          </a:prstGeom>
        </p:spPr>
        <p:txBody>
          <a:bodyPr/>
          <a:lstStyle>
            <a:lvl1pPr algn="l" defTabSz="609768" rtl="0" eaLnBrk="1" latinLnBrk="0" hangingPunct="1">
              <a:spcBef>
                <a:spcPct val="0"/>
              </a:spcBef>
              <a:buNone/>
              <a:defRPr sz="4400" kern="1200">
                <a:solidFill>
                  <a:schemeClr val="accent3"/>
                </a:solidFill>
                <a:latin typeface="+mj-lt"/>
                <a:ea typeface="+mj-ea"/>
                <a:cs typeface="Arial"/>
              </a:defRPr>
            </a:lvl1pPr>
          </a:lstStyle>
          <a:p>
            <a:r>
              <a:rPr lang="fr-FR" sz="3200" b="1" dirty="0" err="1">
                <a:solidFill>
                  <a:schemeClr val="bg1"/>
                </a:solidFill>
                <a:latin typeface="Montserrat" pitchFamily="2" charset="0"/>
              </a:rPr>
              <a:t>Coming</a:t>
            </a:r>
            <a:r>
              <a:rPr lang="fr-FR" sz="3200" b="1" dirty="0">
                <a:solidFill>
                  <a:schemeClr val="bg1"/>
                </a:solidFill>
                <a:latin typeface="Montserrat" pitchFamily="2" charset="0"/>
              </a:rPr>
              <a:t> up…</a:t>
            </a:r>
          </a:p>
        </p:txBody>
      </p:sp>
      <p:sp>
        <p:nvSpPr>
          <p:cNvPr id="20" name="TextBox 19">
            <a:extLst>
              <a:ext uri="{FF2B5EF4-FFF2-40B4-BE49-F238E27FC236}">
                <a16:creationId xmlns:a16="http://schemas.microsoft.com/office/drawing/2014/main" id="{80F3E5F9-089B-CA26-E0E7-4D90E8D71D98}"/>
              </a:ext>
            </a:extLst>
          </p:cNvPr>
          <p:cNvSpPr txBox="1"/>
          <p:nvPr/>
        </p:nvSpPr>
        <p:spPr>
          <a:xfrm>
            <a:off x="4492868" y="561095"/>
            <a:ext cx="4114800" cy="502920"/>
          </a:xfrm>
          <a:prstGeom prst="rect">
            <a:avLst/>
          </a:prstGeom>
          <a:noFill/>
        </p:spPr>
        <p:txBody>
          <a:bodyPr wrap="square" rtlCol="0">
            <a:noAutofit/>
          </a:bodyPr>
          <a:lstStyle/>
          <a:p>
            <a:pPr>
              <a:spcBef>
                <a:spcPts val="750"/>
              </a:spcBef>
              <a:buClr>
                <a:schemeClr val="accent2"/>
              </a:buClr>
              <a:buSzPct val="100000"/>
            </a:pPr>
            <a:r>
              <a:rPr lang="en-AU" sz="1400" dirty="0">
                <a:solidFill>
                  <a:schemeClr val="bg1"/>
                </a:solidFill>
                <a:latin typeface="Arial" panose="020B0604020202020204" pitchFamily="34" charset="0"/>
                <a:cs typeface="Arial" panose="020B0604020202020204" pitchFamily="34" charset="0"/>
              </a:rPr>
              <a:t>HSI WG General Meetings 3</a:t>
            </a:r>
            <a:r>
              <a:rPr lang="en-AU" sz="1400" baseline="30000" dirty="0">
                <a:solidFill>
                  <a:schemeClr val="bg1"/>
                </a:solidFill>
                <a:latin typeface="Arial" panose="020B0604020202020204" pitchFamily="34" charset="0"/>
                <a:cs typeface="Arial" panose="020B0604020202020204" pitchFamily="34" charset="0"/>
              </a:rPr>
              <a:t>rd</a:t>
            </a:r>
            <a:r>
              <a:rPr lang="en-AU" sz="1400" dirty="0">
                <a:solidFill>
                  <a:schemeClr val="bg1"/>
                </a:solidFill>
                <a:latin typeface="Arial" panose="020B0604020202020204" pitchFamily="34" charset="0"/>
                <a:cs typeface="Arial" panose="020B0604020202020204" pitchFamily="34" charset="0"/>
              </a:rPr>
              <a:t> Wednesday of every other month (July, Sept, Nov)</a:t>
            </a:r>
          </a:p>
        </p:txBody>
      </p:sp>
      <p:sp>
        <p:nvSpPr>
          <p:cNvPr id="4" name="Text Placeholder 3">
            <a:extLst>
              <a:ext uri="{FF2B5EF4-FFF2-40B4-BE49-F238E27FC236}">
                <a16:creationId xmlns:a16="http://schemas.microsoft.com/office/drawing/2014/main" id="{96DC9682-708C-3B9F-ACB6-8E1547CE1A2A}"/>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608952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r>
              <a:rPr lang="en-US" dirty="0">
                <a:solidFill>
                  <a:srgbClr val="11498B"/>
                </a:solidFill>
              </a:rPr>
              <a:t>Let’s </a:t>
            </a:r>
            <a:br>
              <a:rPr lang="en-US" dirty="0">
                <a:solidFill>
                  <a:srgbClr val="11498B"/>
                </a:solidFill>
              </a:rPr>
            </a:br>
            <a:r>
              <a:rPr lang="en-US" dirty="0">
                <a:solidFill>
                  <a:srgbClr val="11498B"/>
                </a:solidFill>
              </a:rPr>
              <a:t>connect</a:t>
            </a:r>
          </a:p>
        </p:txBody>
      </p:sp>
      <p:sp>
        <p:nvSpPr>
          <p:cNvPr id="6" name="Text Placeholder 5"/>
          <p:cNvSpPr>
            <a:spLocks noGrp="1"/>
          </p:cNvSpPr>
          <p:nvPr>
            <p:ph type="body" sz="quarter" idx="16"/>
          </p:nvPr>
        </p:nvSpPr>
        <p:spPr>
          <a:solidFill>
            <a:schemeClr val="bg1"/>
          </a:solidFill>
        </p:spPr>
        <p:txBody>
          <a:bodyPr lIns="108000"/>
          <a:lstStyle/>
          <a:p>
            <a:endParaRPr lang="en-GB" dirty="0"/>
          </a:p>
          <a:p>
            <a:endParaRPr lang="en-GB" dirty="0"/>
          </a:p>
          <a:p>
            <a:endParaRPr lang="en-GB" dirty="0"/>
          </a:p>
          <a:p>
            <a:pPr algn="ctr"/>
            <a:endParaRPr lang="en-GB" sz="1200" dirty="0"/>
          </a:p>
          <a:p>
            <a:pPr algn="ctr"/>
            <a:r>
              <a:rPr lang="en-GB" sz="1200" dirty="0"/>
              <a:t>Email us on:</a:t>
            </a:r>
          </a:p>
          <a:p>
            <a:pPr algn="ctr"/>
            <a:r>
              <a:rPr lang="en-GB" sz="1600" b="1" dirty="0">
                <a:solidFill>
                  <a:srgbClr val="2B6FAB"/>
                </a:solidFill>
                <a:latin typeface="Montserrat" pitchFamily="2" charset="0"/>
              </a:rPr>
              <a:t>hsi@incose.net</a:t>
            </a:r>
          </a:p>
        </p:txBody>
      </p:sp>
      <p:grpSp>
        <p:nvGrpSpPr>
          <p:cNvPr id="4" name="Group 3"/>
          <p:cNvGrpSpPr/>
          <p:nvPr/>
        </p:nvGrpSpPr>
        <p:grpSpPr>
          <a:xfrm>
            <a:off x="3752197" y="441223"/>
            <a:ext cx="4114800" cy="1285192"/>
            <a:chOff x="5884168" y="1644790"/>
            <a:chExt cx="2412123" cy="1285192"/>
          </a:xfrm>
          <a:solidFill>
            <a:schemeClr val="bg1">
              <a:alpha val="61000"/>
            </a:schemeClr>
          </a:solidFill>
        </p:grpSpPr>
        <p:sp>
          <p:nvSpPr>
            <p:cNvPr id="16" name="Round Single Corner Rectangle 15"/>
            <p:cNvSpPr/>
            <p:nvPr/>
          </p:nvSpPr>
          <p:spPr>
            <a:xfrm>
              <a:off x="5884168" y="1644790"/>
              <a:ext cx="2412123" cy="1285192"/>
            </a:xfrm>
            <a:prstGeom prst="round1Rect">
              <a:avLst>
                <a:gd name="adj" fmla="val 0"/>
              </a:avLst>
            </a:prstGeom>
            <a:solidFill>
              <a:schemeClr val="bg1"/>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137160" bIns="274320" numCol="1" spcCol="0" rtlCol="0" fromWordArt="0" anchor="t" anchorCtr="0" forceAA="0" compatLnSpc="1">
              <a:prstTxWarp prst="textNoShape">
                <a:avLst/>
              </a:prstTxWarp>
              <a:noAutofit/>
            </a:bodyPr>
            <a:lstStyle/>
            <a:p>
              <a:pPr>
                <a:lnSpc>
                  <a:spcPts val="1600"/>
                </a:lnSpc>
                <a:spcBef>
                  <a:spcPct val="0"/>
                </a:spcBef>
                <a:buClr>
                  <a:srgbClr val="00B7E6"/>
                </a:buClr>
                <a:buSzPct val="110000"/>
                <a:tabLst>
                  <a:tab pos="2006600" algn="l"/>
                </a:tabLst>
              </a:pPr>
              <a:r>
                <a:rPr lang="en-US" sz="1200" b="1" dirty="0">
                  <a:solidFill>
                    <a:schemeClr val="accent3"/>
                  </a:solidFill>
                  <a:cs typeface="Arial" panose="020B0604020202020204" pitchFamily="34" charset="0"/>
                </a:rPr>
                <a:t>Follow our HSI WG Linked In Page:</a:t>
              </a:r>
            </a:p>
          </p:txBody>
        </p:sp>
        <p:sp>
          <p:nvSpPr>
            <p:cNvPr id="20" name="Round Single Corner Rectangle 19"/>
            <p:cNvSpPr/>
            <p:nvPr/>
          </p:nvSpPr>
          <p:spPr>
            <a:xfrm>
              <a:off x="5884168" y="2421232"/>
              <a:ext cx="2412123" cy="508750"/>
            </a:xfrm>
            <a:prstGeom prst="round1Rect">
              <a:avLst>
                <a:gd name="adj" fmla="val 0"/>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0" rIns="137160" bIns="137160" numCol="1" spcCol="0" rtlCol="0" fromWordArt="0" anchor="b" anchorCtr="0" forceAA="0" compatLnSpc="1">
              <a:prstTxWarp prst="textNoShape">
                <a:avLst/>
              </a:prstTxWarp>
              <a:noAutofit/>
            </a:bodyPr>
            <a:lstStyle/>
            <a:p>
              <a:pPr>
                <a:lnSpc>
                  <a:spcPct val="90000"/>
                </a:lnSpc>
                <a:spcBef>
                  <a:spcPts val="300"/>
                </a:spcBef>
              </a:pPr>
              <a:endParaRPr lang="en-US" sz="1400" b="1" spc="50" dirty="0">
                <a:solidFill>
                  <a:schemeClr val="tx1"/>
                </a:solidFill>
                <a:latin typeface="Montserrat" pitchFamily="2" charset="0"/>
              </a:endParaRPr>
            </a:p>
            <a:p>
              <a:pPr>
                <a:lnSpc>
                  <a:spcPct val="90000"/>
                </a:lnSpc>
                <a:spcBef>
                  <a:spcPts val="300"/>
                </a:spcBef>
              </a:pPr>
              <a:r>
                <a:rPr lang="en-US" sz="1400" b="1" spc="50" dirty="0">
                  <a:solidFill>
                    <a:srgbClr val="2B6FAB"/>
                  </a:solidFill>
                  <a:latin typeface="Montserrat" pitchFamily="2" charset="0"/>
                </a:rPr>
                <a:t>https://www.linkedin.com/company/</a:t>
              </a:r>
            </a:p>
            <a:p>
              <a:pPr>
                <a:lnSpc>
                  <a:spcPct val="90000"/>
                </a:lnSpc>
                <a:spcBef>
                  <a:spcPts val="300"/>
                </a:spcBef>
              </a:pPr>
              <a:r>
                <a:rPr lang="en-US" sz="1400" b="1" spc="50" dirty="0" err="1">
                  <a:solidFill>
                    <a:srgbClr val="2B6FAB"/>
                  </a:solidFill>
                  <a:latin typeface="Montserrat" pitchFamily="2" charset="0"/>
                </a:rPr>
                <a:t>incose-hsi</a:t>
              </a:r>
              <a:endParaRPr lang="en-US" sz="1400" b="1" spc="50" dirty="0">
                <a:solidFill>
                  <a:srgbClr val="2B6FAB"/>
                </a:solidFill>
                <a:latin typeface="Montserrat" pitchFamily="2" charset="0"/>
              </a:endParaRPr>
            </a:p>
          </p:txBody>
        </p:sp>
      </p:grpSp>
      <p:grpSp>
        <p:nvGrpSpPr>
          <p:cNvPr id="13" name="Group 12"/>
          <p:cNvGrpSpPr/>
          <p:nvPr/>
        </p:nvGrpSpPr>
        <p:grpSpPr>
          <a:xfrm>
            <a:off x="3737610" y="1853169"/>
            <a:ext cx="4129387" cy="1285192"/>
            <a:chOff x="5875617" y="1644790"/>
            <a:chExt cx="2420674" cy="1285192"/>
          </a:xfrm>
        </p:grpSpPr>
        <p:sp>
          <p:nvSpPr>
            <p:cNvPr id="21" name="Round Single Corner Rectangle 20"/>
            <p:cNvSpPr/>
            <p:nvPr/>
          </p:nvSpPr>
          <p:spPr>
            <a:xfrm>
              <a:off x="5884168" y="1644790"/>
              <a:ext cx="2412123" cy="1285192"/>
            </a:xfrm>
            <a:prstGeom prst="round1Rect">
              <a:avLst>
                <a:gd name="adj" fmla="val 0"/>
              </a:avLst>
            </a:prstGeom>
            <a:solidFill>
              <a:schemeClr val="bg1"/>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137160" bIns="274320" numCol="1" spcCol="0" rtlCol="0" fromWordArt="0" anchor="t" anchorCtr="0" forceAA="0" compatLnSpc="1">
              <a:prstTxWarp prst="textNoShape">
                <a:avLst/>
              </a:prstTxWarp>
              <a:noAutofit/>
            </a:bodyPr>
            <a:lstStyle/>
            <a:p>
              <a:pPr>
                <a:lnSpc>
                  <a:spcPts val="1600"/>
                </a:lnSpc>
                <a:spcBef>
                  <a:spcPct val="0"/>
                </a:spcBef>
                <a:buClr>
                  <a:srgbClr val="00B7E6"/>
                </a:buClr>
                <a:buSzPct val="110000"/>
                <a:tabLst>
                  <a:tab pos="2006600" algn="l"/>
                </a:tabLst>
              </a:pPr>
              <a:r>
                <a:rPr lang="en-US" sz="1200" b="1" dirty="0">
                  <a:solidFill>
                    <a:schemeClr val="accent3"/>
                  </a:solidFill>
                  <a:cs typeface="Arial" panose="020B0604020202020204" pitchFamily="34" charset="0"/>
                </a:rPr>
                <a:t>Join the HSI Community:</a:t>
              </a:r>
            </a:p>
          </p:txBody>
        </p:sp>
        <p:sp>
          <p:nvSpPr>
            <p:cNvPr id="22" name="Round Single Corner Rectangle 21"/>
            <p:cNvSpPr/>
            <p:nvPr/>
          </p:nvSpPr>
          <p:spPr>
            <a:xfrm>
              <a:off x="5875617" y="2212652"/>
              <a:ext cx="2412123" cy="508750"/>
            </a:xfrm>
            <a:prstGeom prst="round1Rect">
              <a:avLst>
                <a:gd name="adj" fmla="val 0"/>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0" rIns="137160" bIns="137160" numCol="1" spcCol="0" rtlCol="0" fromWordArt="0" anchor="b" anchorCtr="0" forceAA="0" compatLnSpc="1">
              <a:prstTxWarp prst="textNoShape">
                <a:avLst/>
              </a:prstTxWarp>
              <a:noAutofit/>
            </a:bodyPr>
            <a:lstStyle/>
            <a:p>
              <a:pPr>
                <a:lnSpc>
                  <a:spcPct val="90000"/>
                </a:lnSpc>
                <a:spcBef>
                  <a:spcPts val="300"/>
                </a:spcBef>
              </a:pPr>
              <a:endParaRPr lang="en-US" sz="1400" b="1" spc="50" dirty="0">
                <a:solidFill>
                  <a:srgbClr val="11498B"/>
                </a:solidFill>
                <a:latin typeface="Montserrat" pitchFamily="2" charset="0"/>
              </a:endParaRPr>
            </a:p>
            <a:p>
              <a:pPr>
                <a:lnSpc>
                  <a:spcPct val="90000"/>
                </a:lnSpc>
                <a:spcBef>
                  <a:spcPts val="300"/>
                </a:spcBef>
              </a:pPr>
              <a:r>
                <a:rPr lang="en-US" sz="1400" b="1" spc="50" dirty="0">
                  <a:solidFill>
                    <a:srgbClr val="2B6FAB"/>
                  </a:solidFill>
                  <a:latin typeface="Montserrat" pitchFamily="2" charset="0"/>
                </a:rPr>
                <a:t>https://connect.incose.org/home </a:t>
              </a:r>
            </a:p>
          </p:txBody>
        </p:sp>
      </p:grpSp>
      <p:sp>
        <p:nvSpPr>
          <p:cNvPr id="24" name="Round Single Corner Rectangle 23"/>
          <p:cNvSpPr/>
          <p:nvPr/>
        </p:nvSpPr>
        <p:spPr>
          <a:xfrm>
            <a:off x="3752197" y="3265116"/>
            <a:ext cx="4114800" cy="1285192"/>
          </a:xfrm>
          <a:prstGeom prst="round1Rect">
            <a:avLst>
              <a:gd name="adj" fmla="val 0"/>
            </a:avLst>
          </a:prstGeom>
          <a:solidFill>
            <a:schemeClr val="bg1"/>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137160" bIns="274320" numCol="1" spcCol="0" rtlCol="0" fromWordArt="0" anchor="t" anchorCtr="0" forceAA="0" compatLnSpc="1">
            <a:prstTxWarp prst="textNoShape">
              <a:avLst/>
            </a:prstTxWarp>
            <a:noAutofit/>
          </a:bodyPr>
          <a:lstStyle/>
          <a:p>
            <a:pPr>
              <a:lnSpc>
                <a:spcPts val="1600"/>
              </a:lnSpc>
              <a:spcBef>
                <a:spcPct val="0"/>
              </a:spcBef>
              <a:buClr>
                <a:srgbClr val="00B7E6"/>
              </a:buClr>
              <a:buSzPct val="110000"/>
              <a:tabLst>
                <a:tab pos="2006600" algn="l"/>
              </a:tabLst>
            </a:pPr>
            <a:r>
              <a:rPr lang="en-US" sz="1200" b="1" dirty="0">
                <a:solidFill>
                  <a:schemeClr val="accent3"/>
                </a:solidFill>
                <a:cs typeface="Arial" panose="020B0604020202020204" pitchFamily="34" charset="0"/>
              </a:rPr>
              <a:t>Meeting Recordings:</a:t>
            </a:r>
          </a:p>
        </p:txBody>
      </p:sp>
      <p:sp>
        <p:nvSpPr>
          <p:cNvPr id="25" name="Round Single Corner Rectangle 24"/>
          <p:cNvSpPr/>
          <p:nvPr/>
        </p:nvSpPr>
        <p:spPr>
          <a:xfrm>
            <a:off x="3752198" y="3913936"/>
            <a:ext cx="4114800" cy="508750"/>
          </a:xfrm>
          <a:prstGeom prst="round1Rect">
            <a:avLst>
              <a:gd name="adj" fmla="val 0"/>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0" rIns="137160" bIns="137160" numCol="1" spcCol="0" rtlCol="0" fromWordArt="0" anchor="b" anchorCtr="0" forceAA="0" compatLnSpc="1">
            <a:prstTxWarp prst="textNoShape">
              <a:avLst/>
            </a:prstTxWarp>
            <a:noAutofit/>
          </a:bodyPr>
          <a:lstStyle/>
          <a:p>
            <a:pPr>
              <a:lnSpc>
                <a:spcPct val="90000"/>
              </a:lnSpc>
              <a:spcBef>
                <a:spcPts val="300"/>
              </a:spcBef>
            </a:pPr>
            <a:endParaRPr lang="en-US" sz="1400" spc="50" dirty="0">
              <a:solidFill>
                <a:srgbClr val="2B6FAB"/>
              </a:solidFill>
              <a:latin typeface="Montserrat" pitchFamily="2" charset="0"/>
            </a:endParaRPr>
          </a:p>
          <a:p>
            <a:pPr>
              <a:lnSpc>
                <a:spcPct val="90000"/>
              </a:lnSpc>
              <a:spcBef>
                <a:spcPts val="300"/>
              </a:spcBef>
            </a:pPr>
            <a:r>
              <a:rPr lang="en-US" sz="1400" b="1" spc="50" dirty="0">
                <a:solidFill>
                  <a:srgbClr val="2B6FAB"/>
                </a:solidFill>
                <a:latin typeface="Montserrat" pitchFamily="2" charset="0"/>
              </a:rPr>
              <a:t>http://youtube.com/</a:t>
            </a:r>
          </a:p>
          <a:p>
            <a:pPr>
              <a:lnSpc>
                <a:spcPct val="90000"/>
              </a:lnSpc>
              <a:spcBef>
                <a:spcPts val="300"/>
              </a:spcBef>
            </a:pPr>
            <a:r>
              <a:rPr lang="en-US" sz="1400" b="1" spc="50" dirty="0">
                <a:solidFill>
                  <a:srgbClr val="2B6FAB"/>
                </a:solidFill>
                <a:latin typeface="Montserrat" pitchFamily="2" charset="0"/>
              </a:rPr>
              <a:t>@INCOSE_HSI_WG</a:t>
            </a:r>
          </a:p>
        </p:txBody>
      </p:sp>
      <p:pic>
        <p:nvPicPr>
          <p:cNvPr id="2" name="Picture 4">
            <a:extLst>
              <a:ext uri="{FF2B5EF4-FFF2-40B4-BE49-F238E27FC236}">
                <a16:creationId xmlns:a16="http://schemas.microsoft.com/office/drawing/2014/main" id="{6C504F7F-FED8-C50B-8D85-7D3F19BA3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3521" y="553066"/>
            <a:ext cx="405865" cy="42640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a:extLst>
              <a:ext uri="{FF2B5EF4-FFF2-40B4-BE49-F238E27FC236}">
                <a16:creationId xmlns:a16="http://schemas.microsoft.com/office/drawing/2014/main" id="{A7BB7913-8D5A-03CE-B5C6-76695083CD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3924" b="12741"/>
          <a:stretch/>
        </p:blipFill>
        <p:spPr bwMode="auto">
          <a:xfrm>
            <a:off x="1260339" y="2015916"/>
            <a:ext cx="606495" cy="6148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NCOSE Connect logo. This will take you to the homepage">
            <a:extLst>
              <a:ext uri="{FF2B5EF4-FFF2-40B4-BE49-F238E27FC236}">
                <a16:creationId xmlns:a16="http://schemas.microsoft.com/office/drawing/2014/main" id="{A30B38B1-C061-06FC-5DA2-BEC4FB119B9F}"/>
              </a:ext>
            </a:extLst>
          </p:cNvPr>
          <p:cNvPicPr>
            <a:picLocks noChangeAspect="1"/>
          </p:cNvPicPr>
          <p:nvPr/>
        </p:nvPicPr>
        <p:blipFill>
          <a:blip r:embed="rId4"/>
          <a:stretch>
            <a:fillRect/>
          </a:stretch>
        </p:blipFill>
        <p:spPr>
          <a:xfrm>
            <a:off x="7062230" y="1940846"/>
            <a:ext cx="677219" cy="457123"/>
          </a:xfrm>
          <a:prstGeom prst="rect">
            <a:avLst/>
          </a:prstGeom>
        </p:spPr>
      </p:pic>
      <p:pic>
        <p:nvPicPr>
          <p:cNvPr id="9" name="Picture 8" descr="Youtube Icon Vector Art, Icons, and ...">
            <a:extLst>
              <a:ext uri="{FF2B5EF4-FFF2-40B4-BE49-F238E27FC236}">
                <a16:creationId xmlns:a16="http://schemas.microsoft.com/office/drawing/2014/main" id="{37127107-1143-11C7-B54D-9E80AC7EB42E}"/>
              </a:ext>
            </a:extLst>
          </p:cNvPr>
          <p:cNvPicPr>
            <a:picLocks noChangeAspect="1"/>
          </p:cNvPicPr>
          <p:nvPr/>
        </p:nvPicPr>
        <p:blipFill>
          <a:blip r:embed="rId5"/>
          <a:stretch>
            <a:fillRect/>
          </a:stretch>
        </p:blipFill>
        <p:spPr>
          <a:xfrm>
            <a:off x="7220198" y="3265115"/>
            <a:ext cx="646800" cy="649687"/>
          </a:xfrm>
          <a:prstGeom prst="rect">
            <a:avLst/>
          </a:prstGeom>
        </p:spPr>
      </p:pic>
    </p:spTree>
    <p:extLst>
      <p:ext uri="{BB962C8B-B14F-4D97-AF65-F5344CB8AC3E}">
        <p14:creationId xmlns:p14="http://schemas.microsoft.com/office/powerpoint/2010/main" val="41249857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view of the earth from space&#10;&#10;Description automatically generated with medium confidence">
            <a:extLst>
              <a:ext uri="{FF2B5EF4-FFF2-40B4-BE49-F238E27FC236}">
                <a16:creationId xmlns:a16="http://schemas.microsoft.com/office/drawing/2014/main" id="{55E23150-41E7-12EF-2D5F-DB02CE304E62}"/>
              </a:ext>
            </a:extLst>
          </p:cNvPr>
          <p:cNvPicPr>
            <a:picLocks noGrp="1" noChangeAspect="1"/>
          </p:cNvPicPr>
          <p:nvPr>
            <p:ph type="pic" sz="quarter" idx="21"/>
          </p:nvPr>
        </p:nvPicPr>
        <p:blipFill>
          <a:blip r:embed="rId2" cstate="hqprint">
            <a:extLst>
              <a:ext uri="{28A0092B-C50C-407E-A947-70E740481C1C}">
                <a14:useLocalDpi xmlns:a14="http://schemas.microsoft.com/office/drawing/2010/main" val="0"/>
              </a:ext>
            </a:extLst>
          </a:blip>
          <a:srcRect l="5556" r="5556"/>
          <a:stretch>
            <a:fillRect/>
          </a:stretch>
        </p:blipFill>
        <p:spPr/>
      </p:pic>
      <p:sp>
        <p:nvSpPr>
          <p:cNvPr id="17" name="Title 16"/>
          <p:cNvSpPr>
            <a:spLocks noGrp="1"/>
          </p:cNvSpPr>
          <p:nvPr>
            <p:ph type="title"/>
          </p:nvPr>
        </p:nvSpPr>
        <p:spPr>
          <a:xfrm>
            <a:off x="484436" y="4484443"/>
            <a:ext cx="3293618" cy="447675"/>
          </a:xfrm>
        </p:spPr>
        <p:txBody>
          <a:bodyPr/>
          <a:lstStyle/>
          <a:p>
            <a:r>
              <a:rPr lang="en-US" dirty="0"/>
              <a:t>Thank you</a:t>
            </a:r>
            <a:endParaRPr lang="en-GB" dirty="0"/>
          </a:p>
        </p:txBody>
      </p:sp>
      <p:pic>
        <p:nvPicPr>
          <p:cNvPr id="2" name="Picture 1">
            <a:extLst>
              <a:ext uri="{FF2B5EF4-FFF2-40B4-BE49-F238E27FC236}">
                <a16:creationId xmlns:a16="http://schemas.microsoft.com/office/drawing/2014/main" id="{A892C622-F2F4-ADC3-AC4B-FEB90183F85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111981" y="81762"/>
            <a:ext cx="931928" cy="511266"/>
          </a:xfrm>
          <a:prstGeom prst="rect">
            <a:avLst/>
          </a:prstGeom>
        </p:spPr>
      </p:pic>
    </p:spTree>
    <p:extLst>
      <p:ext uri="{BB962C8B-B14F-4D97-AF65-F5344CB8AC3E}">
        <p14:creationId xmlns:p14="http://schemas.microsoft.com/office/powerpoint/2010/main" val="527696871"/>
      </p:ext>
    </p:extLst>
  </p:cSld>
  <p:clrMapOvr>
    <a:masterClrMapping/>
  </p:clrMapOvr>
</p:sld>
</file>

<file path=ppt/theme/theme1.xml><?xml version="1.0" encoding="utf-8"?>
<a:theme xmlns:a="http://schemas.openxmlformats.org/drawingml/2006/main" name="INCOSE Template 2022">
  <a:themeElements>
    <a:clrScheme name="INCOSE 3">
      <a:dk1>
        <a:srgbClr val="000000"/>
      </a:dk1>
      <a:lt1>
        <a:srgbClr val="FFFFFF"/>
      </a:lt1>
      <a:dk2>
        <a:srgbClr val="44546A"/>
      </a:dk2>
      <a:lt2>
        <a:srgbClr val="E7E6E6"/>
      </a:lt2>
      <a:accent1>
        <a:srgbClr val="2B6FAB"/>
      </a:accent1>
      <a:accent2>
        <a:srgbClr val="EE5B20"/>
      </a:accent2>
      <a:accent3>
        <a:srgbClr val="A5A5A5"/>
      </a:accent3>
      <a:accent4>
        <a:srgbClr val="FFC90E"/>
      </a:accent4>
      <a:accent5>
        <a:srgbClr val="61A1D7"/>
      </a:accent5>
      <a:accent6>
        <a:srgbClr val="417F65"/>
      </a:accent6>
      <a:hlink>
        <a:srgbClr val="2B6FAB"/>
      </a:hlink>
      <a:folHlink>
        <a:srgbClr val="EE5B2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lIns="91440" tIns="91440" rIns="91440" bIns="91440" rtlCol="0" anchor="ctr" anchorCtr="0"/>
      <a:lstStyle>
        <a:defPPr algn="ctr">
          <a:defRPr sz="1400" dirty="0" smtClean="0">
            <a:solidFill>
              <a:schemeClr val="bg1"/>
            </a:solidFill>
            <a:ea typeface="Segoe UI Black" panose="020B0A02040204020203" pitchFamily="34" charset="0"/>
            <a:cs typeface="Segoe UI Black" panose="020B0A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a:spcBef>
            <a:spcPts val="750"/>
          </a:spcBef>
          <a:buClr>
            <a:schemeClr val="accent2"/>
          </a:buClr>
          <a:buSzPct val="100000"/>
          <a:defRPr sz="1400" dirty="0" err="1" smtClean="0">
            <a:solidFill>
              <a:schemeClr val="accent4"/>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TALENT" id="{42DDE431-62AA-4CFE-9B81-CB19337157E0}" vid="{4B43CFC9-863A-4E99-B289-EA56B68882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d271449-ae54-41ac-bf6e-37d9d6af484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52DCA3CF6F3DD40854B5BBB6D7CBF21" ma:contentTypeVersion="9" ma:contentTypeDescription="Create a new document." ma:contentTypeScope="" ma:versionID="884621daaae224c76796f74894e03bfe">
  <xsd:schema xmlns:xsd="http://www.w3.org/2001/XMLSchema" xmlns:xs="http://www.w3.org/2001/XMLSchema" xmlns:p="http://schemas.microsoft.com/office/2006/metadata/properties" xmlns:ns2="cd271449-ae54-41ac-bf6e-37d9d6af484d" targetNamespace="http://schemas.microsoft.com/office/2006/metadata/properties" ma:root="true" ma:fieldsID="3f1c13d88cba39c1d8e9ea250b452ddc" ns2:_="">
    <xsd:import namespace="cd271449-ae54-41ac-bf6e-37d9d6af48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271449-ae54-41ac-bf6e-37d9d6af48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05bfa5e-0804-4ef2-ba09-c663ae3aebb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51A2D2-DAB1-42F6-BF0C-260AF2394DD4}">
  <ds:schemaRefs>
    <ds:schemaRef ds:uri="http://schemas.microsoft.com/office/2006/metadata/properties"/>
    <ds:schemaRef ds:uri="52843b91-289a-43a9-bec2-7c9ee5746b25"/>
    <ds:schemaRef ds:uri="http://purl.org/dc/dcmitype/"/>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elements/1.1/"/>
    <ds:schemaRef ds:uri="ed82bf67-3d81-4675-9ce7-ddde4be05b06"/>
    <ds:schemaRef ds:uri="51e6ca0b-c4b6-442a-8136-0810ddef1ea5"/>
    <ds:schemaRef ds:uri="c326c758-1c37-4ea1-8e3f-2b47b57f4e88"/>
    <ds:schemaRef ds:uri="cd271449-ae54-41ac-bf6e-37d9d6af484d"/>
  </ds:schemaRefs>
</ds:datastoreItem>
</file>

<file path=customXml/itemProps2.xml><?xml version="1.0" encoding="utf-8"?>
<ds:datastoreItem xmlns:ds="http://schemas.openxmlformats.org/officeDocument/2006/customXml" ds:itemID="{C586F423-7659-4451-B7F0-CE5EB24B89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271449-ae54-41ac-bf6e-37d9d6af484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74DEA9-D70C-4D76-8253-0021E05256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Slice</Template>
  <TotalTime>0</TotalTime>
  <Words>2414</Words>
  <Application>Microsoft Macintosh PowerPoint</Application>
  <PresentationFormat>On-screen Show (16:9)</PresentationFormat>
  <Paragraphs>384</Paragraphs>
  <Slides>40</Slides>
  <Notes>8</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Aptos</vt:lpstr>
      <vt:lpstr>Arial</vt:lpstr>
      <vt:lpstr>Calibri</vt:lpstr>
      <vt:lpstr>Calibri Light</vt:lpstr>
      <vt:lpstr>Courier New</vt:lpstr>
      <vt:lpstr>Lato</vt:lpstr>
      <vt:lpstr>Montserrat</vt:lpstr>
      <vt:lpstr>Segoe UI Black</vt:lpstr>
      <vt:lpstr>Times New Roman</vt:lpstr>
      <vt:lpstr>Wingdings</vt:lpstr>
      <vt:lpstr>INCOSE Template 2022</vt:lpstr>
      <vt:lpstr>Human System Integration 101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History of HSI</vt:lpstr>
      <vt:lpstr>PowerPoint Presentation</vt:lpstr>
      <vt:lpstr>PowerPoint Presentation</vt:lpstr>
      <vt:lpstr>PowerPoint Presentation</vt:lpstr>
      <vt:lpstr>PowerPoint Presentation</vt:lpstr>
      <vt:lpstr>PowerPoint Presentation</vt:lpstr>
      <vt:lpstr>HSI Examples</vt:lpstr>
      <vt:lpstr>Introduction</vt:lpstr>
      <vt:lpstr>PowerPoint Presentation</vt:lpstr>
      <vt:lpstr>Project objectives</vt:lpstr>
      <vt:lpstr>How do we go about </vt:lpstr>
      <vt:lpstr>Modelling</vt:lpstr>
      <vt:lpstr>Functional Analysis</vt:lpstr>
      <vt:lpstr>New task allocations </vt:lpstr>
      <vt:lpstr>PowerPoint Presentation</vt:lpstr>
      <vt:lpstr>Human in the loop simulations  Physical and digital twin</vt:lpstr>
      <vt:lpstr>Human in the loop simulations  User interfaces and resources</vt:lpstr>
      <vt:lpstr>Human in the loop  analysis</vt:lpstr>
      <vt:lpstr>PowerPoint Presentation</vt:lpstr>
      <vt:lpstr>About the  INCOSE HSI Working Group</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cp:lastPrinted>2022-11-04T21:20:16Z</cp:lastPrinted>
  <dcterms:created xsi:type="dcterms:W3CDTF">2016-02-04T17:41:01Z</dcterms:created>
  <dcterms:modified xsi:type="dcterms:W3CDTF">2026-06-18T04:56:06Z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0x010100752DCA3CF6F3DD40854B5BBB6D7CBF21</vt:lpwstr>
  </property>
  <property fmtid="{D5CDD505-2E9C-101B-9397-08002B2CF9AE}" pid="3" name="MediaServiceImageTags">
    <vt:lpwstr/>
  </property>
</Properties>
</file>